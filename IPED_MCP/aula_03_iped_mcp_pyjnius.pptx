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notesMasters/notesMaster1.xml" ContentType="application/vnd.openxmlformats-officedocument.presentationml.notesMaster+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 Id="rId5"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2" r:id="rId2"/>
  </p:sldMasterIdLst>
  <p:notesMasterIdLst>
    <p:notesMasterId r:id="rId65"/>
  </p:notesMasterIdLst>
  <p:sldIdLst>
    <p:sldId id="418" r:id="rId71"/>
    <p:sldId id="419" r:id="rId72"/>
    <p:sldId id="420" r:id="rId73"/>
    <p:sldId id="421" r:id="rId74"/>
    <p:sldId id="422" r:id="rId75"/>
    <p:sldId id="423" r:id="rId76"/>
    <p:sldId id="424" r:id="rId77"/>
    <p:sldId id="425" r:id="rId78"/>
    <p:sldId id="426" r:id="rId79"/>
    <p:sldId id="427" r:id="rId80"/>
    <p:sldId id="428" r:id="rId81"/>
    <p:sldId id="429" r:id="rId82"/>
    <p:sldId id="430" r:id="rId83"/>
    <p:sldId id="431" r:id="rId84"/>
    <p:sldId id="432" r:id="rId85"/>
    <p:sldId id="433" r:id="rId86"/>
    <p:sldId id="434" r:id="rId87"/>
    <p:sldId id="435" r:id="rId88"/>
    <p:sldId id="436" r:id="rId89"/>
    <p:sldId id="437" r:id="rId90"/>
    <p:sldId id="438" r:id="rId91"/>
    <p:sldId id="439" r:id="rId92"/>
    <p:sldId id="440" r:id="rId93"/>
    <p:sldId id="441" r:id="rId94"/>
    <p:sldId id="442" r:id="rId95"/>
    <p:sldId id="443" r:id="rId96"/>
    <p:sldId id="444" r:id="rId97"/>
    <p:sldId id="445" r:id="rId98"/>
    <p:sldId id="446" r:id="rId99"/>
    <p:sldId id="447" r:id="rId100"/>
    <p:sldId id="448" r:id="rId101"/>
    <p:sldId id="449" r:id="rId102"/>
    <p:sldId id="450" r:id="rId103"/>
    <p:sldId id="451" r:id="rId104"/>
    <p:sldId id="452" r:id="rId105"/>
    <p:sldId id="453" r:id="rId106"/>
    <p:sldId id="454" r:id="rId107"/>
    <p:sldId id="455" r:id="rId108"/>
    <p:sldId id="456" r:id="rId109"/>
    <p:sldId id="457" r:id="rId110"/>
    <p:sldId id="458" r:id="rId111"/>
    <p:sldId id="459" r:id="rId112"/>
    <p:sldId id="460" r:id="rId113"/>
    <p:sldId id="461" r:id="rId114"/>
    <p:sldId id="462" r:id="rId115"/>
    <p:sldId id="463" r:id="rId116"/>
    <p:sldId id="464" r:id="rId117"/>
    <p:sldId id="465" r:id="rId118"/>
    <p:sldId id="466" r:id="rId119"/>
    <p:sldId id="467" r:id="rId120"/>
    <p:sldId id="468" r:id="rId121"/>
    <p:sldId id="469" r:id="rId122"/>
    <p:sldId id="470" r:id="rId123"/>
    <p:sldId id="471" r:id="rId124"/>
    <p:sldId id="472" r:id="rId125"/>
    <p:sldId id="473" r:id="rId126"/>
    <p:sldId id="474" r:id="rId127"/>
    <p:sldId id="475" r:id="rId128"/>
    <p:sldId id="476" r:id="rId129"/>
    <p:sldId id="477" r:id="rId130"/>
    <p:sldId id="478" r:id="rId131"/>
    <p:sldId id="479" r:id="rId132"/>
    <p:sldId id="480" r:id="rId133"/>
    <p:sldId id="481" r:id="rId134"/>
    <p:sldId id="482" r:id="rId135"/>
    <p:sldId id="483" r:id="rId136"/>
    <p:sldId id="484" r:id="rId137"/>
    <p:sldId id="485" r:id="rId138"/>
    <p:sldId id="486" r:id="rId139"/>
    <p:sldId id="487" r:id="rId140"/>
  </p:sldIdLst>
  <p:sldSz cx="24384000" cy="13716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
          <a:latin typeface="Helvetica Neue"/>
          <a:ea typeface="Helvetica Neue"/>
          <a:cs typeface="Helvetica Neue"/>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wholeTbl>
    <a:band2H>
      <a:tcTxStyle/>
      <a:tcStyle>
        <a:tcBdr/>
        <a:fill>
          <a:solidFill>
            <a:srgbClr val="E3E5E8"/>
          </a:solidFill>
        </a:fill>
      </a:tcStyle>
    </a:band2H>
    <a:firstCol>
      <a:tcTxStyle b="on"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lumOff val="-13575"/>
            </a:schemeClr>
          </a:solidFill>
        </a:fill>
      </a:tcStyle>
    </a:firstCol>
    <a:lastRow>
      <a:tcTxStyle b="off" i="off">
        <a:font>
          <a:latin typeface="Helvetica Neue"/>
          <a:ea typeface="Helvetica Neue"/>
          <a:cs typeface="Helvetica Neue"/>
        </a:font>
        <a:srgbClr val="000000"/>
      </a:tcTxStyle>
      <a:tcStyle>
        <a:tcBdr>
          <a:left>
            <a:ln w="12700" cap="flat">
              <a:noFill/>
              <a:miter lim="400000"/>
            </a:ln>
          </a:left>
          <a:right>
            <a:ln w="12700" cap="flat">
              <a:noFill/>
              <a:miter lim="400000"/>
            </a:ln>
          </a:right>
          <a:top>
            <a:ln w="12700" cap="flat">
              <a:solidFill>
                <a:srgbClr val="3797C6"/>
              </a:solidFill>
              <a:prstDash val="solid"/>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lastRow>
    <a:firstRow>
      <a:tcTxStyle b="on"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hueOff val="114395"/>
              <a:lumOff val="-24975"/>
            </a:schemeClr>
          </a:solidFill>
        </a:fill>
      </a:tcStyle>
    </a:firstRow>
  </a:tblStyle>
  <a:tblStyle styleId="{C7B018BB-80A7-4F77-B60F-C8B233D01FF8}" styleName="">
    <a:tblBg/>
    <a:wholeTbl>
      <a:tcTxStyle b="off" i="off">
        <a:font>
          <a:latin typeface="Helvetica Neue"/>
          <a:ea typeface="Helvetica Neue"/>
          <a:cs typeface="Helvetica Neue"/>
        </a:font>
        <a:srgbClr val="000000"/>
      </a:tcTxStyle>
      <a:tcStyle>
        <a:tcBdr>
          <a:left>
            <a:ln w="12700" cap="flat">
              <a:solidFill>
                <a:srgbClr val="B8B8B8"/>
              </a:solidFill>
              <a:prstDash val="solid"/>
              <a:miter lim="400000"/>
            </a:ln>
          </a:left>
          <a:right>
            <a:ln w="12700" cap="flat">
              <a:solidFill>
                <a:srgbClr val="B8B8B8"/>
              </a:solidFill>
              <a:prstDash val="solid"/>
              <a:miter lim="400000"/>
            </a:ln>
          </a:right>
          <a:top>
            <a:ln w="12700" cap="flat">
              <a:solidFill>
                <a:srgbClr val="B8B8B8"/>
              </a:solidFill>
              <a:prstDash val="solid"/>
              <a:miter lim="400000"/>
            </a:ln>
          </a:top>
          <a:bottom>
            <a:ln w="12700" cap="flat">
              <a:solidFill>
                <a:srgbClr val="B8B8B8"/>
              </a:solidFill>
              <a:prstDash val="solid"/>
              <a:miter lim="400000"/>
            </a:ln>
          </a:bottom>
          <a:insideH>
            <a:ln w="12700" cap="flat">
              <a:solidFill>
                <a:srgbClr val="B8B8B8"/>
              </a:solidFill>
              <a:prstDash val="solid"/>
              <a:miter lim="400000"/>
            </a:ln>
          </a:insideH>
          <a:insideV>
            <a:ln w="12700" cap="flat">
              <a:solidFill>
                <a:srgbClr val="B8B8B8"/>
              </a:solidFill>
              <a:prstDash val="solid"/>
              <a:miter lim="400000"/>
            </a:ln>
          </a:insideV>
        </a:tcBdr>
        <a:fill>
          <a:solidFill>
            <a:srgbClr val="EBEBEB"/>
          </a:solidFill>
        </a:fill>
      </a:tcStyle>
    </a:wholeTbl>
    <a:band2H>
      <a:tcTxStyle/>
      <a:tcStyle>
        <a:tcBdr/>
        <a:fill>
          <a:solidFill>
            <a:srgbClr val="E1E0DA"/>
          </a:solidFill>
        </a:fill>
      </a:tcStyle>
    </a:band2H>
    <a:firstCol>
      <a:tcTxStyle b="off" i="off">
        <a:fontRef idx="minor">
          <a:srgbClr val="FFFFFF"/>
        </a:fontRef>
        <a:srgbClr val="FFFFFF"/>
      </a:tcTxStyle>
      <a:tcStyle>
        <a:tcBdr>
          <a:left>
            <a:ln w="12700" cap="flat">
              <a:solidFill>
                <a:srgbClr val="606060"/>
              </a:solidFill>
              <a:prstDash val="solid"/>
              <a:miter lim="400000"/>
            </a:ln>
          </a:left>
          <a:right>
            <a:ln w="12700" cap="flat">
              <a:solidFill>
                <a:srgbClr val="606060"/>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chemeClr val="accent3">
              <a:hueOff val="362282"/>
              <a:satOff val="31803"/>
              <a:lumOff val="-18242"/>
            </a:schemeClr>
          </a:solidFill>
        </a:fill>
      </a:tcStyle>
    </a:firstCol>
    <a:lastRow>
      <a:tcTxStyle b="off" i="off">
        <a:font>
          <a:latin typeface="Helvetica Neue"/>
          <a:ea typeface="Helvetica Neue"/>
          <a:cs typeface="Helvetica Neue"/>
        </a:font>
        <a:srgbClr val="000000"/>
      </a:tcTxStyle>
      <a:tcStyle>
        <a:tcBdr>
          <a:left>
            <a:ln w="12700" cap="flat">
              <a:solidFill>
                <a:srgbClr val="606060"/>
              </a:solidFill>
              <a:prstDash val="solid"/>
              <a:miter lim="400000"/>
            </a:ln>
          </a:left>
          <a:right>
            <a:ln w="12700" cap="flat">
              <a:solidFill>
                <a:srgbClr val="606060"/>
              </a:solidFill>
              <a:prstDash val="solid"/>
              <a:miter lim="400000"/>
            </a:ln>
          </a:right>
          <a:top>
            <a:ln w="254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rgbClr val="EBEBEB"/>
          </a:solidFill>
        </a:fill>
      </a:tcStyle>
    </a:lastRow>
    <a:firstRow>
      <a:tcTxStyle b="off" i="off">
        <a:fontRef idx="minor">
          <a:srgbClr val="FFFFFF"/>
        </a:fontRef>
        <a:srgbClr val="FFFFFF"/>
      </a:tcTxStyle>
      <a:tcStyle>
        <a:tcBdr>
          <a:left>
            <a:ln w="12700" cap="flat">
              <a:solidFill>
                <a:srgbClr val="929292"/>
              </a:solidFill>
              <a:prstDash val="solid"/>
              <a:miter lim="400000"/>
            </a:ln>
          </a:left>
          <a:right>
            <a:ln w="12700" cap="flat">
              <a:solidFill>
                <a:srgbClr val="929292"/>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929292"/>
              </a:solidFill>
              <a:prstDash val="solid"/>
              <a:miter lim="400000"/>
            </a:ln>
          </a:insideH>
          <a:insideV>
            <a:ln w="12700" cap="flat">
              <a:solidFill>
                <a:srgbClr val="929292"/>
              </a:solidFill>
              <a:prstDash val="solid"/>
              <a:miter lim="400000"/>
            </a:ln>
          </a:insideV>
        </a:tcBdr>
        <a:fill>
          <a:solidFill>
            <a:srgbClr val="017101"/>
          </a:solidFill>
        </a:fill>
      </a:tcStyle>
    </a:firstRow>
  </a:tblStyle>
  <a:tblStyle styleId="{EEE7283C-3CF3-47DC-8721-378D4A62B228}" styleName="">
    <a:tblBg/>
    <a:wholeTbl>
      <a:tcTxStyle b="off" i="off">
        <a:font>
          <a:latin typeface="Helvetica Neue Light"/>
          <a:ea typeface="Helvetica Neue Light"/>
          <a:cs typeface="Helvetica Neue Light"/>
        </a:font>
        <a:srgbClr val="000000"/>
      </a:tcTxStyle>
      <a:tcStyle>
        <a:tcBdr>
          <a:left>
            <a:ln w="12700" cap="flat">
              <a:solidFill>
                <a:srgbClr val="5D5D5D"/>
              </a:solidFill>
              <a:custDash>
                <a:ds d="200000" sp="200000"/>
              </a:custDash>
              <a:miter lim="400000"/>
            </a:ln>
          </a:left>
          <a:right>
            <a:ln w="12700" cap="flat">
              <a:solidFill>
                <a:srgbClr val="5D5D5D"/>
              </a:solidFill>
              <a:custDash>
                <a:ds d="200000" sp="200000"/>
              </a:custDash>
              <a:miter lim="400000"/>
            </a:ln>
          </a:right>
          <a:top>
            <a:ln w="12700" cap="flat">
              <a:solidFill>
                <a:srgbClr val="5D5D5D"/>
              </a:solidFill>
              <a:custDash>
                <a:ds d="200000" sp="200000"/>
              </a:custDash>
              <a:miter lim="400000"/>
            </a:ln>
          </a:top>
          <a:bottom>
            <a:ln w="12700" cap="flat">
              <a:solidFill>
                <a:srgbClr val="5D5D5D"/>
              </a:solidFill>
              <a:custDash>
                <a:ds d="200000" sp="200000"/>
              </a:custDash>
              <a:miter lim="400000"/>
            </a:ln>
          </a:bottom>
          <a:insideH>
            <a:ln w="12700" cap="flat">
              <a:solidFill>
                <a:srgbClr val="5D5D5D"/>
              </a:solidFill>
              <a:custDash>
                <a:ds d="200000" sp="200000"/>
              </a:custDash>
              <a:miter lim="400000"/>
            </a:ln>
          </a:insideH>
          <a:insideV>
            <a:ln w="12700" cap="flat">
              <a:solidFill>
                <a:srgbClr val="5D5D5D"/>
              </a:solidFill>
              <a:custDash>
                <a:ds d="200000" sp="200000"/>
              </a:custDash>
              <a:miter lim="400000"/>
            </a:ln>
          </a:insideV>
        </a:tcBdr>
        <a:fill>
          <a:solidFill>
            <a:srgbClr val="FAF7E9"/>
          </a:solidFill>
        </a:fill>
      </a:tcStyle>
    </a:wholeTbl>
    <a:band2H>
      <a:tcTxStyle/>
      <a:tcStyle>
        <a:tcBdr/>
        <a:fill>
          <a:solidFill>
            <a:srgbClr val="EDEADD"/>
          </a:solidFill>
        </a:fill>
      </a:tcStyle>
    </a:band2H>
    <a:firstCol>
      <a:tcTxStyle b="off" i="off">
        <a:fontRef idx="minor">
          <a:srgbClr val="FFFFFF"/>
        </a:fontRef>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F9BA00"/>
          </a:solidFill>
        </a:fill>
      </a:tcStyle>
    </a:firstCol>
    <a:lastRow>
      <a:tcTxStyle b="off" i="off">
        <a:fontRef idx="minor">
          <a:srgbClr val="FFFFFF"/>
        </a:fontRef>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FF9400"/>
          </a:solidFill>
        </a:fill>
      </a:tcStyle>
    </a:lastRow>
    <a:firstRow>
      <a:tcTxStyle b="off" i="off">
        <a:fontRef idx="minor">
          <a:srgbClr val="FFFFFF"/>
        </a:fontRef>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FF9400"/>
          </a:solidFill>
        </a:fill>
      </a:tcStyle>
    </a:firstRow>
  </a:tblStyle>
  <a:tblStyle styleId="{CF821DB8-F4EB-4A41-A1BA-3FCAFE7338EE}" styleName="">
    <a:tblBg/>
    <a:wholeTbl>
      <a:tcTxStyle b="off" i="off">
        <a:font>
          <a:latin typeface="Helvetica Neue"/>
          <a:ea typeface="Helvetica Neue"/>
          <a:cs typeface="Helvetica Neue"/>
        </a:font>
        <a:srgbClr val="000000"/>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EBEBEB"/>
          </a:solidFill>
        </a:fill>
      </a:tcStyle>
    </a:wholeTbl>
    <a:band2H>
      <a:tcTxStyle/>
      <a:tcStyle>
        <a:tcBdr/>
        <a:fill>
          <a:solidFill>
            <a:srgbClr val="DADBDA"/>
          </a:solidFill>
        </a:fill>
      </a:tcStyle>
    </a:band2H>
    <a:firstCol>
      <a:tcTxStyle b="on" i="off">
        <a:font>
          <a:latin typeface="Helvetica Neue"/>
          <a:ea typeface="Helvetica Neue"/>
          <a:cs typeface="Helvetica Neue"/>
        </a:font>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chemeClr val="accent6">
              <a:hueOff val="-146070"/>
              <a:satOff val="-10048"/>
              <a:lumOff val="-30626"/>
            </a:schemeClr>
          </a:solidFill>
        </a:fill>
      </a:tcStyle>
    </a:firstCol>
    <a:lastRow>
      <a:tcTxStyle b="on" i="off">
        <a:font>
          <a:latin typeface="Helvetica Neue"/>
          <a:ea typeface="Helvetica Neue"/>
          <a:cs typeface="Helvetica Neue"/>
        </a:font>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C24785"/>
          </a:solidFill>
        </a:fill>
      </a:tcStyle>
    </a:lastRow>
    <a:firstRow>
      <a:tcTxStyle b="on" i="off">
        <a:font>
          <a:latin typeface="Helvetica Neue"/>
          <a:ea typeface="Helvetica Neue"/>
          <a:cs typeface="Helvetica Neue"/>
        </a:font>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C24785"/>
          </a:solidFill>
        </a:fill>
      </a:tcStyle>
    </a:firstRow>
  </a:tblStyle>
  <a:tblStyle styleId="{33BA23B1-9221-436E-865A-0063620EA4FD}" styleName="">
    <a:tblBg/>
    <a:wholeTbl>
      <a:tcTxStyle b="off" i="off">
        <a:font>
          <a:latin typeface="Helvetica Neue"/>
          <a:ea typeface="Helvetica Neue"/>
          <a:cs typeface="Helvetica Neue"/>
        </a:font>
        <a:srgbClr val="000000"/>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B5B5C1"/>
          </a:solidFill>
        </a:fill>
      </a:tcStyle>
    </a:wholeTbl>
    <a:band2H>
      <a:tcTxStyle/>
      <a:tcStyle>
        <a:tcBdr/>
        <a:fill>
          <a:solidFill>
            <a:srgbClr val="9A9AA5"/>
          </a:solidFill>
        </a:fill>
      </a:tcStyle>
    </a:band2H>
    <a:firstCol>
      <a:tcTxStyle b="on" i="off">
        <a:font>
          <a:latin typeface="Helvetica Neue"/>
          <a:ea typeface="Helvetica Neue"/>
          <a:cs typeface="Helvetica Neue"/>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53585F"/>
          </a:solidFill>
        </a:fill>
      </a:tcStyle>
    </a:firstCol>
    <a:lastRow>
      <a:tcTxStyle b="on" i="off">
        <a:font>
          <a:latin typeface="Helvetica Neue"/>
          <a:ea typeface="Helvetica Neue"/>
          <a:cs typeface="Helvetica Neue"/>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798089"/>
          </a:solidFill>
        </a:fill>
      </a:tcStyle>
    </a:lastRow>
    <a:firstRow>
      <a:tcTxStyle b="on" i="off">
        <a:font>
          <a:latin typeface="Helvetica Neue"/>
          <a:ea typeface="Helvetica Neue"/>
          <a:cs typeface="Helvetica Neue"/>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798089"/>
          </a:solidFill>
        </a:fill>
      </a:tcStyle>
    </a:firstRow>
  </a:tblStyle>
  <a:tblStyle styleId="{2708684C-4D16-4618-839F-0558EEFCDFE6}" styleName="">
    <a:tblBg/>
    <a:wholeTbl>
      <a:tcTxStyle b="off" i="off">
        <a:font>
          <a:latin typeface="Helvetica Neue"/>
          <a:ea typeface="Helvetica Neue"/>
          <a:cs typeface="Helvetica Neue"/>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wholeTbl>
    <a:band2H>
      <a:tcTxStyle/>
      <a:tcStyle>
        <a:tcBdr/>
        <a:fill>
          <a:solidFill>
            <a:srgbClr val="EDEEEE"/>
          </a:solidFill>
        </a:fill>
      </a:tcStyle>
    </a:band2H>
    <a:firstCol>
      <a:tcTxStyle b="on" i="off">
        <a:font>
          <a:latin typeface="Helvetica Neue"/>
          <a:ea typeface="Helvetica Neue"/>
          <a:cs typeface="Helvetica Neue"/>
        </a:font>
        <a:srgbClr val="000000"/>
      </a:tcTxStyle>
      <a:tcStyle>
        <a:tcBdr>
          <a:left>
            <a:ln w="12700" cap="flat">
              <a:noFill/>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Col>
    <a:lastRow>
      <a:tcTxStyle b="on" i="off">
        <a:font>
          <a:latin typeface="Helvetica Neue"/>
          <a:ea typeface="Helvetica Neue"/>
          <a:cs typeface="Helvetica Neue"/>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prstDash val="solid"/>
              <a:miter lim="400000"/>
            </a:ln>
          </a:top>
          <a:bottom>
            <a:ln w="12700" cap="flat">
              <a:noFill/>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lastRow>
    <a:firstRow>
      <a:tcTxStyle b="on" i="off">
        <a:font>
          <a:latin typeface="Helvetica Neue"/>
          <a:ea typeface="Helvetica Neue"/>
          <a:cs typeface="Helvetica Neue"/>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noFill/>
              <a:miter lim="400000"/>
            </a:ln>
          </a:top>
          <a:bottom>
            <a:ln w="12700" cap="flat">
              <a:solidFill>
                <a:srgbClr val="000000"/>
              </a:solidFill>
              <a:prstDash val="solid"/>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9177" autoAdjust="0"/>
  </p:normalViewPr>
  <p:slideViewPr>
    <p:cSldViewPr snapToGrid="0">
      <p:cViewPr varScale="1">
        <p:scale>
          <a:sx n="38" d="100"/>
          <a:sy n="38" d="100"/>
        </p:scale>
        <p:origin x="1380" y="6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65" Type="http://schemas.openxmlformats.org/officeDocument/2006/relationships/notesMaster" Target="notesMasters/notesMaster1.xml"/><Relationship Id="rId66" Type="http://schemas.openxmlformats.org/officeDocument/2006/relationships/presProps" Target="presProps.xml"/><Relationship Id="rId67" Type="http://schemas.openxmlformats.org/officeDocument/2006/relationships/viewProps" Target="viewProps.xml"/><Relationship Id="rId68" Type="http://schemas.openxmlformats.org/officeDocument/2006/relationships/theme" Target="theme/theme1.xml"/><Relationship Id="rId69" Type="http://schemas.openxmlformats.org/officeDocument/2006/relationships/tableStyles" Target="tableStyles.xml"/><Relationship Id="rId70" Type="http://schemas.microsoft.com/office/2016/11/relationships/changesInfo" Target="changesInfos/changesInfo1.xml"/><Relationship Id="rId71" Type="http://schemas.openxmlformats.org/officeDocument/2006/relationships/slide" Target="slides/slide63.xml"/><Relationship Id="rId72" Type="http://schemas.openxmlformats.org/officeDocument/2006/relationships/slide" Target="slides/slide64.xml"/><Relationship Id="rId73" Type="http://schemas.openxmlformats.org/officeDocument/2006/relationships/slide" Target="slides/slide65.xml"/><Relationship Id="rId74" Type="http://schemas.openxmlformats.org/officeDocument/2006/relationships/slide" Target="slides/slide66.xml"/><Relationship Id="rId75" Type="http://schemas.openxmlformats.org/officeDocument/2006/relationships/slide" Target="slides/slide67.xml"/><Relationship Id="rId76" Type="http://schemas.openxmlformats.org/officeDocument/2006/relationships/slide" Target="slides/slide68.xml"/><Relationship Id="rId77" Type="http://schemas.openxmlformats.org/officeDocument/2006/relationships/slide" Target="slides/slide69.xml"/><Relationship Id="rId78" Type="http://schemas.openxmlformats.org/officeDocument/2006/relationships/slide" Target="slides/slide70.xml"/><Relationship Id="rId79" Type="http://schemas.openxmlformats.org/officeDocument/2006/relationships/slide" Target="slides/slide71.xml"/><Relationship Id="rId80" Type="http://schemas.openxmlformats.org/officeDocument/2006/relationships/slide" Target="slides/slide72.xml"/><Relationship Id="rId81" Type="http://schemas.openxmlformats.org/officeDocument/2006/relationships/slide" Target="slides/slide73.xml"/><Relationship Id="rId82" Type="http://schemas.openxmlformats.org/officeDocument/2006/relationships/slide" Target="slides/slide74.xml"/><Relationship Id="rId83" Type="http://schemas.openxmlformats.org/officeDocument/2006/relationships/slide" Target="slides/slide75.xml"/><Relationship Id="rId84" Type="http://schemas.openxmlformats.org/officeDocument/2006/relationships/slide" Target="slides/slide76.xml"/><Relationship Id="rId85" Type="http://schemas.openxmlformats.org/officeDocument/2006/relationships/slide" Target="slides/slide77.xml"/><Relationship Id="rId86" Type="http://schemas.openxmlformats.org/officeDocument/2006/relationships/slide" Target="slides/slide78.xml"/><Relationship Id="rId87" Type="http://schemas.openxmlformats.org/officeDocument/2006/relationships/slide" Target="slides/slide79.xml"/><Relationship Id="rId88" Type="http://schemas.openxmlformats.org/officeDocument/2006/relationships/slide" Target="slides/slide80.xml"/><Relationship Id="rId89" Type="http://schemas.openxmlformats.org/officeDocument/2006/relationships/slide" Target="slides/slide81.xml"/><Relationship Id="rId90" Type="http://schemas.openxmlformats.org/officeDocument/2006/relationships/slide" Target="slides/slide82.xml"/><Relationship Id="rId91" Type="http://schemas.openxmlformats.org/officeDocument/2006/relationships/slide" Target="slides/slide83.xml"/><Relationship Id="rId92" Type="http://schemas.openxmlformats.org/officeDocument/2006/relationships/slide" Target="slides/slide84.xml"/><Relationship Id="rId93" Type="http://schemas.openxmlformats.org/officeDocument/2006/relationships/slide" Target="slides/slide85.xml"/><Relationship Id="rId94" Type="http://schemas.openxmlformats.org/officeDocument/2006/relationships/slide" Target="slides/slide86.xml"/><Relationship Id="rId95" Type="http://schemas.openxmlformats.org/officeDocument/2006/relationships/slide" Target="slides/slide87.xml"/><Relationship Id="rId96" Type="http://schemas.openxmlformats.org/officeDocument/2006/relationships/slide" Target="slides/slide88.xml"/><Relationship Id="rId97" Type="http://schemas.openxmlformats.org/officeDocument/2006/relationships/slide" Target="slides/slide89.xml"/><Relationship Id="rId98" Type="http://schemas.openxmlformats.org/officeDocument/2006/relationships/slide" Target="slides/slide90.xml"/><Relationship Id="rId99" Type="http://schemas.openxmlformats.org/officeDocument/2006/relationships/slide" Target="slides/slide91.xml"/><Relationship Id="rId100" Type="http://schemas.openxmlformats.org/officeDocument/2006/relationships/slide" Target="slides/slide92.xml"/><Relationship Id="rId101" Type="http://schemas.openxmlformats.org/officeDocument/2006/relationships/slide" Target="slides/slide93.xml"/><Relationship Id="rId102" Type="http://schemas.openxmlformats.org/officeDocument/2006/relationships/slide" Target="slides/slide94.xml"/><Relationship Id="rId103" Type="http://schemas.openxmlformats.org/officeDocument/2006/relationships/slide" Target="slides/slide95.xml"/><Relationship Id="rId104" Type="http://schemas.openxmlformats.org/officeDocument/2006/relationships/slide" Target="slides/slide96.xml"/><Relationship Id="rId105" Type="http://schemas.openxmlformats.org/officeDocument/2006/relationships/slide" Target="slides/slide97.xml"/><Relationship Id="rId106" Type="http://schemas.openxmlformats.org/officeDocument/2006/relationships/slide" Target="slides/slide98.xml"/><Relationship Id="rId107" Type="http://schemas.openxmlformats.org/officeDocument/2006/relationships/slide" Target="slides/slide99.xml"/><Relationship Id="rId108" Type="http://schemas.openxmlformats.org/officeDocument/2006/relationships/slide" Target="slides/slide100.xml"/><Relationship Id="rId109" Type="http://schemas.openxmlformats.org/officeDocument/2006/relationships/slide" Target="slides/slide101.xml"/><Relationship Id="rId110" Type="http://schemas.openxmlformats.org/officeDocument/2006/relationships/slide" Target="slides/slide102.xml"/><Relationship Id="rId111" Type="http://schemas.openxmlformats.org/officeDocument/2006/relationships/slide" Target="slides/slide103.xml"/><Relationship Id="rId112" Type="http://schemas.openxmlformats.org/officeDocument/2006/relationships/slide" Target="slides/slide104.xml"/><Relationship Id="rId113" Type="http://schemas.openxmlformats.org/officeDocument/2006/relationships/slide" Target="slides/slide105.xml"/><Relationship Id="rId114" Type="http://schemas.openxmlformats.org/officeDocument/2006/relationships/slide" Target="slides/slide106.xml"/><Relationship Id="rId115" Type="http://schemas.openxmlformats.org/officeDocument/2006/relationships/slide" Target="slides/slide107.xml"/><Relationship Id="rId116" Type="http://schemas.openxmlformats.org/officeDocument/2006/relationships/slide" Target="slides/slide108.xml"/><Relationship Id="rId117" Type="http://schemas.openxmlformats.org/officeDocument/2006/relationships/slide" Target="slides/slide109.xml"/><Relationship Id="rId118" Type="http://schemas.openxmlformats.org/officeDocument/2006/relationships/slide" Target="slides/slide110.xml"/><Relationship Id="rId119" Type="http://schemas.openxmlformats.org/officeDocument/2006/relationships/slide" Target="slides/slide111.xml"/><Relationship Id="rId120" Type="http://schemas.openxmlformats.org/officeDocument/2006/relationships/slide" Target="slides/slide112.xml"/><Relationship Id="rId121" Type="http://schemas.openxmlformats.org/officeDocument/2006/relationships/slide" Target="slides/slide113.xml"/><Relationship Id="rId122" Type="http://schemas.openxmlformats.org/officeDocument/2006/relationships/slide" Target="slides/slide114.xml"/><Relationship Id="rId123" Type="http://schemas.openxmlformats.org/officeDocument/2006/relationships/slide" Target="slides/slide115.xml"/><Relationship Id="rId124" Type="http://schemas.openxmlformats.org/officeDocument/2006/relationships/slide" Target="slides/slide116.xml"/><Relationship Id="rId125" Type="http://schemas.openxmlformats.org/officeDocument/2006/relationships/slide" Target="slides/slide117.xml"/><Relationship Id="rId126" Type="http://schemas.openxmlformats.org/officeDocument/2006/relationships/slide" Target="slides/slide118.xml"/><Relationship Id="rId127" Type="http://schemas.openxmlformats.org/officeDocument/2006/relationships/slide" Target="slides/slide119.xml"/><Relationship Id="rId128" Type="http://schemas.openxmlformats.org/officeDocument/2006/relationships/slide" Target="slides/slide120.xml"/><Relationship Id="rId129" Type="http://schemas.openxmlformats.org/officeDocument/2006/relationships/slide" Target="slides/slide121.xml"/><Relationship Id="rId130" Type="http://schemas.openxmlformats.org/officeDocument/2006/relationships/slide" Target="slides/slide122.xml"/><Relationship Id="rId131" Type="http://schemas.openxmlformats.org/officeDocument/2006/relationships/slide" Target="slides/slide123.xml"/><Relationship Id="rId132" Type="http://schemas.openxmlformats.org/officeDocument/2006/relationships/slide" Target="slides/slide124.xml"/><Relationship Id="rId133" Type="http://schemas.openxmlformats.org/officeDocument/2006/relationships/slide" Target="slides/slide125.xml"/><Relationship Id="rId134" Type="http://schemas.openxmlformats.org/officeDocument/2006/relationships/slide" Target="slides/slide126.xml"/><Relationship Id="rId135" Type="http://schemas.openxmlformats.org/officeDocument/2006/relationships/slide" Target="slides/slide127.xml"/><Relationship Id="rId136" Type="http://schemas.openxmlformats.org/officeDocument/2006/relationships/slide" Target="slides/slide128.xml"/><Relationship Id="rId137" Type="http://schemas.openxmlformats.org/officeDocument/2006/relationships/slide" Target="slides/slide129.xml"/><Relationship Id="rId138" Type="http://schemas.openxmlformats.org/officeDocument/2006/relationships/slide" Target="slides/slide130.xml"/><Relationship Id="rId139" Type="http://schemas.openxmlformats.org/officeDocument/2006/relationships/slide" Target="slides/slide131.xml"/><Relationship Id="rId140" Type="http://schemas.openxmlformats.org/officeDocument/2006/relationships/slide" Target="slides/slide13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ao Vitor de Sa Hauck" userId="e3cdf6fa-6bad-46b2-b28a-bfda3bf875ee" providerId="ADAL" clId="{2D6213F8-2F28-419C-854E-B9155005942E}"/>
    <pc:docChg chg="custSel addSld delSld modSld">
      <pc:chgData name="Joao Vitor de Sa Hauck" userId="e3cdf6fa-6bad-46b2-b28a-bfda3bf875ee" providerId="ADAL" clId="{2D6213F8-2F28-419C-854E-B9155005942E}" dt="2026-10-22T15:17:22.977" v="63" actId="20577"/>
      <pc:docMkLst>
        <pc:docMk/>
      </pc:docMkLst>
      <pc:sldChg chg="delSp modSp mod">
        <pc:chgData name="Joao Vitor de Sa Hauck" userId="e3cdf6fa-6bad-46b2-b28a-bfda3bf875ee" providerId="ADAL" clId="{2D6213F8-2F28-419C-854E-B9155005942E}" dt="2026-10-22T15:17:22.977" v="63" actId="20577"/>
        <pc:sldMkLst>
          <pc:docMk/>
          <pc:sldMk cId="0" sldId="359"/>
        </pc:sldMkLst>
        <pc:spChg chg="mod">
          <ac:chgData name="Joao Vitor de Sa Hauck" userId="e3cdf6fa-6bad-46b2-b28a-bfda3bf875ee" providerId="ADAL" clId="{2D6213F8-2F28-419C-854E-B9155005942E}" dt="2026-10-22T12:37:38.574" v="52" actId="20577"/>
          <ac:spMkLst>
            <pc:docMk/>
            <pc:sldMk cId="0" sldId="359"/>
            <ac:spMk id="5" creationId="{00000000-0000-0000-0000-000000000000}"/>
          </ac:spMkLst>
        </pc:spChg>
        <pc:spChg chg="del">
          <ac:chgData name="Joao Vitor de Sa Hauck" userId="e3cdf6fa-6bad-46b2-b28a-bfda3bf875ee" providerId="ADAL" clId="{2D6213F8-2F28-419C-854E-B9155005942E}" dt="2026-10-22T12:37:47.065" v="53" actId="478"/>
          <ac:spMkLst>
            <pc:docMk/>
            <pc:sldMk cId="0" sldId="359"/>
            <ac:spMk id="6" creationId="{00000000-0000-0000-0000-000000000000}"/>
          </ac:spMkLst>
        </pc:spChg>
        <pc:spChg chg="del">
          <ac:chgData name="Joao Vitor de Sa Hauck" userId="e3cdf6fa-6bad-46b2-b28a-bfda3bf875ee" providerId="ADAL" clId="{2D6213F8-2F28-419C-854E-B9155005942E}" dt="2026-10-22T12:36:36.186" v="41" actId="478"/>
          <ac:spMkLst>
            <pc:docMk/>
            <pc:sldMk cId="0" sldId="359"/>
            <ac:spMk id="8" creationId="{00000000-0000-0000-0000-000000000000}"/>
          </ac:spMkLst>
        </pc:spChg>
        <pc:spChg chg="mod">
          <ac:chgData name="Joao Vitor de Sa Hauck" userId="e3cdf6fa-6bad-46b2-b28a-bfda3bf875ee" providerId="ADAL" clId="{2D6213F8-2F28-419C-854E-B9155005942E}" dt="2026-10-22T12:36:54.207" v="46" actId="14100"/>
          <ac:spMkLst>
            <pc:docMk/>
            <pc:sldMk cId="0" sldId="359"/>
            <ac:spMk id="9" creationId="{00000000-0000-0000-0000-000000000000}"/>
          </ac:spMkLst>
        </pc:spChg>
        <pc:spChg chg="del">
          <ac:chgData name="Joao Vitor de Sa Hauck" userId="e3cdf6fa-6bad-46b2-b28a-bfda3bf875ee" providerId="ADAL" clId="{2D6213F8-2F28-419C-854E-B9155005942E}" dt="2026-10-22T12:36:38.465" v="42" actId="478"/>
          <ac:spMkLst>
            <pc:docMk/>
            <pc:sldMk cId="0" sldId="359"/>
            <ac:spMk id="12" creationId="{00000000-0000-0000-0000-000000000000}"/>
          </ac:spMkLst>
        </pc:spChg>
        <pc:spChg chg="mod">
          <ac:chgData name="Joao Vitor de Sa Hauck" userId="e3cdf6fa-6bad-46b2-b28a-bfda3bf875ee" providerId="ADAL" clId="{2D6213F8-2F28-419C-854E-B9155005942E}" dt="2026-10-22T12:37:01.696" v="47" actId="14100"/>
          <ac:spMkLst>
            <pc:docMk/>
            <pc:sldMk cId="0" sldId="359"/>
            <ac:spMk id="13" creationId="{00000000-0000-0000-0000-000000000000}"/>
          </ac:spMkLst>
        </pc:spChg>
        <pc:spChg chg="del">
          <ac:chgData name="Joao Vitor de Sa Hauck" userId="e3cdf6fa-6bad-46b2-b28a-bfda3bf875ee" providerId="ADAL" clId="{2D6213F8-2F28-419C-854E-B9155005942E}" dt="2026-10-22T12:36:40.911" v="43" actId="478"/>
          <ac:spMkLst>
            <pc:docMk/>
            <pc:sldMk cId="0" sldId="359"/>
            <ac:spMk id="16" creationId="{00000000-0000-0000-0000-000000000000}"/>
          </ac:spMkLst>
        </pc:spChg>
        <pc:spChg chg="mod">
          <ac:chgData name="Joao Vitor de Sa Hauck" userId="e3cdf6fa-6bad-46b2-b28a-bfda3bf875ee" providerId="ADAL" clId="{2D6213F8-2F28-419C-854E-B9155005942E}" dt="2026-10-22T12:37:05.712" v="48" actId="14100"/>
          <ac:spMkLst>
            <pc:docMk/>
            <pc:sldMk cId="0" sldId="359"/>
            <ac:spMk id="17" creationId="{00000000-0000-0000-0000-000000000000}"/>
          </ac:spMkLst>
        </pc:spChg>
        <pc:spChg chg="del">
          <ac:chgData name="Joao Vitor de Sa Hauck" userId="e3cdf6fa-6bad-46b2-b28a-bfda3bf875ee" providerId="ADAL" clId="{2D6213F8-2F28-419C-854E-B9155005942E}" dt="2026-10-22T12:36:42.830" v="44" actId="478"/>
          <ac:spMkLst>
            <pc:docMk/>
            <pc:sldMk cId="0" sldId="359"/>
            <ac:spMk id="20" creationId="{00000000-0000-0000-0000-000000000000}"/>
          </ac:spMkLst>
        </pc:spChg>
        <pc:spChg chg="mod">
          <ac:chgData name="Joao Vitor de Sa Hauck" userId="e3cdf6fa-6bad-46b2-b28a-bfda3bf875ee" providerId="ADAL" clId="{2D6213F8-2F28-419C-854E-B9155005942E}" dt="2026-10-22T15:17:22.977" v="63" actId="20577"/>
          <ac:spMkLst>
            <pc:docMk/>
            <pc:sldMk cId="0" sldId="359"/>
            <ac:spMk id="21" creationId="{00000000-0000-0000-0000-000000000000}"/>
          </ac:spMkLst>
        </pc:spChg>
        <pc:spChg chg="del">
          <ac:chgData name="Joao Vitor de Sa Hauck" userId="e3cdf6fa-6bad-46b2-b28a-bfda3bf875ee" providerId="ADAL" clId="{2D6213F8-2F28-419C-854E-B9155005942E}" dt="2026-10-22T12:36:44.388" v="45" actId="478"/>
          <ac:spMkLst>
            <pc:docMk/>
            <pc:sldMk cId="0" sldId="359"/>
            <ac:spMk id="24" creationId="{00000000-0000-0000-0000-000000000000}"/>
          </ac:spMkLst>
        </pc:spChg>
        <pc:spChg chg="mod">
          <ac:chgData name="Joao Vitor de Sa Hauck" userId="e3cdf6fa-6bad-46b2-b28a-bfda3bf875ee" providerId="ADAL" clId="{2D6213F8-2F28-419C-854E-B9155005942E}" dt="2026-10-22T12:37:13.903" v="50" actId="14100"/>
          <ac:spMkLst>
            <pc:docMk/>
            <pc:sldMk cId="0" sldId="359"/>
            <ac:spMk id="25" creationId="{00000000-0000-0000-0000-000000000000}"/>
          </ac:spMkLst>
        </pc:spChg>
        <pc:spChg chg="del">
          <ac:chgData name="Joao Vitor de Sa Hauck" userId="e3cdf6fa-6bad-46b2-b28a-bfda3bf875ee" providerId="ADAL" clId="{2D6213F8-2F28-419C-854E-B9155005942E}" dt="2026-10-22T12:37:22.276" v="51" actId="478"/>
          <ac:spMkLst>
            <pc:docMk/>
            <pc:sldMk cId="0" sldId="359"/>
            <ac:spMk id="27"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5.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6.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7.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8.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9.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0.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2.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3.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4.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5.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6.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7.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8.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9.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0.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2.xml"/></Relationship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Aula de construção de um servidor MCP para consulta a um caso IPED já processado. O objetivo é compreender e implementar a ponte Python–Java, validar cada camada e só então usar um cliente com IA. A aula continua a sequência de MCP e investigação das duas referências. Todos os documentos do exercício são fictícios.</a:t>
            </a:r>
          </a:p>
          <a:p/>
          <a:p>
            <a:r>
              <a:t>Fontes oficiais (revisão de 27/10/2026):</a:t>
            </a:r>
          </a:p>
          <a:p>
            <a:r>
              <a:t>https://github.com/sepinf-inc/IPED/releases/tag/4.3.1</a:t>
            </a:r>
          </a:p>
          <a:p>
            <a:r>
              <a:t>https://pyjnius.readthedocs.io/en/1.6.1/api.html</a:t>
            </a:r>
          </a:p>
          <a:p>
            <a:r>
              <a:t>https://github.com/modelcontextprotocol/python-sdk/tree/v1.26.0</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dupla deve conseguir explicar qual processo atende o protocolo e qual biblioteca executa a consulta. A avaliação combina funcionamento técnico e rastreabilidade. O pacote contém arquivos completos para evitar que a turma dependa da transcrição dos recortes apresentados nos slides.</a:t>
            </a:r>
          </a:p>
          <a:p/>
          <a:p>
            <a:r>
              <a:t>Fontes oficiais (revisão de 27/10/2026):</a:t>
            </a:r>
          </a:p>
          <a:p>
            <a:r>
              <a:t>https://github.com/sepinf-inc/IPED/blob/4.3.1/iped-engine/src/main/java/iped/engine/data/IPEDSource.java</a:t>
            </a:r>
          </a:p>
          <a:p>
            <a:r>
              <a:t>https://github.com/modelcontextprotocol/python-sdk/tree/v1.26.0</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PyJNIus é uma biblioteca que permite ao Python acessar Java pela JNI, a interface nativa da JVM. autoclass encontra uma classe pelo nome completo e oferece acesso a seus construtores e métodos. O objeto criado representa um objeto Java. Na aula, essa ponte permite usar diretamente a API do IPED. O MCP recebe os pedidos do cliente e organiza os resultados.</a:t>
            </a:r>
          </a:p>
          <a:p/>
          <a:p>
            <a:r>
              <a:t>Fontes oficiais (revisão de 27/10/2026):</a:t>
            </a:r>
          </a:p>
          <a:p>
            <a:r>
              <a:t>https://pyjnius.readthedocs.io/en/1.6.1/quickstart.html</a:t>
            </a:r>
          </a:p>
          <a:p>
            <a:r>
              <a:t>https://pyjnius.readthedocs.io/en/1.6.1/api.html</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Executar o exemplo em um processo Python separado, com JAVA_HOME e as DLLs preparados. File representa um caminho e sua construção não abre o caso IPED. getName retorna o nome final e isAbsolute informa se o caminho é absoluto. A ponte converte valores simples para o retorno Python. Objetos Java mais complexos exigem tratamento antes do JSON. No IPED, configurar o classpath com os JARs antes do primeiro import de jnius, pois a JVM já iniciada não aceita essa mudança.</a:t>
            </a:r>
          </a:p>
          <a:p/>
          <a:p>
            <a:r>
              <a:t>Fontes oficiais (revisão de 27/10/2026):</a:t>
            </a:r>
          </a:p>
          <a:p>
            <a:r>
              <a:t>https://pyjnius.readthedocs.io/en/1.6.1/quickstart.html</a:t>
            </a:r>
          </a:p>
          <a:p>
            <a:r>
              <a:t>https://pyjnius.readthedocs.io/en/1.6.1/api.html</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Retome a arquitetura das aulas anteriores. A abordagem desta aula dispensa um plugin do IPED para oferecer estas consultas. O processo Python hospeda uma JVM e usa a API Java diretamente. Isso não conecta automaticamente à janela do IPED aberta pelo investigador. O servidor abre uma fonte própria para o caminho fixado pelo operador.</a:t>
            </a:r>
          </a:p>
          <a:p/>
          <a:p>
            <a:r>
              <a:t>Fontes oficiais (revisão de 27/10/2026):</a:t>
            </a:r>
          </a:p>
          <a:p>
            <a:r>
              <a:t>https://github.com/sepinf-inc/IPED/blob/4.3.1/iped-engine/src/main/java/iped/engine/data/IPEDSource.java</a:t>
            </a:r>
          </a:p>
          <a:p>
            <a:r>
              <a:t>https://pyjnius.readthedocs.io/en/1.6.1/api.html</a:t>
            </a:r>
          </a:p>
          <a:p>
            <a:r>
              <a:t>https://github.com/modelcontextprotocol/python-sdk/tree/v1.26.0</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Apresentar a sequência sem atribuir duração aos blocos. A aula começa pelo funcionamento do PyJNIus e avança até a investigação pelo MCP. Fazer o primeiro intervalo após o checkpoint da ponte e o segundo após a conferência dos marcadores. Cada intervalo dura 20 minutos. Preparar a instalação e o caso antes da aula.</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 servidor desta aula usa stdio e o cliente inicia seu subprocesso. PyJNIus oferece a travessia JNI dentro desse processo. O IPEDSource abre a pasta de saída do processamento, enquanto IPEDSearcher consulta seu índice. O modelo é opcional para validar a integração. Nenhuma porta HTTP é necessária no caminho principal.</a:t>
            </a:r>
          </a:p>
          <a:p/>
          <a:p>
            <a:r>
              <a:t>Fontes oficiais (revisão de 27/10/2026):</a:t>
            </a:r>
          </a:p>
          <a:p>
            <a:r>
              <a:t>https://github.com/sepinf-inc/IPED/blob/4.3.1/iped-engine/src/main/java/iped/engine/data/IPEDSource.java</a:t>
            </a:r>
          </a:p>
          <a:p>
            <a:r>
              <a:t>https://github.com/sepinf-inc/IPED/blob/4.3.1/iped-engine/src/main/java/iped/engine/search/IPEDSearcher.java</a:t>
            </a:r>
          </a:p>
          <a:p>
            <a:r>
              <a:t>https://pyjnius.readthedocs.io/en/1.6.1/api.html</a:t>
            </a:r>
          </a:p>
          <a:p>
            <a:r>
              <a:t>https://github.com/modelcontextprotocol/python-sdk/tree/v1.26.0</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Peça que a turma localize uma falha possível em cada camada. Um erro de JVM não é um erro de MCP. Uma ferramenta descoberta pode falhar ao acessar o caso. Uma chamada tecnicamente correta ainda exige interpretação e revisão do resultado.</a:t>
            </a:r>
          </a:p>
          <a:p/>
          <a:p>
            <a:r>
              <a:t>Fontes oficiais (revisão de 27/10/2026):</a:t>
            </a:r>
          </a:p>
          <a:p>
            <a:r>
              <a:t>https://pyjnius.readthedocs.io/en/1.6.1/api.html</a:t>
            </a:r>
          </a:p>
          <a:p>
            <a:r>
              <a:t>https://github.com/modelcontextprotocol/python-sdk/tree/v1.26.0</a:t>
            </a:r>
          </a:p>
          <a:p>
            <a:r>
              <a:t>https://github.com/sepinf-inc/IPED/blob/4.3.1/iped-engine/src/main/java/iped/engine/data/IPEDSource.java</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 programa oferece sete ferramentas sobre um caso IPED real. ler_texto recebe qualquer ID válido, sem lista de MIME permitidos. A extração usa o caminho de TextParser da interface: metadados clonados, ParsingTask, contexto do caso, StandardParser e ParsingReader. As ferramentas de marcadores conservam o escopo de criação e associação. O operador fixa o caso antes de iniciar o servidor.</a:t>
            </a:r>
          </a:p>
          <a:p/>
          <a:p>
            <a:r>
              <a:t>Fontes oficiais (revisão de 27/10/2026):</a:t>
            </a:r>
          </a:p>
          <a:p>
            <a:r>
              <a:t>https://github.com/sepinf-inc/IPED/blob/4.3.1/iped-engine/src/main/java/iped/engine/data/IPEDSource.java</a:t>
            </a:r>
          </a:p>
          <a:p>
            <a:r>
              <a:t>https://github.com/sepinf-inc/IPED/blob/4.3.1/iped-app/src/main/java/iped/app/ui/TextParser.java</a:t>
            </a:r>
          </a:p>
          <a:p>
            <a:r>
              <a:t>https://github.com/sepinf-inc/IPED/blob/4.3.1/iped-engine/src/main/java/iped/engine/data/BitmapBookmarks.java</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caso_info lista as categorias disponíveis e suas quantidades. Copiar name para categoria em buscar_itens. O exemplo lista os PDFs do caso didático com query *:*. O parâmetro é opcional e inclui as subcategorias da categoria escolhida. A consulta continua aceitando a sintaxe do IPED; a ponte combina os dois critérios antes de paginar. O retorno conserva total, items, next_offset e o filtro aplicado.</a:t>
            </a:r>
          </a:p>
          <a:p/>
          <a:p>
            <a:r>
              <a:t>Fontes oficiais (revisão de 27/10/2026):</a:t>
            </a:r>
          </a:p>
          <a:p>
            <a:r>
              <a:t>https://github.com/sepinf-inc/IPED/blob/4.3.1/iped-engine/src/main/java/iped/engine/search/IPEDSearcher.java</a:t>
            </a:r>
          </a:p>
          <a:p>
            <a:r>
              <a:t>https://github.com/sepinf-inc/IPED/blob/4.3.1/iped-engine/src/main/java/iped/engine/search/QueryBuilder.java</a:t>
            </a:r>
          </a:p>
          <a:p>
            <a:r>
              <a:t>https://github.com/sepinf-inc/IPED/blob/4.3.1/iped-app/src/main/java/iped/app/ui/CategoryTreeListener.java</a:t>
            </a:r>
          </a:p>
          <a:p>
            <a:r>
              <a:t>https://github.com/modelcontextprotocol/python-sdk/tree/v1.26.0</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 rótulo informado pelo operador identifica a sessão didática, mas não equivale a uma assinatura criptográfica do caso. Em outro processamento os IDs podem mudar. Ferramentas de leitura também podem provocar caches ou ajustes internos da biblioteca. O código IPEDSource pode atualizar referências de imagens ao abrir a fonte, portanto trabalhar em cópia, sem prometer imutabilidade do diretório.</a:t>
            </a:r>
          </a:p>
          <a:p/>
          <a:p>
            <a:r>
              <a:t>Fontes oficiais (revisão de 27/10/2026):</a:t>
            </a:r>
          </a:p>
          <a:p>
            <a:r>
              <a:t>https://github.com/sepinf-inc/IPED/blob/4.3.1/iped-engine/src/main/java/iped/engine/data/IPEDSource.java</a:t>
            </a:r>
          </a:p>
          <a:p>
            <a:r>
              <a:t>https://github.com/sepinf-inc/IPED/blob/4.3.1/iped-api/src/main/java/iped/search/SearchResult.java</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instalação informada fica em D:\IPED-4.3.1_and_java_plugins\iped-4.3.1. A inspeção local confirmou Java 11.0.13, arquitetura amd64. Para executar os wheels Windows de PyJNIus 1.6.1 com CPython 3.12 x64, a JVM também precisa ser x64. O JRE fornecido atende a execução local verificada. Compilar PyJNIus a partir de fontes exige ferramentas adicionais e JDK.</a:t>
            </a:r>
          </a:p>
          <a:p/>
          <a:p>
            <a:r>
              <a:t>Fontes oficiais (revisão de 27/10/2026):</a:t>
            </a:r>
          </a:p>
          <a:p>
            <a:r>
              <a:t>https://github.com/sepinf-inc/IPED/releases/tag/4.3.1</a:t>
            </a:r>
          </a:p>
          <a:p>
            <a:r>
              <a:t>https://pyjnius.readthedocs.io/en/1.6.1/installation.html</a:t>
            </a:r>
          </a:p>
          <a:p>
            <a:r>
              <a:t>https://github.com/modelcontextprotocol/python-sdk/tree/v1.26.0</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pasta .venv e o arquivo consultas.jsonl surgem durante a preparação e execução, não precisam estar no ZIP. O caso processado fica em C:\lab_iped\caso_aurora. Os dados originais sintéticos devem continuar no caminho usado durante o processamento, pois o caso pode conter referências a eles.</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Usar o Python do ambiente virtual em todos os comandos. A instalação usa requirements_lock_windows.txt para reproduzir as dependências do ambiente testado. requirements.txt informa as duas dependências diretas. Um pip freeze não é uma garantia universal de compatibilidade em outras plataformas. O pacote não contém as bibliotecas binárias do IPED.</a:t>
            </a:r>
          </a:p>
          <a:p/>
          <a:p>
            <a:r>
              <a:t>Fontes oficiais (revisão de 27/10/2026):</a:t>
            </a:r>
          </a:p>
          <a:p>
            <a:r>
              <a:t>https://pyjnius.readthedocs.io/en/1.6.1/installation.html</a:t>
            </a:r>
          </a:p>
          <a:p>
            <a:r>
              <a:t>https://github.com/modelcontextprotocol/python-sdk/tree/v1.26.0</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Estes comandos usam a instalação que o usuário informou. JAVA_HOME aponta à raiz do runtime Java, sem acrescentar bin. O caminho do caso é a raiz que contém a pasta iped, não a própria pasta index. O terceiro Test-Path só retorna True depois do processamento. Variáveis definidas em um terminal não mudam automaticamente processos já abertos. Fechar e reiniciar o cliente quando necessário.</a:t>
            </a:r>
          </a:p>
          <a:p/>
          <a:p>
            <a:r>
              <a:t>Fontes oficiais (revisão de 27/10/2026):</a:t>
            </a:r>
          </a:p>
          <a:p>
            <a:r>
              <a:t>https://github.com/sepinf-inc/IPED/blob/4.3.1/iped-engine/src/main/java/iped/engine/data/IPEDSource.java</a:t>
            </a:r>
          </a:p>
          <a:p>
            <a:r>
              <a:t>https://pyjnius.readthedocs.io/en/1.6.1/installation.html</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 trecho de importação é Python e ilustra a parte final do arquivo completo. Antes dele, o programa prepara a busca de DLLs. Evitar importar jnius no mesmo processo em que se pretende depois trocar classpath. Este diagnóstico comprovou o carregamento real da JVM pela biblioteca instalada.</a:t>
            </a:r>
          </a:p>
          <a:p/>
          <a:p>
            <a:r>
              <a:t>Fontes oficiais (revisão de 27/10/2026):</a:t>
            </a:r>
          </a:p>
          <a:p>
            <a:r>
              <a:t>https://pyjnius.readthedocs.io/en/1.6.1/api.html</a:t>
            </a:r>
          </a:p>
          <a:p>
            <a:r>
              <a:t>https://pyjnius.readthedocs.io/en/1.6.1/installation.html</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 laboratório usa arquivos fictícios processados por uma instalação real do IPED. A missão Aurora mantém seus seis documentos e os exemplos adicionais verificam extração em formatos diferentes. O arquivo Unicode ultrapassa 64 mil caracteres. O teste de imagem confere o acesso ao parser; reconhecer suas letras depende de OCR habilitado na configuração do caso. Todos os formatos entram pelo mesmo handler.</a:t>
            </a:r>
          </a:p>
          <a:p/>
          <a:p>
            <a:r>
              <a:t>Fontes oficiais (revisão de 27/10/2026):</a:t>
            </a:r>
          </a:p>
          <a:p>
            <a:r>
              <a:t>https://github.com/sepinf-inc/IPED/blob/4.3.1/iped-app/src/main/java/iped/app/ui/TextParser.java</a:t>
            </a:r>
          </a:p>
          <a:p>
            <a:r>
              <a:t>https://github.com/sepinf-inc/IPED/blob/4.3.1/iped-parsers/iped-parsers-impl/src/main/java/iped/parsers/standard/StandardParser.java</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 instalação local, numThreads está configurado para 18. O teste com 2 GB foi rejeitado pelo IPED por memória insuficiente para essa configuração. O comando com 6 GB atende ao limiar observado. Não alterar a instalação do usuário para ajustar o exercício. Em outro computador, calibrar memória e número de threads conforme a configuração local. O perfil triage desativa hash nesta distribuição, portanto o campo hash pode retornar nulo. Não confundir hash ausente com erro de busca.</a:t>
            </a:r>
          </a:p>
          <a:p/>
          <a:p>
            <a:r>
              <a:t>Fontes oficiais (revisão de 27/10/2026):</a:t>
            </a:r>
          </a:p>
          <a:p>
            <a:r>
              <a:t>https://github.com/sepinf-inc/IPED/wiki/Beginner%27s-Start-Guide</a:t>
            </a:r>
          </a:p>
          <a:p>
            <a:r>
              <a:t>https://github.com/sepinf-inc/IPED/releases/tag/4.3.1</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esta sequência durante demonstrações. Catálogo MCP disponível não demonstra acesso ao caso. JAR encontrado não demonstra que todas as dependências e bibliotecas nativas estejam disponíveis. Antes de mudar a consulta ou o prompt, conferir o log da camada que falhou.</a:t>
            </a:r>
          </a:p>
          <a:p/>
          <a:p>
            <a:r>
              <a:t>Fontes oficiais (revisão de 27/10/2026):</a:t>
            </a:r>
          </a:p>
          <a:p>
            <a:r>
              <a:t>https://pyjnius.readthedocs.io/en/1.6.1/api.html</a:t>
            </a:r>
          </a:p>
          <a:p>
            <a:r>
              <a:t>https://github.com/sepinf-inc/IPED/blob/4.3.1/iped-engine/src/main/java/iped/engine/data/IPEDSource.java</a:t>
            </a:r>
          </a:p>
          <a:p>
            <a:r>
              <a:t>https://github.com/modelcontextprotocol/python-sdk/tree/v1.26.0</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extração utiliza a distribuição completa e a configuração carregada pelo IPEDSource. ParsingTask.setupParsingOptions configura os parsers, ferramentas externas e OCR conforme o caso. Documentos, imagens e artefatos decodificados seguem os parsers disponíveis nessa instalação. Conferir as dependências dos plugins para os formatos usados na aula. O teste cobre nove formatos adicionais e mantém a leitura dos registros Aurora.</a:t>
            </a:r>
          </a:p>
          <a:p/>
          <a:p>
            <a:r>
              <a:t>Fontes oficiais (revisão de 27/10/2026):</a:t>
            </a:r>
          </a:p>
          <a:p>
            <a:r>
              <a:t>https://github.com/sepinf-inc/IPED/blob/4.3.1/iped-engine/src/main/java/iped/engine/data/IPEDSource.java</a:t>
            </a:r>
          </a:p>
          <a:p>
            <a:r>
              <a:t>https://github.com/sepinf-inc/IPED/blob/4.3.1/iped-engine/src/main/java/iped/engine/task/ParsingTask.java</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Diferencie a memória de consulta da memória do processamento. O servidor da aula usa heap máximo de 2 GB e o processamento local utilizou 6 GB para 18 threads. Não importar jnius indiretamente antes desta configuração. O arquivo também verifica caminhos e prepara DLLs. jnius_config define o classpath antes da inicialização da JVM.</a:t>
            </a:r>
          </a:p>
          <a:p/>
          <a:p>
            <a:r>
              <a:t>Fontes oficiais (revisão de 27/10/2026):</a:t>
            </a:r>
          </a:p>
          <a:p>
            <a:r>
              <a:t>https://pyjnius.readthedocs.io/en/1.6.1/api.html</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 construtor com três argumentos recebe File, IndexWriter e askImagePathIfNotFound. None representa o escritor ausente e o índice é aberto para leitura. False evita pedir caminho de imagem em uma janela durante execução sem interface. A API ainda pode gerar caches e ajustar referências internas. No código do pacote, System.setOut antecede a construção de IPEDSource para proteger o canal stdio.</a:t>
            </a:r>
          </a:p>
          <a:p/>
          <a:p>
            <a:r>
              <a:t>Fontes oficiais (revisão de 27/10/2026):</a:t>
            </a:r>
          </a:p>
          <a:p>
            <a:r>
              <a:t>https://github.com/sepinf-inc/IPED/blob/4.3.1/iped-engine/src/main/java/iped/engine/data/IPEDSource.java</a:t>
            </a:r>
          </a:p>
          <a:p>
            <a:r>
              <a:t>https://pyjnius.readthedocs.io/en/1.6.1/api.html</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ponte valida a categoria contra a árvore do caso, usando o nome canônico ou o rótulo localizado. _category_term constrói um TermQuery com IndexItem.CATEGORY e IndexItem.normalize, como o painel de categorias. A combinação usa a query com MUST e a categoria com FILTER. O QueryBuilder do IPED expande descendentes. Só depois a busca calcula o resultado e a paginação serializa os itens. Uma expressão OR na query não remove o filtro. Sem categoria, permanece a busca anterior. O custo da busca Java pode envolver todo o resultado.</a:t>
            </a:r>
          </a:p>
          <a:p/>
          <a:p>
            <a:r>
              <a:t>Fontes oficiais (revisão de 27/10/2026):</a:t>
            </a:r>
          </a:p>
          <a:p>
            <a:r>
              <a:t>https://github.com/sepinf-inc/IPED/blob/4.3.1/iped-engine/src/main/java/iped/engine/search/IPEDSearcher.java</a:t>
            </a:r>
          </a:p>
          <a:p>
            <a:r>
              <a:t>https://github.com/sepinf-inc/IPED/blob/4.3.1/iped-engine/src/main/java/iped/engine/search/QueryBuilder.java</a:t>
            </a:r>
          </a:p>
          <a:p>
            <a:r>
              <a:t>https://github.com/sepinf-inc/IPED/blob/4.3.1/iped-app/src/main/java/iped/app/ui/CategoryTreeListener.java</a:t>
            </a:r>
          </a:p>
          <a:p>
            <a:r>
              <a:t>https://github.com/sepinf-inc/IPED/blob/4.3.1/iped-api/src/main/java/iped/search/SearchResult.java</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Mostre um resultado real e relacione posição e ID. O código do IPED mantém mapeamentos entre IDs e documentos Lucene. Não usar o índice do loop diretamente em getItemByID. Os IDs também podem ser esparsos, por isso a ponte confere getLastId e o mapeamento getLuceneId antes de recuperar o item. No teste desta instalação, a busca textual id:N não recuperou os itens. O programa usa a API de mapeamento em vez de presumir essa sintaxe.</a:t>
            </a:r>
          </a:p>
          <a:p/>
          <a:p>
            <a:r>
              <a:t>Fontes oficiais (revisão de 27/10/2026):</a:t>
            </a:r>
          </a:p>
          <a:p>
            <a:r>
              <a:t>https://github.com/sepinf-inc/IPED/blob/4.3.1/iped-engine/src/main/java/iped/engine/data/IPEDSource.java</a:t>
            </a:r>
          </a:p>
          <a:p>
            <a:r>
              <a:t>https://github.com/sepinf-inc/IPED/blob/4.3.1/iped-api/src/main/java/iped/search/SearchResult.java</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Uma resposta MCP precisa ser serializável. Não devolver objetos Java diretamente. Campos como hash e tamanho podem estar ausentes. A ponte não inventa algoritmo do hash que recebe do IPED. Quando é necessário demonstrar integridade dos arquivos de entrada, usar o manifesto SHA-256 independente do pacote. dispose libera recursos associados ao item recuperado. categories informa as categorias atribuídas ao próprio item. Os pais e seus totais aparecem em caso_info. Converter o conjunto Java para uma lista de strings antes de gerar o JSON.</a:t>
            </a:r>
          </a:p>
          <a:p/>
          <a:p>
            <a:r>
              <a:t>Fontes oficiais (revisão de 27/10/2026):</a:t>
            </a:r>
          </a:p>
          <a:p>
            <a:r>
              <a:t>https://github.com/sepinf-inc/IPED/blob/4.3.1/iped-api/src/main/java/iped/data/IItemReader.java</a:t>
            </a:r>
          </a:p>
          <a:p>
            <a:r>
              <a:t>https://github.com/sepinf-inc/IPED/blob/4.3.1/iped-engine/src/main/java/iped/engine/data/Item.java</a:t>
            </a:r>
          </a:p>
          <a:p>
            <a:r>
              <a:t>https://pyjnius.readthedocs.io/en/1.6.1/api.html</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TextParser.parseText da interface clona os metadados, chama ParsingTask.fillMetadata, prepara o contexto com a fonte, desativa a expansão de embutidos e consome ParsingReader com StandardParser. O MCP reproduz essas etapas. Não lê o PDF como bytes de texto nem pressupõe cache em Item.getTextReader. IOUtils.copyLarge transfere o texto Java para um arquivo UTF-8 temporário sem carregar todo o resultado no heap Python. O código completo fecha recursos e remove arquivos incompletos. Os realces de busca e a formatação visual do viewer não entram no retorno.</a:t>
            </a:r>
          </a:p>
          <a:p/>
          <a:p>
            <a:r>
              <a:t>Fontes oficiais (revisão de 27/10/2026):</a:t>
            </a:r>
          </a:p>
          <a:p>
            <a:r>
              <a:t>https://github.com/sepinf-inc/IPED/blob/4.3.1/iped-app/src/main/java/iped/app/ui/TextParser.java</a:t>
            </a:r>
          </a:p>
          <a:p>
            <a:r>
              <a:t>https://github.com/sepinf-inc/IPED/blob/4.3.1/iped-engine/src/main/java/iped/engine/task/ParsingTask.java</a:t>
            </a:r>
          </a:p>
          <a:p>
            <a:r>
              <a:t>https://github.com/sepinf-inc/IPED/blob/4.3.1/iped-engine/src/main/java/iped/engine/io/ParsingReader.java</a:t>
            </a:r>
          </a:p>
          <a:p>
            <a:r>
              <a:t>https://github.com/sepinf-inc/IPED/blob/4.3.1/iped-parsers/iped-parsers-impl/src/main/java/iped/parsers/standard/StandardParser.java</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aba Texto executa parsing ao abrir o item, em vez de apenas devolver o conteúdo do índice. StandardParser também acrescenta metadados e pode usar extração de strings como fallback, conforme a configuração. O MCP mantém esse comportamento. O cache evita repetir a extração em cada página e desaparece quando o servidor encerra. O offset conta pontos de código Unicode no texto retornado, permitindo continuar por todo o resultado sem dividir um emoji em bytes. OCR, conteúdo cifrado e parsers específicos dependem da mesma configuração e das dependências disponíveis. As flags informam parser_exception, encrypted_document e prior_timeout.</a:t>
            </a:r>
          </a:p>
          <a:p/>
          <a:p>
            <a:r>
              <a:t>Fontes oficiais (revisão de 27/10/2026):</a:t>
            </a:r>
          </a:p>
          <a:p>
            <a:r>
              <a:t>https://github.com/sepinf-inc/IPED/blob/4.3.1/iped-app/src/main/java/iped/app/ui/TextParser.java</a:t>
            </a:r>
          </a:p>
          <a:p>
            <a:r>
              <a:t>https://github.com/sepinf-inc/IPED/blob/4.3.1/iped-parsers/iped-parsers-impl/src/main/java/iped/parsers/standard/StandardParser.java</a:t>
            </a:r>
          </a:p>
          <a:p>
            <a:r>
              <a:t>https://github.com/sepinf-inc/IPED/blob/4.3.1/iped-engine/src/main/java/iped/engine/io/ParsingReader.java</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 código evita acesso inválido ao vetor interno docs. Não deduzir existência a partir de um intervalo contínuo de IDs. Diferencie um parâmetro malformado, um item ausente e uma falha no backend. O servidor registra erros de domínio como ok false e erros do schema pelo mecanismo de validação do MCP.</a:t>
            </a:r>
          </a:p>
          <a:p/>
          <a:p>
            <a:r>
              <a:t>Fontes oficiais (revisão de 27/10/2026):</a:t>
            </a:r>
          </a:p>
          <a:p>
            <a:r>
              <a:t>https://github.com/sepinf-inc/IPED/blob/4.3.1/iped-engine/src/main/java/iped/engine/data/IPEDSource.java</a:t>
            </a:r>
          </a:p>
          <a:p>
            <a:r>
              <a:t>https://github.com/sepinf-inc/IPED/blob/4.3.1/iped-engine/src/main/java/iped/engine/search/IPEDSearcher.java</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 servidor cria a PonteIPED diretamente no lifespan. Os sete handlers permanecem async def e chamam os métodos da ponte sem await dentro de seu corpo. Assim, a abertura, as chamadas e o fechamento ficam no fluxo principal do Python. A palavra async não torna a chamada Java paralela. Durante uma busca ou extração, outras requisições e cancelamentos aguardam a devolução do controle. O próprio ParsingReader pode usar threads internas Java, como na interface do IPED.</a:t>
            </a:r>
          </a:p>
          <a:p/>
          <a:p>
            <a:r>
              <a:t>Fontes oficiais (revisão de 27/10/2026):</a:t>
            </a:r>
          </a:p>
          <a:p>
            <a:r>
              <a:t>https://github.com/modelcontextprotocol/python-sdk/tree/v1.26.0</a:t>
            </a:r>
          </a:p>
          <a:p>
            <a:r>
              <a:t>https://pyjnius.readthedocs.io/en/1.6.1/api.html</a:t>
            </a:r>
          </a:p>
          <a:p>
            <a:r>
              <a:t>https://github.com/sepinf-inc/IPED/blob/4.3.1/iped-engine/src/main/java/iped/engine/io/ParsingReader.java</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Mostrar os mesmos itens no IPED e no cliente de diagnóstico. Conferir um PDF e um DOCX, além dos registros Aurora. A continuidade usa caracteres e não depende da codificação original do arquivo. Se o caso ou o parser falhar, corrigir a camada correspondente antes de seguir para o cliente com modelo.</a:t>
            </a:r>
          </a:p>
          <a:p/>
          <a:p>
            <a:r>
              <a:t>Fontes oficiais (revisão de 27/10/2026):</a:t>
            </a:r>
          </a:p>
          <a:p>
            <a:r>
              <a:t>https://github.com/sepinf-inc/IPED/blob/4.3.1/iped-app/src/main/java/iped/app/ui/TextParser.java</a:t>
            </a:r>
          </a:p>
          <a:p>
            <a:r>
              <a:t>https://github.com/sepinf-inc/IPED/blob/4.3.1/iped-engine/src/main/java/iped/engine/io/ParsingReader.java</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Primeiro intervalo de 20 minutos. Retomar com a ponte validada e iniciar a construção do servidor MCP.</a:t>
            </a:r>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 lifespan abre o caso e prepara os parsers na thread principal. O contexto conserva a ponte, o caminho do JSONL, o identificador da sessão e o contador de registros. O finally fecha a fonte e limpa o cache. A função create_server contém o caminho de auditoria e este ciclo de vida. O programa mantém uma implementação real do IPED.</a:t>
            </a:r>
          </a:p>
          <a:p/>
          <a:p>
            <a:r>
              <a:t>Fontes oficiais (revisão de 27/10/2026):</a:t>
            </a:r>
          </a:p>
          <a:p>
            <a:r>
              <a:t>https://github.com/modelcontextprotocol/python-sdk/tree/v1.26.0</a:t>
            </a:r>
          </a:p>
          <a:p>
            <a:r>
              <a:t>https://github.com/sepinf-inc/IPED/blob/4.3.1/iped-engine/src/main/java/iped/engine/data/IPEDSource.java</a:t>
            </a:r>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 handler recebe argumentos validados pelo MCP e chama search diretamente. get_ponte apenas recupera o objeto do contexto. registrar é um context manager síncrono que acrescenta o envelope, trata os erros e grava o JSONL; ele não executa nem encaminha a chamada Java. A chamada aparece no próprio handler e não contém await. O método Java ocupa o fluxo principal até devolver o resultado. O argumento opcional categoria segue diretamente para search e entra no registro de auditoria.</a:t>
            </a:r>
          </a:p>
          <a:p/>
          <a:p>
            <a:r>
              <a:t>Fontes oficiais (revisão de 27/10/2026):</a:t>
            </a:r>
          </a:p>
          <a:p>
            <a:r>
              <a:t>https://github.com/modelcontextprotocol/python-sdk/tree/v1.26.0</a:t>
            </a:r>
          </a:p>
          <a:p>
            <a:r>
              <a:t>https://github.com/sepinf-inc/IPED/blob/4.3.1/iped-engine/src/main/java/iped/engine/search/IPEDSearcher.java</a:t>
            </a:r>
          </a:p>
        </p:txBody>
      </p:sp>
      <p:sp>
        <p:nvSpPr>
          <p:cNvPr id="4" name="Slide Number Placeholder 3"/>
          <p:cNvSpPr>
            <a:spLocks noGrp="1"/>
          </p:cNvSpPr>
          <p:nvPr>
            <p:ph type="sldNum" idx="5" sz="quarter"/>
          </p:nvPr>
        </p:nvSpPr>
        <p:spPr/>
      </p:sp>
    </p:spTree>
  </p:cSld>
  <p:clrMapOvr>
    <a:masterClrMapping/>
  </p:clrMapOvr>
</p:notes>
</file>

<file path=ppt/notesSlides/notesSlide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 exemplo mostra três das 14 categorias retornadas no caso didático com 17 itens. O retorno completo também traz label, path e parent em cada categoria, além das informações de Java, texto e permissão de marcadores. A árvore vem de IPEDSource.getCategoryTree. A ponte conta cada categoria por busca nativa com expansão de descendentes e guarda esse catálogo na sessão. Documents inclui HTML, PDF e DOCX neste caso. Categorias-pai e filhas se sobrepõem, e um item pode receber mais de uma categoria. Portanto, não somar essas contagens para obter total_items. Novos índices exigem reiniciar o servidor para abrir outra visão do caso.</a:t>
            </a:r>
          </a:p>
          <a:p/>
          <a:p>
            <a:r>
              <a:t>Fontes oficiais (revisão de 27/10/2026):</a:t>
            </a:r>
          </a:p>
          <a:p>
            <a:r>
              <a:t>https://github.com/sepinf-inc/IPED/blob/4.3.1/iped-engine/src/main/java/iped/engine/data/IPEDSource.java</a:t>
            </a:r>
          </a:p>
          <a:p>
            <a:r>
              <a:t>https://github.com/sepinf-inc/IPED/blob/4.3.1/iped-engine/src/main/java/iped/engine/data/Category.java</a:t>
            </a:r>
          </a:p>
          <a:p>
            <a:r>
              <a:t>https://github.com/sepinf-inc/IPED/blob/4.3.1/iped-engine/src/main/java/iped/engine/search/QueryBuilder.java</a:t>
            </a:r>
          </a:p>
        </p:txBody>
      </p:sp>
      <p:sp>
        <p:nvSpPr>
          <p:cNvPr id="4" name="Slide Number Placeholder 3"/>
          <p:cNvSpPr>
            <a:spLocks noGrp="1"/>
          </p:cNvSpPr>
          <p:nvPr>
            <p:ph type="sldNum" idx="5" sz="quarter"/>
          </p:nvPr>
        </p:nvSpPr>
        <p:spPr/>
      </p:sp>
    </p:spTree>
  </p:cSld>
  <p:clrMapOvr>
    <a:masterClrMapping/>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 schema acrescenta categoria opcional com até 200 caracteres. None preserva a busca sem filtro. A ponte aceita name ou label do catálogo sem diferenciar maiúsculas e minúsculas e remove espaços externos. Uma categoria desconhecida gera erro explícito. Usar query *:* para listar todos os itens de uma categoria e seguir next_offset. O nome é convertido em um termo Lucene, separado da interpretação da query. A auditoria registra o parâmetro junto aos outros argumentos. A busca permanece direta na thread principal.</a:t>
            </a:r>
          </a:p>
          <a:p/>
          <a:p>
            <a:r>
              <a:t>Fontes oficiais (revisão de 27/10/2026):</a:t>
            </a:r>
          </a:p>
          <a:p>
            <a:r>
              <a:t>https://github.com/modelcontextprotocol/python-sdk/tree/v1.26.0</a:t>
            </a:r>
          </a:p>
          <a:p>
            <a:r>
              <a:t>https://github.com/sepinf-inc/IPED/blob/4.3.1/iped-engine/src/main/java/iped/engine/search/IPEDSearcher.java</a:t>
            </a:r>
          </a:p>
          <a:p>
            <a:r>
              <a:t>https://github.com/sepinf-inc/IPED/blob/4.3.1/iped-app/src/main/java/iped/app/ui/CategoryTreeListener.java</a:t>
            </a:r>
          </a:p>
          <a:p>
            <a:r>
              <a:t>https://github.com/sepinf-inc/IPED/blob/4.3.1/iped-engine/src/main/java/iped/engine/search/QueryBuilder.java</a:t>
            </a:r>
          </a:p>
        </p:txBody>
      </p:sp>
      <p:sp>
        <p:nvSpPr>
          <p:cNvPr id="4" name="Slide Number Placeholder 3"/>
          <p:cNvSpPr>
            <a:spLocks noGrp="1"/>
          </p:cNvSpPr>
          <p:nvPr>
            <p:ph type="sldNum" idx="5" sz="quarter"/>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 handler chama text diretamente e preserva a extração pelo pipeline da aba Texto. A paginação conta caracteres Unicode e continua pelo documento inteiro. A primeira chamada ao item faz o parsing e grava o cache temporário, ocupando o fluxo do servidor durante a operação. As páginas seguintes leem esse cache.</a:t>
            </a:r>
          </a:p>
          <a:p/>
          <a:p>
            <a:r>
              <a:t>Fontes oficiais (revisão de 27/10/2026):</a:t>
            </a:r>
          </a:p>
          <a:p>
            <a:r>
              <a:t>https://github.com/modelcontextprotocol/python-sdk/tree/v1.26.0</a:t>
            </a:r>
          </a:p>
          <a:p>
            <a:r>
              <a:t>https://github.com/sepinf-inc/IPED/blob/4.3.1/iped-app/src/main/java/iped/app/ui/TextParser.java</a:t>
            </a:r>
          </a:p>
          <a:p>
            <a:r>
              <a:t>https://github.com/sepinf-inc/IPED/blob/4.3.1/iped-engine/src/main/java/iped/engine/io/ParsingReader.java</a:t>
            </a:r>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ToolAnnotations descreve a finalidade das ferramentas. O código permite criar marcadores e adicionar vínculos quando o operador habilita a escrita. O servidor não publica exclusão ou renomeação de marcadores. Repetir uma criação com o mesmo nome mantém o comentário existente. Repetir uma associação não duplica vínculos. Fechar a GUI do caso durante as gravações para evitar que outro estado em memória sobrescreva o arquivo.</a:t>
            </a:r>
          </a:p>
          <a:p/>
          <a:p>
            <a:r>
              <a:t>Fontes oficiais (revisão de 27/10/2026):</a:t>
            </a:r>
          </a:p>
          <a:p>
            <a:r>
              <a:t>https://github.com/modelcontextprotocol/python-sdk/tree/v1.26.0</a:t>
            </a:r>
          </a:p>
          <a:p>
            <a:r>
              <a:t>https://github.com/sepinf-inc/IPED/blob/4.3.1/iped-engine/src/main/java/iped/engine/data/BitmapBookmarks.java</a:t>
            </a:r>
          </a:p>
          <a:p>
            <a:r>
              <a:t>https://opencode.ai/docs/permissions/</a:t>
            </a:r>
          </a:p>
        </p:txBody>
      </p:sp>
      <p:sp>
        <p:nvSpPr>
          <p:cNvPr id="4" name="Slide Number Placeholder 3"/>
          <p:cNvSpPr>
            <a:spLocks noGrp="1"/>
          </p:cNvSpPr>
          <p:nvPr>
            <p:ph type="sldNum" idx="5" sz="quarter"/>
          </p:nvPr>
        </p:nvSpPr>
        <p:spPr/>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Os IDs e horário deste slide são exemplos de formato, não registros de execução. O SDK sinaliza validação de argumentos em isError. O programa usa ok false para falhas de domínio que atravessam o handler. O cliente de diagnóstico verifica ambas as condições. Para falhas inesperadas, o retorno resume a causa e stderr preserva o detalhe técnico.</a:t>
            </a:r>
          </a:p>
          <a:p/>
          <a:p>
            <a:r>
              <a:t>Fontes oficiais (revisão de 27/10/2026):</a:t>
            </a:r>
          </a:p>
          <a:p>
            <a:r>
              <a:t>https://github.com/modelcontextprotocol/python-sdk/tree/v1.26.0</a:t>
            </a:r>
          </a:p>
        </p:txBody>
      </p:sp>
      <p:sp>
        <p:nvSpPr>
          <p:cNvPr id="4" name="Slide Number Placeholder 3"/>
          <p:cNvSpPr>
            <a:spLocks noGrp="1"/>
          </p:cNvSpPr>
          <p:nvPr>
            <p:ph type="sldNum" idx="5" sz="quarter"/>
          </p:nvPr>
        </p:nvSpPr>
        <p:spPr/>
      </p:sp>
    </p:spTree>
  </p:cSld>
  <p:clrMapOvr>
    <a:masterClrMapping/>
  </p:clrMapOvr>
</p:notes>
</file>

<file path=ppt/notesSlides/notesSlide1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 digest permite conferir um resultado contra a representação JSON usada no programa, mas não assina nem encadeia o log. Um arquivo editável pode ser alterado junto com seu digest. Proteger a pasta de registros e aplicar o procedimento institucional antes de tratar evidência real. Falhas de validação que o SDK rejeita antes do handler não passam pelo registro de domínio deste programa.</a:t>
            </a:r>
          </a:p>
          <a:p/>
          <a:p>
            <a:r>
              <a:t>Fontes oficiais (revisão de 27/10/2026):</a:t>
            </a:r>
          </a:p>
          <a:p>
            <a:r>
              <a:t>https://github.com/modelcontextprotocol/python-sdk/tree/v1.26.0</a:t>
            </a:r>
          </a:p>
        </p:txBody>
      </p:sp>
      <p:sp>
        <p:nvSpPr>
          <p:cNvPr id="4" name="Slide Number Placeholder 3"/>
          <p:cNvSpPr>
            <a:spLocks noGrp="1"/>
          </p:cNvSpPr>
          <p:nvPr>
            <p:ph type="sldNum" idx="5" sz="quarter"/>
          </p:nvPr>
        </p:nvSpPr>
        <p:spPr/>
      </p:sp>
    </p:spTree>
  </p:cSld>
  <p:clrMapOvr>
    <a:masterClrMapping/>
  </p:clrMapOvr>
</p:notes>
</file>

<file path=ppt/notesSlides/notesSlide1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Stdio descreve o transporte entre cliente e servidor MCP, não a localização do modelo. O cliente pode usar um backend local ou externo. Conteúdos retornados pelas tools podem seguir ao modelo. Iniciar o OpenCode ou outro cliente com as variáveis necessárias e conferir o destino de inferência já configurado no curso.</a:t>
            </a:r>
          </a:p>
          <a:p/>
          <a:p>
            <a:r>
              <a:t>Fontes oficiais (revisão de 27/10/2026):</a:t>
            </a:r>
          </a:p>
          <a:p>
            <a:r>
              <a:t>https://github.com/modelcontextprotocol/python-sdk/tree/v1.26.0</a:t>
            </a:r>
          </a:p>
          <a:p>
            <a:r>
              <a:t>https://opencode.ai/docs/mcp-servers/</a:t>
            </a:r>
          </a:p>
        </p:txBody>
      </p:sp>
      <p:sp>
        <p:nvSpPr>
          <p:cNvPr id="4" name="Slide Number Placeholder 3"/>
          <p:cNvSpPr>
            <a:spLocks noGrp="1"/>
          </p:cNvSpPr>
          <p:nvPr>
            <p:ph type="sldNum" idx="5" sz="quarter"/>
          </p:nvPr>
        </p:nvSpPr>
        <p:spPr/>
      </p:sp>
    </p:spTree>
  </p:cSld>
  <p:clrMapOvr>
    <a:masterClrMapping/>
  </p:clrMapOvr>
</p:notes>
</file>

<file path=ppt/notesSlides/notesSlide1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Esta conexão usa o caso IPED real sem precisar de modelo ou chave de API. O objetivo é verificar o protocolo, os schemas, as consultas e a extração antes da inferência. O ciclo de vida só inicia a sessão depois de abrir a fonte e preparar os parsers.</a:t>
            </a:r>
          </a:p>
          <a:p/>
          <a:p>
            <a:r>
              <a:t>Fontes oficiais (revisão de 27/10/2026):</a:t>
            </a:r>
          </a:p>
          <a:p>
            <a:r>
              <a:t>https://github.com/modelcontextprotocol/python-sdk/tree/v1.26.0</a:t>
            </a:r>
          </a:p>
          <a:p>
            <a:r>
              <a:t>https://github.com/sepinf-inc/IPED/blob/4.3.1/iped-engine/src/main/java/iped/engine/data/IPEDSource.java</a:t>
            </a:r>
          </a:p>
          <a:p>
            <a:r>
              <a:t>https://github.com/sepinf-inc/IPED/blob/4.3.1/iped-app/src/main/java/iped/app/ui/TextParser.java</a:t>
            </a:r>
          </a:p>
        </p:txBody>
      </p:sp>
      <p:sp>
        <p:nvSpPr>
          <p:cNvPr id="4" name="Slide Number Placeholder 3"/>
          <p:cNvSpPr>
            <a:spLocks noGrp="1"/>
          </p:cNvSpPr>
          <p:nvPr>
            <p:ph type="sldNum" idx="5" sz="quarter"/>
          </p:nvPr>
        </p:nvSpPr>
        <p:spPr/>
      </p:sp>
    </p:spTree>
  </p:cSld>
  <p:clrMapOvr>
    <a:masterClrMapping/>
  </p:clrMapOvr>
</p:notes>
</file>

<file path=ppt/notesSlides/notesSlide1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 SDK 1.26.0 produz saída estruturada a partir do tipo de retorno dict[str, Any]. O schema de saída aceita um objeto, sem validar em detalhe os campos internos. O cliente fornecido também contém fallback que lê TextContent quando structuredContent está ausente. Evitar exibir apenas uma string resumida sem informar erro, truncamento ou backend. Depois da busca, escolher IDs retornados, em vez de presumir IDs fixos.</a:t>
            </a:r>
          </a:p>
          <a:p/>
          <a:p>
            <a:r>
              <a:t>Fontes oficiais (revisão de 27/10/2026):</a:t>
            </a:r>
          </a:p>
          <a:p>
            <a:r>
              <a:t>https://github.com/modelcontextprotocol/python-sdk/tree/v1.26.0</a:t>
            </a:r>
          </a:p>
        </p:txBody>
      </p:sp>
      <p:sp>
        <p:nvSpPr>
          <p:cNvPr id="4" name="Slide Number Placeholder 3"/>
          <p:cNvSpPr>
            <a:spLocks noGrp="1"/>
          </p:cNvSpPr>
          <p:nvPr>
            <p:ph type="sldNum" idx="5" sz="quarter"/>
          </p:nvPr>
        </p:nvSpPr>
        <p:spPr/>
      </p:sp>
    </p:spTree>
  </p:cSld>
  <p:clrMapOvr>
    <a:masterClrMapping/>
  </p:clrMapOvr>
</p:notes>
</file>

<file path=ppt/notesSlides/notesSlide1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Executar testar_integracao.py no caso processado antes de usar o modelo. O script confere catálogo, anotações, schemas, paginação, extração em vários formatos, Unicode, erros e marcadores. Os testes abrem o IPED real e depois outra JVM para confirmar a persistência dos marcadores. As categorias são comparadas com os itens reais, incluindo categorias-pai, busca combinada, paginação e rejeição de nomes inválidos.</a:t>
            </a:r>
          </a:p>
          <a:p/>
          <a:p>
            <a:r>
              <a:t>Fontes oficiais (revisão de 27/10/2026):</a:t>
            </a:r>
          </a:p>
          <a:p>
            <a:r>
              <a:t>https://github.com/modelcontextprotocol/python-sdk/tree/v1.26.0</a:t>
            </a:r>
          </a:p>
          <a:p>
            <a:r>
              <a:t>https://github.com/sepinf-inc/IPED/blob/4.3.1/iped-engine/src/main/java/iped/engine/data/IPEDSource.java</a:t>
            </a:r>
          </a:p>
          <a:p>
            <a:r>
              <a:t>https://github.com/sepinf-inc/IPED/blob/4.3.1/iped-app/src/main/java/iped/app/ui/TextParser.java</a:t>
            </a:r>
          </a:p>
        </p:txBody>
      </p:sp>
      <p:sp>
        <p:nvSpPr>
          <p:cNvPr id="4" name="Slide Number Placeholder 3"/>
          <p:cNvSpPr>
            <a:spLocks noGrp="1"/>
          </p:cNvSpPr>
          <p:nvPr>
            <p:ph type="sldNum" idx="5" sz="quarter"/>
          </p:nvPr>
        </p:nvSpPr>
        <p:spPr/>
      </p:sp>
    </p:spTree>
  </p:cSld>
  <p:clrMapOvr>
    <a:masterClrMapping/>
  </p:clrMapOvr>
</p:notes>
</file>

<file path=ppt/notesSlides/notesSlide1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Os marcadores passam a fazer parte da entrega principal. Um marcador vazio é apenas uma categoria criada; os vínculos indicam quais itens pertencem a ela. O comentário deve descrever um critério, sem transformar uma hipótese em fato. Atribuir um marcador não altera o conteúdo original do item. O arquivo de estado do caso é alterado e precisa ser gravado e conferido.</a:t>
            </a:r>
          </a:p>
          <a:p/>
          <a:p>
            <a:r>
              <a:t>Fontes oficiais (revisão de 27/10/2026):</a:t>
            </a:r>
          </a:p>
          <a:p>
            <a:r>
              <a:t>https://github.com/sepinf-inc/IPED/blob/4.3.1/iped-engine/src/main/java/iped/engine/data/BitmapBookmarks.java</a:t>
            </a:r>
          </a:p>
          <a:p>
            <a:r>
              <a:t>https://github.com/sepinf-inc/IPED/blob/4.3.1/iped-engine/src/main/java/iped/engine/data/IPEDSource.java</a:t>
            </a:r>
          </a:p>
        </p:txBody>
      </p:sp>
      <p:sp>
        <p:nvSpPr>
          <p:cNvPr id="4" name="Slide Number Placeholder 3"/>
          <p:cNvSpPr>
            <a:spLocks noGrp="1"/>
          </p:cNvSpPr>
          <p:nvPr>
            <p:ph type="sldNum" idx="5" sz="quarter"/>
          </p:nvPr>
        </p:nvSpPr>
        <p:spPr/>
      </p:sp>
    </p:spTree>
  </p:cSld>
  <p:clrMapOvr>
    <a:masterClrMapping/>
  </p:clrMapOvr>
</p:notes>
</file>

<file path=ppt/notesSlides/notesSlide1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 quatro ferramentas iniciais consultam os itens. listar_marcadores acrescenta uma consulta ao estado de organização do caso. As duas operações de gravação usam readOnlyHint false e nomes explícitos. O script configurar_ambiente.ps1 habilita a escrita para o caso sintético; o parâmetro PermitirMarcadores 0 permite demonstrar a recusa de gravação sem impedir consultas.</a:t>
            </a:r>
          </a:p>
          <a:p/>
          <a:p>
            <a:r>
              <a:t>Fontes oficiais (revisão de 27/10/2026):</a:t>
            </a:r>
          </a:p>
          <a:p>
            <a:r>
              <a:t>https://github.com/modelcontextprotocol/python-sdk/tree/v1.26.0</a:t>
            </a:r>
          </a:p>
          <a:p>
            <a:r>
              <a:t>https://github.com/sepinf-inc/IPED/blob/4.3.1/iped-engine/src/main/java/iped/engine/data/BitmapBookmarks.java</a:t>
            </a:r>
          </a:p>
        </p:txBody>
      </p:sp>
      <p:sp>
        <p:nvSpPr>
          <p:cNvPr id="4" name="Slide Number Placeholder 3"/>
          <p:cNvSpPr>
            <a:spLocks noGrp="1"/>
          </p:cNvSpPr>
          <p:nvPr>
            <p:ph type="sldNum" idx="5" sz="quarter"/>
          </p:nvPr>
        </p:nvSpPr>
        <p:spPr/>
      </p:sp>
    </p:spTree>
  </p:cSld>
  <p:clrMapOvr>
    <a:masterClrMapping/>
  </p:clrMapOvr>
</p:notes>
</file>

<file path=ppt/notesSlides/notesSlide1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getBookmarkId retorna -1 quando o nome não existe. newBookmark também reutiliza um nome existente. O programa faz essa distinção antes de definir comentário, para não sobrescrever o conteúdo de um marcador anterior. Nomes recebem trim e limite de 120 caracteres; controles e nome vazio são recusados. O comentário tem limite de 1000 caracteres no schema. O helper _bookmark_edit prepara recuperação e gravação síncrona.</a:t>
            </a:r>
          </a:p>
          <a:p/>
          <a:p>
            <a:r>
              <a:t>Fontes oficiais (revisão de 27/10/2026):</a:t>
            </a:r>
          </a:p>
          <a:p>
            <a:r>
              <a:t>https://github.com/sepinf-inc/IPED/blob/4.3.1/iped-engine/src/main/java/iped/engine/data/BitmapBookmarks.java</a:t>
            </a:r>
          </a:p>
          <a:p>
            <a:r>
              <a:t>https://github.com/modelcontextprotocol/python-sdk/tree/v1.26.0</a:t>
            </a:r>
          </a:p>
        </p:txBody>
      </p:sp>
      <p:sp>
        <p:nvSpPr>
          <p:cNvPr id="4" name="Slide Number Placeholder 3"/>
          <p:cNvSpPr>
            <a:spLocks noGrp="1"/>
          </p:cNvSpPr>
          <p:nvPr>
            <p:ph type="sldNum" idx="5" sz="quarter"/>
          </p:nvPr>
        </p:nvSpPr>
        <p:spPr/>
      </p:sp>
    </p:spTree>
  </p:cSld>
  <p:clrMapOvr>
    <a:masterClrMapping/>
  </p:clrMapOvr>
</p:notes>
</file>

<file path=ppt/notesSlides/notesSlide1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 proxy retornado por getBookmarks expõe IBookmarks, cujo método addBookmark recebe List&lt;Integer&gt;. No teste, passar uma lista Python diretamente não funcionou nesse proxy. A coleção Java ArrayList com objetos Integer resolveu a conversão. Validar todos os IDs antes da primeira alteração evita associar parte de um lote que contém ID inválido. A API usa um bitmap, então repetir um vínculo não o duplica.</a:t>
            </a:r>
          </a:p>
          <a:p/>
          <a:p>
            <a:r>
              <a:t>Fontes oficiais (revisão de 27/10/2026):</a:t>
            </a:r>
          </a:p>
          <a:p>
            <a:r>
              <a:t>https://github.com/sepinf-inc/IPED/blob/4.3.1/iped-engine/src/main/java/iped/engine/data/BitmapBookmarks.java</a:t>
            </a:r>
          </a:p>
          <a:p>
            <a:r>
              <a:t>https://pyjnius.readthedocs.io/en/1.6.1/api.html</a:t>
            </a:r>
          </a:p>
        </p:txBody>
      </p:sp>
      <p:sp>
        <p:nvSpPr>
          <p:cNvPr id="4" name="Slide Number Placeholder 3"/>
          <p:cNvSpPr>
            <a:spLocks noGrp="1"/>
          </p:cNvSpPr>
          <p:nvPr>
            <p:ph type="sldNum" idx="5" sz="quarter"/>
          </p:nvPr>
        </p:nvSpPr>
        <p:spPr/>
      </p:sp>
    </p:spTree>
  </p:cSld>
  <p:clrMapOvr>
    <a:masterClrMapping/>
  </p:clrMapOvr>
</p:notes>
</file>

<file path=ppt/notesSlides/notesSlide1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 overload saveState(File, boolean) propaga falhas de IO, enquanto saveState(boolean) pode capturar a exceção e recorrer a um arquivo temporário de cookie. O helper escreve um arquivo pendente no mesmo diretório, confere sua desserialização e usa os.replace no destino canônico. Em falha, recarrega o snapshot em memória e remove os temporários. Isso protege esta operação dentro do servidor, sem oferecer transação distribuída nem resolver escritores externos. A GUI deve ficar fechada durante a alteração.</a:t>
            </a:r>
          </a:p>
          <a:p/>
          <a:p>
            <a:r>
              <a:t>Fontes oficiais (revisão de 27/10/2026):</a:t>
            </a:r>
          </a:p>
          <a:p>
            <a:r>
              <a:t>https://github.com/sepinf-inc/IPED/blob/4.3.1/iped-engine/src/main/java/iped/engine/data/BitmapBookmarks.java</a:t>
            </a:r>
          </a:p>
        </p:txBody>
      </p:sp>
      <p:sp>
        <p:nvSpPr>
          <p:cNvPr id="4" name="Slide Number Placeholder 3"/>
          <p:cNvSpPr>
            <a:spLocks noGrp="1"/>
          </p:cNvSpPr>
          <p:nvPr>
            <p:ph type="sldNum" idx="5" sz="quarter"/>
          </p:nvPr>
        </p:nvSpPr>
        <p:spPr/>
      </p:sp>
    </p:spTree>
  </p:cSld>
  <p:clrMapOvr>
    <a:masterClrMapping/>
  </p:clrMapOvr>
</p:notes>
</file>

<file path=ppt/notesSlides/notesSlide1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 exemplo abrevia a assinatura e usa a anotação de escrita já definida. O código completo conserva Field e os limites. O handler chama create_bookmark diretamente na ponte, na thread principal. A associação usa o mesmo padrão para associate_bookmark. O context manager registrar trata retorno, erro e auditoria. A variável de habilitação de escrita continua aplicada pela ponte.</a:t>
            </a:r>
          </a:p>
          <a:p/>
          <a:p>
            <a:r>
              <a:t>Fontes oficiais (revisão de 27/10/2026):</a:t>
            </a:r>
          </a:p>
          <a:p>
            <a:r>
              <a:t>https://github.com/modelcontextprotocol/python-sdk/tree/v1.26.0</a:t>
            </a:r>
          </a:p>
          <a:p>
            <a:r>
              <a:t>https://github.com/sepinf-inc/IPED/blob/4.3.1/iped-engine/src/main/java/iped/engine/data/BitmapBookmarks.java</a:t>
            </a:r>
          </a:p>
        </p:txBody>
      </p:sp>
      <p:sp>
        <p:nvSpPr>
          <p:cNvPr id="4" name="Slide Number Placeholder 3"/>
          <p:cNvSpPr>
            <a:spLocks noGrp="1"/>
          </p:cNvSpPr>
          <p:nvPr>
            <p:ph type="sldNum" idx="5" sz="quarter"/>
          </p:nvPr>
        </p:nvSpPr>
        <p:spPr/>
      </p:sp>
    </p:spTree>
  </p:cSld>
  <p:clrMapOvr>
    <a:masterClrMapping/>
  </p:clrMapOvr>
</p:notes>
</file>

<file path=ppt/notesSlides/notesSlide1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 investigador escolhe os itens a partir das consultas e do critério registrado no comentário. O retorno informa IDs únicos, novos vínculos, vínculos anteriores e a contagem do marcador. persisted true indica que a gravação terminou. A conferência em nova sessão e na GUI do caso verifica a permanência do conjunto.</a:t>
            </a:r>
          </a:p>
          <a:p/>
          <a:p>
            <a:r>
              <a:t>Fontes oficiais (revisão de 27/10/2026):</a:t>
            </a:r>
          </a:p>
          <a:p>
            <a:r>
              <a:t>https://github.com/sepinf-inc/IPED/blob/4.3.1/iped-engine/src/main/java/iped/engine/data/BitmapBookmarks.java</a:t>
            </a:r>
          </a:p>
          <a:p>
            <a:r>
              <a:t>https://github.com/modelcontextprotocol/python-sdk/tree/v1.26.0</a:t>
            </a:r>
          </a:p>
        </p:txBody>
      </p:sp>
      <p:sp>
        <p:nvSpPr>
          <p:cNvPr id="4" name="Slide Number Placeholder 3"/>
          <p:cNvSpPr>
            <a:spLocks noGrp="1"/>
          </p:cNvSpPr>
          <p:nvPr>
            <p:ph type="sldNum" idx="5" sz="quarter"/>
          </p:nvPr>
        </p:nvSpPr>
        <p:spPr/>
      </p:sp>
    </p:spTree>
  </p:cSld>
  <p:clrMapOvr>
    <a:masterClrMapping/>
  </p:clrMapOvr>
</p:notes>
</file>

<file path=ppt/notesSlides/notesSlide1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IPEDSource e a GUI mantêm estados em memória. Uma janela aberta antes das alterações pode não mostrar o novo marcador e pode sobrescrever o arquivo ao salvar um estado antigo. A aula usa um escritor por vez: GUI fechada durante as gravações do servidor e reaberta depois de encerrá-lo. O teste de integração cria marcador com nome único, associa dois itens, encerra o primeiro processo e confirma os mesmos vínculos em uma nova JVM. Não marcar inclusão em relatório nem excluir marcadores nesta etapa.</a:t>
            </a:r>
          </a:p>
          <a:p/>
          <a:p>
            <a:r>
              <a:t>Fontes oficiais (revisão de 27/10/2026):</a:t>
            </a:r>
          </a:p>
          <a:p>
            <a:r>
              <a:t>https://github.com/sepinf-inc/IPED/blob/4.3.1/iped-engine/src/main/java/iped/engine/data/BitmapBookmarks.java</a:t>
            </a:r>
          </a:p>
          <a:p>
            <a:r>
              <a:t>https://github.com/sepinf-inc/IPED/blob/4.3.1/iped-engine/src/main/java/iped/engine/data/IPEDSource.java</a:t>
            </a:r>
          </a:p>
        </p:txBody>
      </p:sp>
      <p:sp>
        <p:nvSpPr>
          <p:cNvPr id="4" name="Slide Number Placeholder 3"/>
          <p:cNvSpPr>
            <a:spLocks noGrp="1"/>
          </p:cNvSpPr>
          <p:nvPr>
            <p:ph type="sldNum" idx="5" sz="quarter"/>
          </p:nvPr>
        </p:nvSpPr>
        <p:spPr/>
      </p:sp>
    </p:spTree>
  </p:cSld>
  <p:clrMapOvr>
    <a:masterClrMapping/>
  </p:clrMapOvr>
</p:notes>
</file>

<file path=ppt/notesSlides/notesSlide1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Segundo intervalo de 20 minutos. Retomar com a criação, associação e persistência dos marcadores conferidas. Prosseguir com testes, OpenCode e a prática de investigação.</a:t>
            </a:r>
          </a:p>
        </p:txBody>
      </p:sp>
      <p:sp>
        <p:nvSpPr>
          <p:cNvPr id="4" name="Slide Number Placeholder 3"/>
          <p:cNvSpPr>
            <a:spLocks noGrp="1"/>
          </p:cNvSpPr>
          <p:nvPr>
            <p:ph type="sldNum" idx="5" sz="quarter"/>
          </p:nvPr>
        </p:nvSpPr>
        <p:spPr/>
      </p:sp>
    </p:spTree>
  </p:cSld>
  <p:clrMapOvr>
    <a:masterClrMapping/>
  </p:clrMapOvr>
</p:notes>
</file>

<file path=ppt/notesSlides/notesSlide1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testar_integracao.py exige os documentos fictícios processados pelo IPED. O programa confere o conteúdo conhecido de cada formato, concatena páginas Unicode e lê um trecho após o caractere 70000. A imagem passa pelo parser sem filtro de MIME; a extração de letras depende de OCR habilitado. A parte de marcadores mantém testes de lote inválido, repetição e reabertura em nova JVM.</a:t>
            </a:r>
          </a:p>
          <a:p/>
          <a:p>
            <a:r>
              <a:t>Fontes oficiais (revisão de 27/10/2026):</a:t>
            </a:r>
          </a:p>
          <a:p>
            <a:r>
              <a:t>https://github.com/modelcontextprotocol/python-sdk/tree/v1.26.0</a:t>
            </a:r>
          </a:p>
          <a:p>
            <a:r>
              <a:t>https://github.com/sepinf-inc/IPED/blob/4.3.1/iped-app/src/main/java/iped/app/ui/TextParser.java</a:t>
            </a:r>
          </a:p>
        </p:txBody>
      </p:sp>
      <p:sp>
        <p:nvSpPr>
          <p:cNvPr id="4" name="Slide Number Placeholder 3"/>
          <p:cNvSpPr>
            <a:spLocks noGrp="1"/>
          </p:cNvSpPr>
          <p:nvPr>
            <p:ph type="sldNum" idx="5" sz="quarter"/>
          </p:nvPr>
        </p:nvSpPr>
        <p:spPr/>
      </p:sp>
    </p:spTree>
  </p:cSld>
  <p:clrMapOvr>
    <a:masterClrMapping/>
  </p:clrMapOvr>
</p:notes>
</file>

<file path=ppt/notesSlides/notesSlide1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 laboratório inclui um chat de terminal semelhante ao da aula de JADX. Ele inicia o servidor MCP local por stdio, descobre as sete ferramentas e mantém o histórico em memória. A configuração de modelo e endpoint segue as variáveis OPENAI_API_KEY, OPENAI_BASE_URL e OPENAI_MODEL. O README contém os passos e um diagnóstico sem modelo. Apresentar somente sua disponibilidade, sem desenvolver o cliente durante a aula. O aluno pode usar esse chat ou o OpenCode para acessar o mesmo MCP.</a:t>
            </a:r>
          </a:p>
        </p:txBody>
      </p:sp>
      <p:sp>
        <p:nvSpPr>
          <p:cNvPr id="4" name="Slide Number Placeholder 3"/>
          <p:cNvSpPr>
            <a:spLocks noGrp="1"/>
          </p:cNvSpPr>
          <p:nvPr>
            <p:ph type="sldNum" idx="5" sz="quarter"/>
          </p:nvPr>
        </p:nvSpPr>
        <p:spPr/>
      </p:sp>
    </p:spTree>
  </p:cSld>
  <p:clrMapOvr>
    <a:masterClrMapping/>
  </p:clrMapOvr>
</p:notes>
</file>

<file path=ppt/notesSlides/notesSlide1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 cliente inicia o servidor Python e mantém a sessão. A conexão local foi conferida com OpenCode 1.18.29. Não é necessário iniciar manualmente outro servidor HTTP. O timeout do OpenCode limita sua espera; ele não garante cancelamento imediato da chamada Java. Esta configuração usa o modelo já escolhido no cliente. Não contém credenciais. A confirmação operacional deve incluir uma chamada real a caso_info e uma busca. A inferência com modelo não foi executada nesta preparação.</a:t>
            </a:r>
          </a:p>
          <a:p/>
          <a:p>
            <a:r>
              <a:t>Fontes oficiais (revisão de 27/10/2026):</a:t>
            </a:r>
          </a:p>
          <a:p>
            <a:r>
              <a:t>https://opencode.ai/docs/mcp-servers/</a:t>
            </a:r>
          </a:p>
        </p:txBody>
      </p:sp>
      <p:sp>
        <p:nvSpPr>
          <p:cNvPr id="4" name="Slide Number Placeholder 3"/>
          <p:cNvSpPr>
            <a:spLocks noGrp="1"/>
          </p:cNvSpPr>
          <p:nvPr>
            <p:ph type="sldNum" idx="5" sz="quarter"/>
          </p:nvPr>
        </p:nvSpPr>
        <p:spPr/>
      </p:sp>
    </p:spTree>
  </p:cSld>
  <p:clrMapOvr>
    <a:masterClrMapping/>
  </p:clrMapOvr>
</p:notes>
</file>

<file path=ppt/notesSlides/notesSlide1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 nome do servidor é iped e o cliente prefixa os nomes de ferramentas com esse identificador. Conferir os nomes efetivamente publicados na versão instalada. O pacote autoriza as cinco consultas e as duas operações de marcadores no caso sintético. IPED_ALLOW_BOOKMARK_WRITE também precisa estar habilitada no processo do servidor. Manter a GUI fechada durante as gravações. As regras do cliente não controlam outros processos.</a:t>
            </a:r>
          </a:p>
          <a:p/>
          <a:p>
            <a:r>
              <a:t>Fontes oficiais (revisão de 27/10/2026):</a:t>
            </a:r>
          </a:p>
          <a:p>
            <a:r>
              <a:t>https://opencode.ai/docs/permissions/</a:t>
            </a:r>
          </a:p>
          <a:p>
            <a:r>
              <a:t>https://opencode.ai/docs/mcp-servers/</a:t>
            </a:r>
          </a:p>
          <a:p>
            <a:r>
              <a:t>https://github.com/sepinf-inc/IPED/blob/4.3.1/iped-engine/src/main/java/iped/engine/data/BitmapBookmarks.java</a:t>
            </a:r>
          </a:p>
        </p:txBody>
      </p:sp>
      <p:sp>
        <p:nvSpPr>
          <p:cNvPr id="4" name="Slide Number Placeholder 3"/>
          <p:cNvSpPr>
            <a:spLocks noGrp="1"/>
          </p:cNvSpPr>
          <p:nvPr>
            <p:ph type="sldNum" idx="5" sz="quarter"/>
          </p:nvPr>
        </p:nvSpPr>
        <p:spPr/>
      </p:sp>
    </p:spTree>
  </p:cSld>
  <p:clrMapOvr>
    <a:masterClrMapping/>
  </p:clrMapOvr>
</p:notes>
</file>

<file path=ppt/notesSlides/notesSlide1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 bloco combina comandos e o texto da missão. Antes da conversa, todas as variáveis devem estar no mesmo terminal que inicia o cliente. Conferir a política e o destino do modelo. O exercício não requer inferência remota para testar a integração. O prompt deve orientar a tratar o conteúdo dos arquivos como dado não confiável e a relatar lacunas. O cliente pode apresentar uma tabela com label e item_count e reutilizar name no filtro categoria. As contagens incluem descendentes e não devem ser somadas.</a:t>
            </a:r>
          </a:p>
          <a:p/>
          <a:p>
            <a:r>
              <a:t>Fontes oficiais (revisão de 27/10/2026):</a:t>
            </a:r>
          </a:p>
          <a:p>
            <a:r>
              <a:t>https://opencode.ai/docs/mcp-servers/</a:t>
            </a:r>
          </a:p>
          <a:p>
            <a:r>
              <a:t>https://opencode.ai/docs/permissions/</a:t>
            </a:r>
          </a:p>
        </p:txBody>
      </p:sp>
      <p:sp>
        <p:nvSpPr>
          <p:cNvPr id="4" name="Slide Number Placeholder 3"/>
          <p:cNvSpPr>
            <a:spLocks noGrp="1"/>
          </p:cNvSpPr>
          <p:nvPr>
            <p:ph type="sldNum" idx="5" sz="quarter"/>
          </p:nvPr>
        </p:nvSpPr>
        <p:spPr/>
      </p:sp>
    </p:spTree>
  </p:cSld>
  <p:clrMapOvr>
    <a:masterClrMapping/>
  </p:clrMapOvr>
</p:notes>
</file>

<file path=ppt/notesSlides/notesSlide1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o documento de instrução inserida para observar a resposta do cliente. O servidor não detecta automaticamente prompt injection. O caso fixo e as operações definidas limitam o que as ferramentas fazem, mas o modelo ainda pode escolher um nome, comentário ou conjunto de itens inadequado. Conferir os critérios e os vínculos, além da conclusão escrita. Compare a resposta com os documentos de proposta e cancelamento.</a:t>
            </a:r>
          </a:p>
        </p:txBody>
      </p:sp>
      <p:sp>
        <p:nvSpPr>
          <p:cNvPr id="4" name="Slide Number Placeholder 3"/>
          <p:cNvSpPr>
            <a:spLocks noGrp="1"/>
          </p:cNvSpPr>
          <p:nvPr>
            <p:ph type="sldNum" idx="5" sz="quarter"/>
          </p:nvPr>
        </p:nvSpPr>
        <p:spPr/>
      </p:sp>
    </p:spTree>
  </p:cSld>
  <p:clrMapOvr>
    <a:masterClrMapping/>
  </p:clrMapOvr>
</p:notes>
</file>

<file path=ppt/notesSlides/notesSlide1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Evite tratar todo erro como problema de prompt. Índice parcial, arquivos movidos ou dependências faltantes exigem correção do ambiente. Uma busca vazia só informa ausência de correspondência naquela consulta e índice. Em texto, verificar MIME, codificação e truncamento antes de afirmar que o documento não contém informação.</a:t>
            </a:r>
          </a:p>
          <a:p/>
          <a:p>
            <a:r>
              <a:t>Fontes oficiais (revisão de 27/10/2026):</a:t>
            </a:r>
          </a:p>
          <a:p>
            <a:r>
              <a:t>https://github.com/sepinf-inc/IPED/blob/4.3.1/iped-engine/src/main/java/iped/engine/data/IPEDSource.java</a:t>
            </a:r>
          </a:p>
          <a:p>
            <a:r>
              <a:t>https://pyjnius.readthedocs.io/en/1.6.1/api.html</a:t>
            </a:r>
          </a:p>
          <a:p>
            <a:r>
              <a:t>https://github.com/modelcontextprotocol/python-sdk/tree/v1.26.0</a:t>
            </a:r>
          </a:p>
        </p:txBody>
      </p:sp>
      <p:sp>
        <p:nvSpPr>
          <p:cNvPr id="4" name="Slide Number Placeholder 3"/>
          <p:cNvSpPr>
            <a:spLocks noGrp="1"/>
          </p:cNvSpPr>
          <p:nvPr>
            <p:ph type="sldNum" idx="5" sz="quarter"/>
          </p:nvPr>
        </p:nvSpPr>
        <p:spPr/>
      </p:sp>
    </p:spTree>
  </p:cSld>
  <p:clrMapOvr>
    <a:masterClrMapping/>
  </p:clrMapOvr>
</p:notes>
</file>

<file path=ppt/notesSlides/notesSlide1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Organize o trabalho em duplas. Uma pessoa acompanha consultas e parâmetros, a outra verifica as fontes no IPED e registra as divergências. O desafio usa o mesmo conjunto sintético preparado, sem dados de casos reais. A dupla pode usar o cliente Python durante o diagnóstico e o OpenCode para a etapa de síntese.</a:t>
            </a:r>
          </a:p>
        </p:txBody>
      </p:sp>
      <p:sp>
        <p:nvSpPr>
          <p:cNvPr id="4" name="Slide Number Placeholder 3"/>
          <p:cNvSpPr>
            <a:spLocks noGrp="1"/>
          </p:cNvSpPr>
          <p:nvPr>
            <p:ph type="sldNum" idx="5" sz="quarter"/>
          </p:nvPr>
        </p:nvSpPr>
        <p:spPr/>
      </p:sp>
    </p:spTree>
  </p:cSld>
  <p:clrMapOvr>
    <a:masterClrMapping/>
  </p:clrMapOvr>
</p:notes>
</file>

<file path=ppt/notesSlides/notesSlide1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turma consulta as fontes antes de formar o conjunto de itens. Uma página de dois resultados não é cobertura integral. O comentário do marcador explica o critério e os registros do JSONL permitem conferir as escolhas. A dupla deve reabrir a GUI do mesmo caso depois de encerrar o servidor e verificar o nome, comentário e itens associados.</a:t>
            </a:r>
          </a:p>
        </p:txBody>
      </p:sp>
      <p:sp>
        <p:nvSpPr>
          <p:cNvPr id="4" name="Slide Number Placeholder 3"/>
          <p:cNvSpPr>
            <a:spLocks noGrp="1"/>
          </p:cNvSpPr>
          <p:nvPr>
            <p:ph type="sldNum" idx="5" sz="quarter"/>
          </p:nvPr>
        </p:nvSpPr>
        <p:spPr/>
      </p:sp>
    </p:spTree>
  </p:cSld>
  <p:clrMapOvr>
    <a:masterClrMapping/>
  </p:clrMapOvr>
</p:notes>
</file>

<file path=ppt/notesSlides/notesSlide1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extensão opcional acrescenta count à PonteIPED e cria um handler que chama esse método diretamente. Usar registrar para conservar o envelope e o log. Comparar o total com buscar_itens. Concluir antes a extração multiformato e os marcadores. O contrato principal conserva sete ferramentas.</a:t>
            </a:r>
          </a:p>
          <a:p/>
          <a:p>
            <a:r>
              <a:t>Fontes oficiais (revisão de 27/10/2026):</a:t>
            </a:r>
          </a:p>
          <a:p>
            <a:r>
              <a:t>https://github.com/sepinf-inc/IPED/blob/4.3.1/iped-engine/src/main/java/iped/engine/search/IPEDSearcher.java</a:t>
            </a:r>
          </a:p>
          <a:p>
            <a:r>
              <a:t>https://github.com/sepinf-inc/IPED/blob/4.3.1/iped-api/src/main/java/iped/search/SearchResult.java</a:t>
            </a:r>
          </a:p>
          <a:p>
            <a:r>
              <a:t>https://github.com/modelcontextprotocol/python-sdk/tree/v1.26.0</a:t>
            </a:r>
          </a:p>
        </p:txBody>
      </p:sp>
      <p:sp>
        <p:nvSpPr>
          <p:cNvPr id="4" name="Slide Number Placeholder 3"/>
          <p:cNvSpPr>
            <a:spLocks noGrp="1"/>
          </p:cNvSpPr>
          <p:nvPr>
            <p:ph type="sldNum" idx="5" sz="quarter"/>
          </p:nvPr>
        </p:nvSpPr>
        <p:spPr/>
      </p:sp>
    </p:spTree>
  </p:cSld>
  <p:clrMapOvr>
    <a:masterClrMapping/>
  </p:clrMapOvr>
</p:notes>
</file>

<file path=ppt/notesSlides/notesSlide1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Não avaliar pela extensão do texto ou pela confiança verbal do modelo. Uma resposta concisa pode sustentar bem sua conclusão se conserva os trechos e os vínculos. O caso é sintético e a avaliação busca raciocínio verificável, sem atribuir autoria ou ocorrência real a pessoas fictícias.</a:t>
            </a:r>
          </a:p>
        </p:txBody>
      </p:sp>
      <p:sp>
        <p:nvSpPr>
          <p:cNvPr id="4" name="Slide Number Placeholder 3"/>
          <p:cNvSpPr>
            <a:spLocks noGrp="1"/>
          </p:cNvSpPr>
          <p:nvPr>
            <p:ph type="sldNum" idx="5" sz="quarter"/>
          </p:nvPr>
        </p:nvSpPr>
        <p:spPr/>
      </p:sp>
    </p:spTree>
  </p:cSld>
  <p:clrMapOvr>
    <a:masterClrMapping/>
  </p:clrMapOvr>
</p:notes>
</file>

<file path=ppt/notesSlides/notesSlide1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 relatório final pode ser Markdown, conforme o arquivo fornecido. O JSON ilustra os vínculos necessários. Registrar o marcador criado, critério do comentário, IDs associados e registros das duas gravações. Não inventar record_id nem transcrever caminho suposto. A sequência Q reinicia a cada servidor, então session_id sempre acompanha record_id. A reabertura do caso verifica a persistência do conjunto.</a:t>
            </a:r>
          </a:p>
        </p:txBody>
      </p:sp>
      <p:sp>
        <p:nvSpPr>
          <p:cNvPr id="4" name="Slide Number Placeholder 3"/>
          <p:cNvSpPr>
            <a:spLocks noGrp="1"/>
          </p:cNvSpPr>
          <p:nvPr>
            <p:ph type="sldNum" idx="5" sz="quarter"/>
          </p:nvPr>
        </p:nvSpPr>
        <p:spPr/>
      </p:sp>
    </p:spTree>
  </p:cSld>
  <p:clrMapOvr>
    <a:masterClrMapping/>
  </p:clrMapOvr>
</p:notes>
</file>

<file path=ppt/notesSlides/notesSlide1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avaliação exige execução no IPED. Conferir conteúdo extraído em mais de um formato, sequência das páginas, fontes e persistência dos marcadores. Se o caso ou um parser falhar, registrar a causa e o que foi efetivamente verificado. A extensão de contagem permanece opcional.</a:t>
            </a:r>
          </a:p>
        </p:txBody>
      </p:sp>
      <p:sp>
        <p:nvSpPr>
          <p:cNvPr id="4" name="Slide Number Placeholder 3"/>
          <p:cNvSpPr>
            <a:spLocks noGrp="1"/>
          </p:cNvSpPr>
          <p:nvPr>
            <p:ph type="sldNum" idx="5" sz="quarter"/>
          </p:nvPr>
        </p:nvSpPr>
        <p:spPr/>
      </p:sp>
    </p:spTree>
  </p:cSld>
  <p:clrMapOvr>
    <a:masterClrMapping/>
  </p:clrMapOvr>
</p:notes>
</file>

<file path=ppt/notesSlides/notesSlide1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 texto passa pelos mesmos componentes de extração da aba Texto. O resultado depende dos parsers, ferramentas e opções do caso, inclusive OCR e documentos cifrados. O servidor não substitui os parsers por extração própria por formato. O JSONL é local e editável. A GUI deve estar fechada durante as alterações de marcadores, que são conferidas após reabertura.</a:t>
            </a:r>
          </a:p>
          <a:p/>
          <a:p>
            <a:r>
              <a:t>Fontes oficiais (revisão de 27/10/2026):</a:t>
            </a:r>
          </a:p>
          <a:p>
            <a:r>
              <a:t>https://github.com/sepinf-inc/IPED/blob/4.3.1/iped-app/src/main/java/iped/app/ui/TextParser.java</a:t>
            </a:r>
          </a:p>
          <a:p>
            <a:r>
              <a:t>https://github.com/sepinf-inc/IPED/blob/4.3.1/iped-engine/src/main/java/iped/engine/task/ParsingTask.java</a:t>
            </a:r>
          </a:p>
          <a:p>
            <a:r>
              <a:t>https://github.com/sepinf-inc/IPED/blob/4.3.1/iped-engine/src/main/java/iped/engine/data/BitmapBookmarks.java</a:t>
            </a:r>
          </a:p>
        </p:txBody>
      </p:sp>
      <p:sp>
        <p:nvSpPr>
          <p:cNvPr id="4" name="Slide Number Placeholder 3"/>
          <p:cNvSpPr>
            <a:spLocks noGrp="1"/>
          </p:cNvSpPr>
          <p:nvPr>
            <p:ph type="sldNum" idx="5" sz="quarter"/>
          </p:nvPr>
        </p:nvSpPr>
        <p:spPr/>
      </p:sp>
    </p:spTree>
  </p:cSld>
  <p:clrMapOvr>
    <a:masterClrMapping/>
  </p:clrMapOvr>
</p:notes>
</file>

<file path=ppt/notesSlides/notesSlide1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 propostas ampliam os controles do servidor. A extração multiformato já integra a implementação atual. O cache dura uma sessão e pressupõe fontes estáveis durante a análise. Para serviço compartilhado, acrescentar supervisão de processos, autorização por caso e orçamento de recursos.</a:t>
            </a:r>
          </a:p>
          <a:p/>
          <a:p>
            <a:r>
              <a:t>Fontes oficiais (revisão de 27/10/2026):</a:t>
            </a:r>
          </a:p>
          <a:p>
            <a:r>
              <a:t>https://github.com/sepinf-inc/IPED/blob/4.3.1/iped-app/src/main/java/iped/app/ui/TextParser.java</a:t>
            </a:r>
          </a:p>
          <a:p>
            <a:r>
              <a:t>https://github.com/sepinf-inc/IPED/blob/4.3.1/iped-engine/src/main/java/iped/engine/io/ParsingReader.java</a:t>
            </a:r>
          </a:p>
        </p:txBody>
      </p:sp>
      <p:sp>
        <p:nvSpPr>
          <p:cNvPr id="4" name="Slide Number Placeholder 3"/>
          <p:cNvSpPr>
            <a:spLocks noGrp="1"/>
          </p:cNvSpPr>
          <p:nvPr>
            <p:ph type="sldNum" idx="5" sz="quarter"/>
          </p:nvPr>
        </p:nvSpPr>
        <p:spPr/>
      </p:sp>
    </p:spTree>
  </p:cSld>
  <p:clrMapOvr>
    <a:masterClrMapping/>
  </p:clrMapOvr>
</p:notes>
</file>

<file path=ppt/notesSlides/notesSlide1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revisão de 27/10/2026 utiliza o código da tag 4.3.1 para reproduzir o caminho de extração da interface. O laboratório contém documentos fictícios em formatos distintos e testes executados no IPED real. A configuração do cliente mantém as ferramentas de marcadores.</a:t>
            </a:r>
          </a:p>
          <a:p/>
          <a:p>
            <a:r>
              <a:t>Fontes oficiais (revisão de 27/10/2026):</a:t>
            </a:r>
          </a:p>
          <a:p>
            <a:r>
              <a:t>https://github.com/sepinf-inc/IPED/blob/4.3.1/iped-engine/src/main/java/iped/engine/data/IPEDSource.java</a:t>
            </a:r>
          </a:p>
          <a:p>
            <a:r>
              <a:t>https://github.com/sepinf-inc/IPED/blob/4.3.1/iped-engine/src/main/java/iped/engine/search/IPEDSearcher.java</a:t>
            </a:r>
          </a:p>
          <a:p>
            <a:r>
              <a:t>https://github.com/sepinf-inc/IPED/blob/4.3.1/iped-api/src/main/java/iped/search/SearchResult.java</a:t>
            </a:r>
          </a:p>
          <a:p>
            <a:r>
              <a:t>https://github.com/sepinf-inc/IPED/blob/4.3.1/iped-api/src/main/java/iped/data/IItemReader.java</a:t>
            </a:r>
          </a:p>
          <a:p>
            <a:r>
              <a:t>https://github.com/sepinf-inc/IPED/blob/4.3.1/iped-engine/src/main/java/iped/engine/data/Item.java</a:t>
            </a:r>
          </a:p>
          <a:p>
            <a:r>
              <a:t>https://github.com/sepinf-inc/IPED/blob/4.3.1/iped-engine/src/main/java/iped/engine/search/QueryBuilder.java</a:t>
            </a:r>
          </a:p>
          <a:p>
            <a:r>
              <a:t>https://github.com/sepinf-inc/IPED/releases/tag/4.3.1</a:t>
            </a:r>
          </a:p>
          <a:p>
            <a:r>
              <a:t>https://github.com/sepinf-inc/IPED/wiki/Beginner%27s-Start-Guide</a:t>
            </a:r>
          </a:p>
          <a:p>
            <a:r>
              <a:t>https://pyjnius.readthedocs.io/en/1.6.1/api.html</a:t>
            </a:r>
          </a:p>
          <a:p>
            <a:r>
              <a:t>https://pyjnius.readthedocs.io/en/1.6.1/installation.html</a:t>
            </a:r>
          </a:p>
          <a:p>
            <a:r>
              <a:t>https://github.com/modelcontextprotocol/python-sdk/tree/v1.26.0</a:t>
            </a:r>
          </a:p>
          <a:p>
            <a:r>
              <a:t>https://opencode.ai/docs/mcp-servers/</a:t>
            </a:r>
          </a:p>
          <a:p>
            <a:r>
              <a:t>https://opencode.ai/docs/permissions/</a:t>
            </a:r>
          </a:p>
          <a:p>
            <a:r>
              <a:t>https://docs.oracle.com/en/java/javase/11/docs/api/java.base/java/io/InputStream.html</a:t>
            </a:r>
          </a:p>
          <a:p>
            <a:r>
              <a:t>https://github.com/sepinf-inc/IPED/blob/4.3.1/iped-engine/src/main/java/iped/engine/data/BitmapBookmarks.java</a:t>
            </a:r>
          </a:p>
          <a:p>
            <a:r>
              <a:t>https://github.com/sepinf-inc/IPED/blob/4.3.1/iped-app/src/main/java/iped/app/ui/TextParser.java</a:t>
            </a:r>
          </a:p>
          <a:p>
            <a:r>
              <a:t>https://github.com/sepinf-inc/IPED/blob/4.3.1/iped-engine/src/main/java/iped/engine/task/ParsingTask.java</a:t>
            </a:r>
          </a:p>
          <a:p>
            <a:r>
              <a:t>https://github.com/sepinf-inc/IPED/blob/4.3.1/iped-engine/src/main/java/iped/engine/io/ParsingReader.java</a:t>
            </a:r>
          </a:p>
          <a:p>
            <a:r>
              <a:t>https://github.com/sepinf-inc/IPED/blob/4.3.1/iped-parsers/iped-parsers-impl/src/main/java/iped/parsers/standard/StandardParser.java</a:t>
            </a:r>
          </a:p>
        </p:txBody>
      </p:sp>
      <p:sp>
        <p:nvSpPr>
          <p:cNvPr id="4" name="Slide Number Placeholder 3"/>
          <p:cNvSpPr>
            <a:spLocks noGrp="1"/>
          </p:cNvSpPr>
          <p:nvPr>
            <p:ph type="sldNum" idx="5" sz="quarter"/>
          </p:nvPr>
        </p:nvSpPr>
        <p:spPr/>
      </p:sp>
    </p:spTree>
  </p:cSld>
  <p:clrMapOvr>
    <a:masterClrMapping/>
  </p:clrMapOvr>
</p:notes>
</file>

<file path=ppt/notesSlides/notesSlide1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fechamento, pedir que uma dupla explique uma chamada completa: argumentos, handler, chamada direta à PonteIPED, API Java e retorno registrado. Relembrar que chamadas Java bloqueantes ocupam a thread principal e que a extração pode usar threads internas do IPED. Conferir a distinção entre o conteúdo de uma mensagem e a comprovação do evento nela descrito.</a:t>
            </a:r>
          </a:p>
        </p:txBody>
      </p:sp>
      <p:sp>
        <p:nvSpPr>
          <p:cNvPr id="4" name="Slide Number Placeholder 3"/>
          <p:cNvSpPr>
            <a:spLocks noGrp="1"/>
          </p:cNvSpPr>
          <p:nvPr>
            <p:ph type="sldNum" idx="5" sz="quarter"/>
          </p:nvPr>
        </p:nvSpPr>
        <p:spPr/>
      </p:sp>
    </p:spTree>
  </p:cSld>
  <p:clrMapOvr>
    <a:masterClrMapping/>
  </p:clrMapOvr>
</p:notes>
</file>

<file path=ppt/notesSlides/notesSlide1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Encerramento institucional. Conservar o padrão visual do curso e orientar a entrega dos arquivos da prática no local definido pelo professor.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amp; Subtitle">
    <p:spTree>
      <p:nvGrpSpPr>
        <p:cNvPr id="1" name=""/>
        <p:cNvGrpSpPr/>
        <p:nvPr/>
      </p:nvGrpSpPr>
      <p:grpSpPr>
        <a:xfrm>
          <a:off x="0" y="0"/>
          <a:ext cx="0" cy="0"/>
          <a:chOff x="0" y="0"/>
          <a:chExt cx="0" cy="0"/>
        </a:xfrm>
      </p:grpSpPr>
      <p:sp>
        <p:nvSpPr>
          <p:cNvPr id="11" name="Title Text">
            <a:extLst>
              <a:ext uri="{FF2B5EF4-FFF2-40B4-BE49-F238E27FC236}">
                <a16:creationId xmlns:a16="http://schemas.microsoft.com/office/drawing/2014/main" id="{9AE12DAC-31CE-439B-B4D6-783C39EA9336}"/>
              </a:ext>
            </a:extLst>
          </p:cNvPr>
          <p:cNvSpPr>
            <a:spLocks noGrp="1"/>
          </p:cNvSpPr>
          <p:nvPr>
            <p:ph type="title"/>
          </p:nvPr>
        </p:nvSpPr>
        <p:spPr>
          <a:xfrm>
            <a:off x="1778000" y="2298700"/>
            <a:ext cx="20828000" cy="4648200"/>
          </a:xfrm>
          <a:prstGeom prst="rect">
            <a:avLst/>
          </a:prstGeom>
        </p:spPr>
        <p:txBody>
          <a:bodyPr anchor="b"/>
          <a:lstStyle/>
          <a:p>
            <a:r>
              <a:t>Title Text</a:t>
            </a:r>
          </a:p>
        </p:txBody>
      </p:sp>
      <p:sp>
        <p:nvSpPr>
          <p:cNvPr id="12" name="Body Level One…">
            <a:extLst>
              <a:ext uri="{FF2B5EF4-FFF2-40B4-BE49-F238E27FC236}">
                <a16:creationId xmlns:a16="http://schemas.microsoft.com/office/drawing/2014/main" id="{1381D09C-5E7F-4D67-8AFC-74D7F42ACC14}"/>
              </a:ext>
            </a:extLst>
          </p:cNvPr>
          <p:cNvSpPr>
            <a:spLocks noGrp="1"/>
          </p:cNvSpPr>
          <p:nvPr>
            <p:ph type="body" idx="1"/>
          </p:nvPr>
        </p:nvSpPr>
        <p:spPr>
          <a:xfrm>
            <a:off x="1778000" y="7073900"/>
            <a:ext cx="20828000" cy="1587500"/>
          </a:xfrm>
          <a:prstGeom prst="rect">
            <a:avLst/>
          </a:prstGeom>
        </p:spPr>
        <p:txBody>
          <a:bodyPr anchor="t"/>
          <a:lstStyle>
            <a:lvl1pPr marL="0" indent="0" algn="ctr">
              <a:spcBef>
                <a:spcPts val="0"/>
              </a:spcBef>
              <a:buSzTx/>
              <a:buNone/>
              <a:defRPr sz="5400"/>
            </a:lvl1pPr>
            <a:lvl2pPr marL="0" indent="0" algn="ctr">
              <a:spcBef>
                <a:spcPts val="0"/>
              </a:spcBef>
              <a:buSzTx/>
              <a:buNone/>
              <a:defRPr sz="5400"/>
            </a:lvl2pPr>
            <a:lvl3pPr marL="0" indent="0" algn="ctr">
              <a:spcBef>
                <a:spcPts val="0"/>
              </a:spcBef>
              <a:buSzTx/>
              <a:buNone/>
              <a:defRPr sz="5400"/>
            </a:lvl3pPr>
            <a:lvl4pPr marL="0" indent="0" algn="ctr">
              <a:spcBef>
                <a:spcPts val="0"/>
              </a:spcBef>
              <a:buSzTx/>
              <a:buNone/>
              <a:defRPr sz="5400"/>
            </a:lvl4pPr>
            <a:lvl5pPr marL="0" indent="0" algn="ctr">
              <a:spcBef>
                <a:spcPts val="0"/>
              </a:spcBef>
              <a:buSzTx/>
              <a:buNone/>
              <a:defRPr sz="5400"/>
            </a:lvl5pPr>
          </a:lstStyle>
          <a:p>
            <a:r>
              <a:t>Body Level One</a:t>
            </a:r>
          </a:p>
          <a:p>
            <a:pPr lvl="1">
              <a:buNone/>
            </a:pPr>
            <a:r>
              <a:t>Body Level Two</a:t>
            </a:r>
          </a:p>
          <a:p>
            <a:pPr lvl="2">
              <a:buNone/>
            </a:pPr>
            <a:r>
              <a:t>Body Level Three</a:t>
            </a:r>
          </a:p>
          <a:p>
            <a:pPr lvl="3">
              <a:buNone/>
            </a:pPr>
            <a:r>
              <a:t>Body Level Four</a:t>
            </a:r>
          </a:p>
          <a:p>
            <a:pPr lvl="4">
              <a:buNone/>
            </a:pPr>
            <a:r>
              <a:t>Body Level Five</a:t>
            </a:r>
          </a:p>
        </p:txBody>
      </p:sp>
      <p:sp>
        <p:nvSpPr>
          <p:cNvPr id="13" name="Slide Number">
            <a:extLst>
              <a:ext uri="{FF2B5EF4-FFF2-40B4-BE49-F238E27FC236}">
                <a16:creationId xmlns:a16="http://schemas.microsoft.com/office/drawing/2014/main" id="{BF9E0D4D-AF7E-4CE7-ACF5-61F3D5B8B8D2}"/>
              </a:ext>
            </a:extLst>
          </p:cNvPr>
          <p:cNvSpPr>
            <a:spLocks noGrp="1"/>
          </p:cNvSpPr>
          <p:nvPr>
            <p:ph type="sldNum" idx="2"/>
          </p:nvPr>
        </p:nvSpPr>
        <p:spPr>
          <a:prstGeom prst="rect">
            <a:avLst/>
          </a:prstGeom>
        </p:spPr>
        <p:txBody>
          <a:bodyPr/>
          <a:lstStyle/>
          <a:p>
            <a:fld id="{86CB4B4D-7CA3-9044-876B-883B54F8677D}"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Photo - Horizontal">
    <p:spTree>
      <p:nvGrpSpPr>
        <p:cNvPr id="1" name=""/>
        <p:cNvGrpSpPr/>
        <p:nvPr/>
      </p:nvGrpSpPr>
      <p:grpSpPr>
        <a:xfrm>
          <a:off x="0" y="0"/>
          <a:ext cx="0" cy="0"/>
          <a:chOff x="0" y="0"/>
          <a:chExt cx="0" cy="0"/>
        </a:xfrm>
      </p:grpSpPr>
      <p:sp>
        <p:nvSpPr>
          <p:cNvPr id="20" name="Image">
            <a:extLst>
              <a:ext uri="{FF2B5EF4-FFF2-40B4-BE49-F238E27FC236}">
                <a16:creationId xmlns:a16="http://schemas.microsoft.com/office/drawing/2014/main" id="{82433C9E-7F72-4BBA-A6C0-86F2EFA52E03}"/>
              </a:ext>
            </a:extLst>
          </p:cNvPr>
          <p:cNvSpPr>
            <a:spLocks noGrp="1"/>
          </p:cNvSpPr>
          <p:nvPr>
            <p:ph type="pic" idx="13"/>
          </p:nvPr>
        </p:nvSpPr>
        <p:spPr>
          <a:xfrm>
            <a:off x="3125968" y="673100"/>
            <a:ext cx="18135601" cy="8737600"/>
          </a:xfrm>
          <a:prstGeom prst="rect">
            <a:avLst/>
          </a:prstGeom>
        </p:spPr>
        <p:txBody>
          <a:bodyPr lIns="91439" tIns="45719" rIns="91439" bIns="45719" anchor="t">
            <a:noAutofit/>
          </a:bodyPr>
          <a:lstStyle/>
          <a:p>
            <a:endParaRPr/>
          </a:p>
        </p:txBody>
      </p:sp>
      <p:sp>
        <p:nvSpPr>
          <p:cNvPr id="21" name="Title Text">
            <a:extLst>
              <a:ext uri="{FF2B5EF4-FFF2-40B4-BE49-F238E27FC236}">
                <a16:creationId xmlns:a16="http://schemas.microsoft.com/office/drawing/2014/main" id="{C3DCBE2C-0AAA-4A59-BA4C-B222F2F9E08C}"/>
              </a:ext>
            </a:extLst>
          </p:cNvPr>
          <p:cNvSpPr>
            <a:spLocks noGrp="1"/>
          </p:cNvSpPr>
          <p:nvPr>
            <p:ph type="title"/>
          </p:nvPr>
        </p:nvSpPr>
        <p:spPr>
          <a:xfrm>
            <a:off x="635000" y="9512300"/>
            <a:ext cx="23114000" cy="2006600"/>
          </a:xfrm>
          <a:prstGeom prst="rect">
            <a:avLst/>
          </a:prstGeom>
        </p:spPr>
        <p:txBody>
          <a:bodyPr anchor="b"/>
          <a:lstStyle/>
          <a:p>
            <a:r>
              <a:t>Title Text</a:t>
            </a:r>
          </a:p>
        </p:txBody>
      </p:sp>
      <p:sp>
        <p:nvSpPr>
          <p:cNvPr id="22" name="Body Level One…">
            <a:extLst>
              <a:ext uri="{FF2B5EF4-FFF2-40B4-BE49-F238E27FC236}">
                <a16:creationId xmlns:a16="http://schemas.microsoft.com/office/drawing/2014/main" id="{DE055C2D-A136-4ABD-9093-2D13CCE28BE4}"/>
              </a:ext>
            </a:extLst>
          </p:cNvPr>
          <p:cNvSpPr>
            <a:spLocks noGrp="1"/>
          </p:cNvSpPr>
          <p:nvPr>
            <p:ph type="body" idx="1"/>
          </p:nvPr>
        </p:nvSpPr>
        <p:spPr>
          <a:xfrm>
            <a:off x="635000" y="11442700"/>
            <a:ext cx="23114000" cy="1587500"/>
          </a:xfrm>
          <a:prstGeom prst="rect">
            <a:avLst/>
          </a:prstGeom>
        </p:spPr>
        <p:txBody>
          <a:bodyPr anchor="t"/>
          <a:lstStyle>
            <a:lvl1pPr marL="0" indent="0" algn="ctr">
              <a:spcBef>
                <a:spcPts val="0"/>
              </a:spcBef>
              <a:buSzTx/>
              <a:buNone/>
              <a:defRPr sz="5400"/>
            </a:lvl1pPr>
            <a:lvl2pPr marL="0" indent="0" algn="ctr">
              <a:spcBef>
                <a:spcPts val="0"/>
              </a:spcBef>
              <a:buSzTx/>
              <a:buNone/>
              <a:defRPr sz="5400"/>
            </a:lvl2pPr>
            <a:lvl3pPr marL="0" indent="0" algn="ctr">
              <a:spcBef>
                <a:spcPts val="0"/>
              </a:spcBef>
              <a:buSzTx/>
              <a:buNone/>
              <a:defRPr sz="5400"/>
            </a:lvl3pPr>
            <a:lvl4pPr marL="0" indent="0" algn="ctr">
              <a:spcBef>
                <a:spcPts val="0"/>
              </a:spcBef>
              <a:buSzTx/>
              <a:buNone/>
              <a:defRPr sz="5400"/>
            </a:lvl4pPr>
            <a:lvl5pPr marL="0" indent="0" algn="ctr">
              <a:spcBef>
                <a:spcPts val="0"/>
              </a:spcBef>
              <a:buSzTx/>
              <a:buNone/>
              <a:defRPr sz="5400"/>
            </a:lvl5pPr>
          </a:lstStyle>
          <a:p>
            <a:r>
              <a:t>Body Level One</a:t>
            </a:r>
          </a:p>
          <a:p>
            <a:pPr lvl="1">
              <a:buNone/>
            </a:pPr>
            <a:r>
              <a:t>Body Level Two</a:t>
            </a:r>
          </a:p>
          <a:p>
            <a:pPr lvl="2">
              <a:buNone/>
            </a:pPr>
            <a:r>
              <a:t>Body Level Three</a:t>
            </a:r>
          </a:p>
          <a:p>
            <a:pPr lvl="3">
              <a:buNone/>
            </a:pPr>
            <a:r>
              <a:t>Body Level Four</a:t>
            </a:r>
          </a:p>
          <a:p>
            <a:pPr lvl="4">
              <a:buNone/>
            </a:pPr>
            <a:r>
              <a:t>Body Level Five</a:t>
            </a:r>
          </a:p>
        </p:txBody>
      </p:sp>
      <p:sp>
        <p:nvSpPr>
          <p:cNvPr id="23" name="Slide Number">
            <a:extLst>
              <a:ext uri="{FF2B5EF4-FFF2-40B4-BE49-F238E27FC236}">
                <a16:creationId xmlns:a16="http://schemas.microsoft.com/office/drawing/2014/main" id="{990F5C3C-2782-4812-BA95-BE03F7BEA798}"/>
              </a:ext>
            </a:extLst>
          </p:cNvPr>
          <p:cNvSpPr>
            <a:spLocks noGrp="1"/>
          </p:cNvSpPr>
          <p:nvPr>
            <p:ph type="sldNum" idx="2"/>
          </p:nvPr>
        </p:nvSpPr>
        <p:spPr>
          <a:prstGeom prst="rect">
            <a:avLst/>
          </a:prstGeom>
        </p:spPr>
        <p:txBody>
          <a:bodyPr/>
          <a:lstStyle/>
          <a:p>
            <a:fld id="{86CB4B4D-7CA3-9044-876B-883B54F8677D}"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 Center">
    <p:spTree>
      <p:nvGrpSpPr>
        <p:cNvPr id="1" name=""/>
        <p:cNvGrpSpPr/>
        <p:nvPr/>
      </p:nvGrpSpPr>
      <p:grpSpPr>
        <a:xfrm>
          <a:off x="0" y="0"/>
          <a:ext cx="0" cy="0"/>
          <a:chOff x="0" y="0"/>
          <a:chExt cx="0" cy="0"/>
        </a:xfrm>
      </p:grpSpPr>
      <p:sp>
        <p:nvSpPr>
          <p:cNvPr id="30" name="Title Text">
            <a:extLst>
              <a:ext uri="{FF2B5EF4-FFF2-40B4-BE49-F238E27FC236}">
                <a16:creationId xmlns:a16="http://schemas.microsoft.com/office/drawing/2014/main" id="{57FB1D5F-0B2D-4F05-89A9-8E8B4ACBB269}"/>
              </a:ext>
            </a:extLst>
          </p:cNvPr>
          <p:cNvSpPr>
            <a:spLocks noGrp="1"/>
          </p:cNvSpPr>
          <p:nvPr>
            <p:ph type="title"/>
          </p:nvPr>
        </p:nvSpPr>
        <p:spPr>
          <a:xfrm>
            <a:off x="1778000" y="4533900"/>
            <a:ext cx="20828000" cy="4648200"/>
          </a:xfrm>
          <a:prstGeom prst="rect">
            <a:avLst/>
          </a:prstGeom>
        </p:spPr>
        <p:txBody>
          <a:bodyPr/>
          <a:lstStyle/>
          <a:p>
            <a:r>
              <a:t>Title Text</a:t>
            </a:r>
          </a:p>
        </p:txBody>
      </p:sp>
      <p:sp>
        <p:nvSpPr>
          <p:cNvPr id="31" name="Slide Number">
            <a:extLst>
              <a:ext uri="{FF2B5EF4-FFF2-40B4-BE49-F238E27FC236}">
                <a16:creationId xmlns:a16="http://schemas.microsoft.com/office/drawing/2014/main" id="{69E909A2-B6EE-4EFA-9159-BD1819CF62F8}"/>
              </a:ext>
            </a:extLst>
          </p:cNvPr>
          <p:cNvSpPr>
            <a:spLocks noGrp="1"/>
          </p:cNvSpPr>
          <p:nvPr>
            <p:ph type="sldNum" idx="2"/>
          </p:nvPr>
        </p:nvSpPr>
        <p:spPr>
          <a:prstGeom prst="rect">
            <a:avLst/>
          </a:prstGeom>
        </p:spPr>
        <p:txBody>
          <a:bodyPr/>
          <a:lstStyle/>
          <a:p>
            <a:fld id="{86CB4B4D-7CA3-9044-876B-883B54F8677D}"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Photo - Vertical">
    <p:spTree>
      <p:nvGrpSpPr>
        <p:cNvPr id="1" name=""/>
        <p:cNvGrpSpPr/>
        <p:nvPr/>
      </p:nvGrpSpPr>
      <p:grpSpPr>
        <a:xfrm>
          <a:off x="0" y="0"/>
          <a:ext cx="0" cy="0"/>
          <a:chOff x="0" y="0"/>
          <a:chExt cx="0" cy="0"/>
        </a:xfrm>
      </p:grpSpPr>
      <p:sp>
        <p:nvSpPr>
          <p:cNvPr id="38" name="Image">
            <a:extLst>
              <a:ext uri="{FF2B5EF4-FFF2-40B4-BE49-F238E27FC236}">
                <a16:creationId xmlns:a16="http://schemas.microsoft.com/office/drawing/2014/main" id="{47093E1D-426A-494F-AC71-20B7C6439414}"/>
              </a:ext>
            </a:extLst>
          </p:cNvPr>
          <p:cNvSpPr>
            <a:spLocks noGrp="1"/>
          </p:cNvSpPr>
          <p:nvPr>
            <p:ph type="pic" idx="13"/>
          </p:nvPr>
        </p:nvSpPr>
        <p:spPr>
          <a:xfrm>
            <a:off x="13165980" y="952500"/>
            <a:ext cx="9525001" cy="11468100"/>
          </a:xfrm>
          <a:prstGeom prst="rect">
            <a:avLst/>
          </a:prstGeom>
        </p:spPr>
        <p:txBody>
          <a:bodyPr lIns="91439" tIns="45719" rIns="91439" bIns="45719" anchor="t">
            <a:noAutofit/>
          </a:bodyPr>
          <a:lstStyle/>
          <a:p>
            <a:endParaRPr/>
          </a:p>
        </p:txBody>
      </p:sp>
      <p:sp>
        <p:nvSpPr>
          <p:cNvPr id="39" name="Title Text">
            <a:extLst>
              <a:ext uri="{FF2B5EF4-FFF2-40B4-BE49-F238E27FC236}">
                <a16:creationId xmlns:a16="http://schemas.microsoft.com/office/drawing/2014/main" id="{1C0258EB-3C2F-4903-B3B3-8A899676B864}"/>
              </a:ext>
            </a:extLst>
          </p:cNvPr>
          <p:cNvSpPr>
            <a:spLocks noGrp="1"/>
          </p:cNvSpPr>
          <p:nvPr>
            <p:ph type="title"/>
          </p:nvPr>
        </p:nvSpPr>
        <p:spPr>
          <a:xfrm>
            <a:off x="1651000" y="952500"/>
            <a:ext cx="10223500" cy="5549900"/>
          </a:xfrm>
          <a:prstGeom prst="rect">
            <a:avLst/>
          </a:prstGeom>
        </p:spPr>
        <p:txBody>
          <a:bodyPr anchor="b"/>
          <a:lstStyle>
            <a:lvl1pPr>
              <a:buNone/>
              <a:defRPr sz="8400"/>
            </a:lvl1pPr>
          </a:lstStyle>
          <a:p>
            <a:r>
              <a:t>Title Text</a:t>
            </a:r>
          </a:p>
        </p:txBody>
      </p:sp>
      <p:sp>
        <p:nvSpPr>
          <p:cNvPr id="40" name="Body Level One…">
            <a:extLst>
              <a:ext uri="{FF2B5EF4-FFF2-40B4-BE49-F238E27FC236}">
                <a16:creationId xmlns:a16="http://schemas.microsoft.com/office/drawing/2014/main" id="{CC28E103-2EF6-4525-87B8-40ADE9A8AF8C}"/>
              </a:ext>
            </a:extLst>
          </p:cNvPr>
          <p:cNvSpPr>
            <a:spLocks noGrp="1"/>
          </p:cNvSpPr>
          <p:nvPr>
            <p:ph type="body" idx="1"/>
          </p:nvPr>
        </p:nvSpPr>
        <p:spPr>
          <a:xfrm>
            <a:off x="1651000" y="6527800"/>
            <a:ext cx="10223500" cy="5727700"/>
          </a:xfrm>
          <a:prstGeom prst="rect">
            <a:avLst/>
          </a:prstGeom>
        </p:spPr>
        <p:txBody>
          <a:bodyPr anchor="t"/>
          <a:lstStyle>
            <a:lvl1pPr marL="0" indent="0" algn="ctr">
              <a:spcBef>
                <a:spcPts val="0"/>
              </a:spcBef>
              <a:buSzTx/>
              <a:buNone/>
              <a:defRPr sz="5400"/>
            </a:lvl1pPr>
            <a:lvl2pPr marL="0" indent="0" algn="ctr">
              <a:spcBef>
                <a:spcPts val="0"/>
              </a:spcBef>
              <a:buSzTx/>
              <a:buNone/>
              <a:defRPr sz="5400"/>
            </a:lvl2pPr>
            <a:lvl3pPr marL="0" indent="0" algn="ctr">
              <a:spcBef>
                <a:spcPts val="0"/>
              </a:spcBef>
              <a:buSzTx/>
              <a:buNone/>
              <a:defRPr sz="5400"/>
            </a:lvl3pPr>
            <a:lvl4pPr marL="0" indent="0" algn="ctr">
              <a:spcBef>
                <a:spcPts val="0"/>
              </a:spcBef>
              <a:buSzTx/>
              <a:buNone/>
              <a:defRPr sz="5400"/>
            </a:lvl4pPr>
            <a:lvl5pPr marL="0" indent="0" algn="ctr">
              <a:spcBef>
                <a:spcPts val="0"/>
              </a:spcBef>
              <a:buSzTx/>
              <a:buNone/>
              <a:defRPr sz="5400"/>
            </a:lvl5pPr>
          </a:lstStyle>
          <a:p>
            <a:r>
              <a:t>Body Level One</a:t>
            </a:r>
          </a:p>
          <a:p>
            <a:pPr lvl="1">
              <a:buNone/>
            </a:pPr>
            <a:r>
              <a:t>Body Level Two</a:t>
            </a:r>
          </a:p>
          <a:p>
            <a:pPr lvl="2">
              <a:buNone/>
            </a:pPr>
            <a:r>
              <a:t>Body Level Three</a:t>
            </a:r>
          </a:p>
          <a:p>
            <a:pPr lvl="3">
              <a:buNone/>
            </a:pPr>
            <a:r>
              <a:t>Body Level Four</a:t>
            </a:r>
          </a:p>
          <a:p>
            <a:pPr lvl="4">
              <a:buNone/>
            </a:pPr>
            <a:r>
              <a:t>Body Level Five</a:t>
            </a:r>
          </a:p>
        </p:txBody>
      </p:sp>
      <p:sp>
        <p:nvSpPr>
          <p:cNvPr id="41" name="Slide Number">
            <a:extLst>
              <a:ext uri="{FF2B5EF4-FFF2-40B4-BE49-F238E27FC236}">
                <a16:creationId xmlns:a16="http://schemas.microsoft.com/office/drawing/2014/main" id="{4F0CC256-757B-4348-A5FC-71202E8B81AE}"/>
              </a:ext>
            </a:extLst>
          </p:cNvPr>
          <p:cNvSpPr>
            <a:spLocks noGrp="1"/>
          </p:cNvSpPr>
          <p:nvPr>
            <p:ph type="sldNum" idx="2"/>
          </p:nvPr>
        </p:nvSpPr>
        <p:spPr>
          <a:prstGeom prst="rect">
            <a:avLst/>
          </a:prstGeom>
        </p:spPr>
        <p:txBody>
          <a:bodyPr/>
          <a:lstStyle/>
          <a:p>
            <a:fld id="{86CB4B4D-7CA3-9044-876B-883B54F8677D}"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 Top">
    <p:spTree>
      <p:nvGrpSpPr>
        <p:cNvPr id="1" name=""/>
        <p:cNvGrpSpPr/>
        <p:nvPr/>
      </p:nvGrpSpPr>
      <p:grpSpPr>
        <a:xfrm>
          <a:off x="0" y="0"/>
          <a:ext cx="0" cy="0"/>
          <a:chOff x="0" y="0"/>
          <a:chExt cx="0" cy="0"/>
        </a:xfrm>
      </p:grpSpPr>
      <p:sp>
        <p:nvSpPr>
          <p:cNvPr id="48" name="Title Text">
            <a:extLst>
              <a:ext uri="{FF2B5EF4-FFF2-40B4-BE49-F238E27FC236}">
                <a16:creationId xmlns:a16="http://schemas.microsoft.com/office/drawing/2014/main" id="{DFE1FA56-62E7-44E6-82FE-1D8721EB5682}"/>
              </a:ext>
            </a:extLst>
          </p:cNvPr>
          <p:cNvSpPr>
            <a:spLocks noGrp="1"/>
          </p:cNvSpPr>
          <p:nvPr>
            <p:ph type="title"/>
          </p:nvPr>
        </p:nvSpPr>
        <p:spPr>
          <a:prstGeom prst="rect">
            <a:avLst/>
          </a:prstGeom>
        </p:spPr>
        <p:txBody>
          <a:bodyPr/>
          <a:lstStyle/>
          <a:p>
            <a:r>
              <a:t>Title Text</a:t>
            </a:r>
          </a:p>
        </p:txBody>
      </p:sp>
      <p:sp>
        <p:nvSpPr>
          <p:cNvPr id="49" name="Slide Number">
            <a:extLst>
              <a:ext uri="{FF2B5EF4-FFF2-40B4-BE49-F238E27FC236}">
                <a16:creationId xmlns:a16="http://schemas.microsoft.com/office/drawing/2014/main" id="{FA35F0CC-F490-4499-80C4-20330E58CE01}"/>
              </a:ext>
            </a:extLst>
          </p:cNvPr>
          <p:cNvSpPr>
            <a:spLocks noGrp="1"/>
          </p:cNvSpPr>
          <p:nvPr>
            <p:ph type="sldNum" idx="2"/>
          </p:nvPr>
        </p:nvSpPr>
        <p:spPr>
          <a:prstGeom prst="rect">
            <a:avLst/>
          </a:prstGeom>
        </p:spPr>
        <p:txBody>
          <a:bodyPr/>
          <a:lstStyle/>
          <a:p>
            <a:fld id="{86CB4B4D-7CA3-9044-876B-883B54F8677D}" type="slidenum">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cSld name="Title &amp; Bullets">
    <p:spTree>
      <p:nvGrpSpPr>
        <p:cNvPr id="1" name=""/>
        <p:cNvGrpSpPr/>
        <p:nvPr/>
      </p:nvGrpSpPr>
      <p:grpSpPr>
        <a:xfrm>
          <a:off x="0" y="0"/>
          <a:ext cx="0" cy="0"/>
          <a:chOff x="0" y="0"/>
          <a:chExt cx="0" cy="0"/>
        </a:xfrm>
      </p:grpSpPr>
      <p:sp>
        <p:nvSpPr>
          <p:cNvPr id="56" name="Title Text">
            <a:extLst>
              <a:ext uri="{FF2B5EF4-FFF2-40B4-BE49-F238E27FC236}">
                <a16:creationId xmlns:a16="http://schemas.microsoft.com/office/drawing/2014/main" id="{B5E9786B-7939-46B1-B0D6-4E00C0E72F4F}"/>
              </a:ext>
            </a:extLst>
          </p:cNvPr>
          <p:cNvSpPr>
            <a:spLocks noGrp="1"/>
          </p:cNvSpPr>
          <p:nvPr>
            <p:ph type="title"/>
          </p:nvPr>
        </p:nvSpPr>
        <p:spPr>
          <a:prstGeom prst="rect">
            <a:avLst/>
          </a:prstGeom>
        </p:spPr>
        <p:txBody>
          <a:bodyPr/>
          <a:lstStyle/>
          <a:p>
            <a:r>
              <a:t>Title Text</a:t>
            </a:r>
          </a:p>
        </p:txBody>
      </p:sp>
      <p:sp>
        <p:nvSpPr>
          <p:cNvPr id="57" name="Body Level One…">
            <a:extLst>
              <a:ext uri="{FF2B5EF4-FFF2-40B4-BE49-F238E27FC236}">
                <a16:creationId xmlns:a16="http://schemas.microsoft.com/office/drawing/2014/main" id="{83B63319-BF49-4E59-BB37-1BC3C5E32C71}"/>
              </a:ext>
            </a:extLst>
          </p:cNvPr>
          <p:cNvSpPr>
            <a:spLocks noGrp="1"/>
          </p:cNvSpPr>
          <p:nvPr>
            <p:ph type="body" idx="1"/>
          </p:nvPr>
        </p:nvSpPr>
        <p:spPr>
          <a:prstGeom prst="rect">
            <a:avLst/>
          </a:prstGeom>
        </p:spPr>
        <p:txBody>
          <a:bodyPr/>
          <a:lstStyle>
            <a:lvl1pPr>
              <a:buNone/>
              <a:defRPr sz="4800"/>
            </a:lvl1pPr>
            <a:lvl2pPr>
              <a:buNone/>
              <a:defRPr sz="4800"/>
            </a:lvl2pPr>
            <a:lvl3pPr>
              <a:buNone/>
              <a:defRPr sz="4800"/>
            </a:lvl3pPr>
            <a:lvl4pPr>
              <a:buNone/>
              <a:defRPr sz="4800"/>
            </a:lvl4pPr>
            <a:lvl5pPr>
              <a:buNone/>
              <a:defRPr sz="4800"/>
            </a:lvl5pPr>
          </a:lstStyle>
          <a:p>
            <a:r>
              <a:t>Body Level One</a:t>
            </a:r>
          </a:p>
          <a:p>
            <a:pPr lvl="1">
              <a:buNone/>
            </a:pPr>
            <a:r>
              <a:t>Body Level Two</a:t>
            </a:r>
          </a:p>
          <a:p>
            <a:pPr lvl="2">
              <a:buNone/>
            </a:pPr>
            <a:r>
              <a:t>Body Level Three</a:t>
            </a:r>
          </a:p>
          <a:p>
            <a:pPr lvl="3">
              <a:buNone/>
            </a:pPr>
            <a:r>
              <a:t>Body Level Four</a:t>
            </a:r>
          </a:p>
          <a:p>
            <a:pPr lvl="4">
              <a:buNone/>
            </a:pPr>
            <a:r>
              <a:t>Body Level Five</a:t>
            </a:r>
          </a:p>
        </p:txBody>
      </p:sp>
      <p:sp>
        <p:nvSpPr>
          <p:cNvPr id="58" name="Slide Number">
            <a:extLst>
              <a:ext uri="{FF2B5EF4-FFF2-40B4-BE49-F238E27FC236}">
                <a16:creationId xmlns:a16="http://schemas.microsoft.com/office/drawing/2014/main" id="{36BEC41F-3289-44FE-B317-CAA62563FED6}"/>
              </a:ext>
            </a:extLst>
          </p:cNvPr>
          <p:cNvSpPr>
            <a:spLocks noGrp="1"/>
          </p:cNvSpPr>
          <p:nvPr>
            <p:ph type="sldNum" idx="2"/>
          </p:nvPr>
        </p:nvSpPr>
        <p:spPr>
          <a:prstGeom prst="rect">
            <a:avLst/>
          </a:prstGeom>
        </p:spPr>
        <p:txBody>
          <a:bodyPr/>
          <a:lstStyle/>
          <a:p>
            <a:fld id="{86CB4B4D-7CA3-9044-876B-883B54F8677D}" type="slidenum">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cSld name="Title, Bullets &amp; Photo">
    <p:spTree>
      <p:nvGrpSpPr>
        <p:cNvPr id="1" name=""/>
        <p:cNvGrpSpPr/>
        <p:nvPr/>
      </p:nvGrpSpPr>
      <p:grpSpPr>
        <a:xfrm>
          <a:off x="0" y="0"/>
          <a:ext cx="0" cy="0"/>
          <a:chOff x="0" y="0"/>
          <a:chExt cx="0" cy="0"/>
        </a:xfrm>
      </p:grpSpPr>
      <p:sp>
        <p:nvSpPr>
          <p:cNvPr id="65" name="Image">
            <a:extLst>
              <a:ext uri="{FF2B5EF4-FFF2-40B4-BE49-F238E27FC236}">
                <a16:creationId xmlns:a16="http://schemas.microsoft.com/office/drawing/2014/main" id="{091562AF-74EE-4696-A8C6-BE324545EA49}"/>
              </a:ext>
            </a:extLst>
          </p:cNvPr>
          <p:cNvSpPr>
            <a:spLocks noGrp="1"/>
          </p:cNvSpPr>
          <p:nvPr>
            <p:ph type="pic" idx="13"/>
          </p:nvPr>
        </p:nvSpPr>
        <p:spPr>
          <a:xfrm>
            <a:off x="13169900" y="3149600"/>
            <a:ext cx="9525000" cy="9296400"/>
          </a:xfrm>
          <a:prstGeom prst="rect">
            <a:avLst/>
          </a:prstGeom>
        </p:spPr>
        <p:txBody>
          <a:bodyPr lIns="91439" tIns="45719" rIns="91439" bIns="45719" anchor="t">
            <a:noAutofit/>
          </a:bodyPr>
          <a:lstStyle/>
          <a:p>
            <a:endParaRPr/>
          </a:p>
        </p:txBody>
      </p:sp>
      <p:sp>
        <p:nvSpPr>
          <p:cNvPr id="66" name="Title Text">
            <a:extLst>
              <a:ext uri="{FF2B5EF4-FFF2-40B4-BE49-F238E27FC236}">
                <a16:creationId xmlns:a16="http://schemas.microsoft.com/office/drawing/2014/main" id="{3AE46CC7-D0C7-46DD-B788-E5242BCD2AD7}"/>
              </a:ext>
            </a:extLst>
          </p:cNvPr>
          <p:cNvSpPr>
            <a:spLocks noGrp="1"/>
          </p:cNvSpPr>
          <p:nvPr>
            <p:ph type="title"/>
          </p:nvPr>
        </p:nvSpPr>
        <p:spPr>
          <a:prstGeom prst="rect">
            <a:avLst/>
          </a:prstGeom>
        </p:spPr>
        <p:txBody>
          <a:bodyPr/>
          <a:lstStyle/>
          <a:p>
            <a:r>
              <a:t>Title Text</a:t>
            </a:r>
          </a:p>
        </p:txBody>
      </p:sp>
      <p:sp>
        <p:nvSpPr>
          <p:cNvPr id="67" name="Body Level One…">
            <a:extLst>
              <a:ext uri="{FF2B5EF4-FFF2-40B4-BE49-F238E27FC236}">
                <a16:creationId xmlns:a16="http://schemas.microsoft.com/office/drawing/2014/main" id="{B5B1EC49-D34D-4DA7-B5BA-12346A2E827D}"/>
              </a:ext>
            </a:extLst>
          </p:cNvPr>
          <p:cNvSpPr>
            <a:spLocks noGrp="1"/>
          </p:cNvSpPr>
          <p:nvPr>
            <p:ph type="body" idx="1"/>
          </p:nvPr>
        </p:nvSpPr>
        <p:spPr>
          <a:xfrm>
            <a:off x="1689100" y="3149600"/>
            <a:ext cx="10223500" cy="9296400"/>
          </a:xfrm>
          <a:prstGeom prst="rect">
            <a:avLst/>
          </a:prstGeom>
        </p:spPr>
        <p:txBody>
          <a:bodyPr/>
          <a:lstStyle>
            <a:lvl1pPr marL="558800" indent="-558800">
              <a:spcBef>
                <a:spcPts val="4500"/>
              </a:spcBef>
              <a:buNone/>
              <a:defRPr sz="3800"/>
            </a:lvl1pPr>
            <a:lvl2pPr marL="1117600" indent="-558800">
              <a:spcBef>
                <a:spcPts val="4500"/>
              </a:spcBef>
              <a:buNone/>
              <a:defRPr sz="3800"/>
            </a:lvl2pPr>
            <a:lvl3pPr marL="1676400" indent="-558800">
              <a:spcBef>
                <a:spcPts val="4500"/>
              </a:spcBef>
              <a:buNone/>
              <a:defRPr sz="3800"/>
            </a:lvl3pPr>
            <a:lvl4pPr marL="2235200" indent="-558800">
              <a:spcBef>
                <a:spcPts val="4500"/>
              </a:spcBef>
              <a:buNone/>
              <a:defRPr sz="3800"/>
            </a:lvl4pPr>
            <a:lvl5pPr marL="2794000" indent="-558800">
              <a:spcBef>
                <a:spcPts val="4500"/>
              </a:spcBef>
              <a:buNone/>
              <a:defRPr sz="3800"/>
            </a:lvl5pPr>
          </a:lstStyle>
          <a:p>
            <a:r>
              <a:t>Body Level One</a:t>
            </a:r>
          </a:p>
          <a:p>
            <a:pPr lvl="1">
              <a:buNone/>
            </a:pPr>
            <a:r>
              <a:t>Body Level Two</a:t>
            </a:r>
          </a:p>
          <a:p>
            <a:pPr lvl="2">
              <a:buNone/>
            </a:pPr>
            <a:r>
              <a:t>Body Level Three</a:t>
            </a:r>
          </a:p>
          <a:p>
            <a:pPr lvl="3">
              <a:buNone/>
            </a:pPr>
            <a:r>
              <a:t>Body Level Four</a:t>
            </a:r>
          </a:p>
          <a:p>
            <a:pPr lvl="4">
              <a:buNone/>
            </a:pPr>
            <a:r>
              <a:t>Body Level Five</a:t>
            </a:r>
          </a:p>
        </p:txBody>
      </p:sp>
      <p:sp>
        <p:nvSpPr>
          <p:cNvPr id="68" name="Slide Number">
            <a:extLst>
              <a:ext uri="{FF2B5EF4-FFF2-40B4-BE49-F238E27FC236}">
                <a16:creationId xmlns:a16="http://schemas.microsoft.com/office/drawing/2014/main" id="{B3FBDA2A-AB43-406B-A669-E2F356848D7F}"/>
              </a:ext>
            </a:extLst>
          </p:cNvPr>
          <p:cNvSpPr>
            <a:spLocks noGrp="1"/>
          </p:cNvSpPr>
          <p:nvPr>
            <p:ph type="sldNum" idx="2"/>
          </p:nvPr>
        </p:nvSpPr>
        <p:spPr>
          <a:prstGeom prst="rect">
            <a:avLst/>
          </a:prstGeom>
        </p:spPr>
        <p:txBody>
          <a:bodyPr/>
          <a:lstStyle/>
          <a:p>
            <a:fld id="{86CB4B4D-7CA3-9044-876B-883B54F8677D}" type="slidenum">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cSld name="Bullets">
    <p:spTree>
      <p:nvGrpSpPr>
        <p:cNvPr id="1" name=""/>
        <p:cNvGrpSpPr/>
        <p:nvPr/>
      </p:nvGrpSpPr>
      <p:grpSpPr>
        <a:xfrm>
          <a:off x="0" y="0"/>
          <a:ext cx="0" cy="0"/>
          <a:chOff x="0" y="0"/>
          <a:chExt cx="0" cy="0"/>
        </a:xfrm>
      </p:grpSpPr>
      <p:sp>
        <p:nvSpPr>
          <p:cNvPr id="75" name="Body Level One…">
            <a:extLst>
              <a:ext uri="{FF2B5EF4-FFF2-40B4-BE49-F238E27FC236}">
                <a16:creationId xmlns:a16="http://schemas.microsoft.com/office/drawing/2014/main" id="{A5D379BE-32A0-4A53-BF7E-BDFB6162CAA0}"/>
              </a:ext>
            </a:extLst>
          </p:cNvPr>
          <p:cNvSpPr>
            <a:spLocks noGrp="1"/>
          </p:cNvSpPr>
          <p:nvPr>
            <p:ph type="body" idx="1"/>
          </p:nvPr>
        </p:nvSpPr>
        <p:spPr>
          <a:xfrm>
            <a:off x="1689100" y="1778000"/>
            <a:ext cx="21005800" cy="10160000"/>
          </a:xfrm>
          <a:prstGeom prst="rect">
            <a:avLst/>
          </a:prstGeom>
        </p:spPr>
        <p:txBody>
          <a:bodyPr/>
          <a:lstStyle>
            <a:lvl1pPr>
              <a:buNone/>
              <a:defRPr sz="4800"/>
            </a:lvl1pPr>
            <a:lvl2pPr>
              <a:buNone/>
              <a:defRPr sz="4800"/>
            </a:lvl2pPr>
            <a:lvl3pPr>
              <a:buNone/>
              <a:defRPr sz="4800"/>
            </a:lvl3pPr>
            <a:lvl4pPr>
              <a:buNone/>
              <a:defRPr sz="4800"/>
            </a:lvl4pPr>
            <a:lvl5pPr>
              <a:buNone/>
              <a:defRPr sz="4800"/>
            </a:lvl5pPr>
          </a:lstStyle>
          <a:p>
            <a:r>
              <a:t>Body Level One</a:t>
            </a:r>
          </a:p>
          <a:p>
            <a:pPr lvl="1">
              <a:buNone/>
            </a:pPr>
            <a:r>
              <a:t>Body Level Two</a:t>
            </a:r>
          </a:p>
          <a:p>
            <a:pPr lvl="2">
              <a:buNone/>
            </a:pPr>
            <a:r>
              <a:t>Body Level Three</a:t>
            </a:r>
          </a:p>
          <a:p>
            <a:pPr lvl="3">
              <a:buNone/>
            </a:pPr>
            <a:r>
              <a:t>Body Level Four</a:t>
            </a:r>
          </a:p>
          <a:p>
            <a:pPr lvl="4">
              <a:buNone/>
            </a:pPr>
            <a:r>
              <a:t>Body Level Five</a:t>
            </a:r>
          </a:p>
        </p:txBody>
      </p:sp>
      <p:sp>
        <p:nvSpPr>
          <p:cNvPr id="76" name="Slide Number">
            <a:extLst>
              <a:ext uri="{FF2B5EF4-FFF2-40B4-BE49-F238E27FC236}">
                <a16:creationId xmlns:a16="http://schemas.microsoft.com/office/drawing/2014/main" id="{5E6011AB-93B4-4735-B1D0-99A5A4AC91E3}"/>
              </a:ext>
            </a:extLst>
          </p:cNvPr>
          <p:cNvSpPr>
            <a:spLocks noGrp="1"/>
          </p:cNvSpPr>
          <p:nvPr>
            <p:ph type="sldNum" idx="2"/>
          </p:nvPr>
        </p:nvSpPr>
        <p:spPr>
          <a:prstGeom prst="rect">
            <a:avLst/>
          </a:prstGeom>
        </p:spPr>
        <p:txBody>
          <a:bodyPr/>
          <a:lstStyle/>
          <a:p>
            <a:fld id="{86CB4B4D-7CA3-9044-876B-883B54F8677D}" type="slidenum">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cSld name="Photo - 3 Up">
    <p:spTree>
      <p:nvGrpSpPr>
        <p:cNvPr id="1" name=""/>
        <p:cNvGrpSpPr/>
        <p:nvPr/>
      </p:nvGrpSpPr>
      <p:grpSpPr>
        <a:xfrm>
          <a:off x="0" y="0"/>
          <a:ext cx="0" cy="0"/>
          <a:chOff x="0" y="0"/>
          <a:chExt cx="0" cy="0"/>
        </a:xfrm>
      </p:grpSpPr>
      <p:sp>
        <p:nvSpPr>
          <p:cNvPr id="83" name="Image">
            <a:extLst>
              <a:ext uri="{FF2B5EF4-FFF2-40B4-BE49-F238E27FC236}">
                <a16:creationId xmlns:a16="http://schemas.microsoft.com/office/drawing/2014/main" id="{05841203-FE37-4D38-BB92-261322805BB3}"/>
              </a:ext>
            </a:extLst>
          </p:cNvPr>
          <p:cNvSpPr>
            <a:spLocks noGrp="1"/>
          </p:cNvSpPr>
          <p:nvPr>
            <p:ph type="pic" idx="13"/>
          </p:nvPr>
        </p:nvSpPr>
        <p:spPr>
          <a:xfrm>
            <a:off x="15760700" y="7048500"/>
            <a:ext cx="7404100" cy="5549900"/>
          </a:xfrm>
          <a:prstGeom prst="rect">
            <a:avLst/>
          </a:prstGeom>
        </p:spPr>
        <p:txBody>
          <a:bodyPr lIns="91439" tIns="45719" rIns="91439" bIns="45719" anchor="t">
            <a:noAutofit/>
          </a:bodyPr>
          <a:lstStyle/>
          <a:p>
            <a:endParaRPr/>
          </a:p>
        </p:txBody>
      </p:sp>
      <p:sp>
        <p:nvSpPr>
          <p:cNvPr id="84" name="Image">
            <a:extLst>
              <a:ext uri="{FF2B5EF4-FFF2-40B4-BE49-F238E27FC236}">
                <a16:creationId xmlns:a16="http://schemas.microsoft.com/office/drawing/2014/main" id="{9E8185AE-2062-4C99-A928-04E80C688231}"/>
              </a:ext>
            </a:extLst>
          </p:cNvPr>
          <p:cNvSpPr>
            <a:spLocks noGrp="1"/>
          </p:cNvSpPr>
          <p:nvPr>
            <p:ph type="pic" idx="14"/>
          </p:nvPr>
        </p:nvSpPr>
        <p:spPr>
          <a:xfrm>
            <a:off x="15760700" y="1130300"/>
            <a:ext cx="7404100" cy="5549900"/>
          </a:xfrm>
          <a:prstGeom prst="rect">
            <a:avLst/>
          </a:prstGeom>
        </p:spPr>
        <p:txBody>
          <a:bodyPr lIns="91439" tIns="45719" rIns="91439" bIns="45719" anchor="t">
            <a:noAutofit/>
          </a:bodyPr>
          <a:lstStyle/>
          <a:p>
            <a:endParaRPr/>
          </a:p>
        </p:txBody>
      </p:sp>
      <p:sp>
        <p:nvSpPr>
          <p:cNvPr id="85" name="Image">
            <a:extLst>
              <a:ext uri="{FF2B5EF4-FFF2-40B4-BE49-F238E27FC236}">
                <a16:creationId xmlns:a16="http://schemas.microsoft.com/office/drawing/2014/main" id="{8F2A4DFF-1B3D-4940-B3E8-2706B980286B}"/>
              </a:ext>
            </a:extLst>
          </p:cNvPr>
          <p:cNvSpPr>
            <a:spLocks noGrp="1"/>
          </p:cNvSpPr>
          <p:nvPr>
            <p:ph type="pic" idx="15"/>
          </p:nvPr>
        </p:nvSpPr>
        <p:spPr>
          <a:xfrm>
            <a:off x="1206500" y="1130300"/>
            <a:ext cx="14173200" cy="11468100"/>
          </a:xfrm>
          <a:prstGeom prst="rect">
            <a:avLst/>
          </a:prstGeom>
        </p:spPr>
        <p:txBody>
          <a:bodyPr lIns="91439" tIns="45719" rIns="91439" bIns="45719" anchor="t">
            <a:noAutofit/>
          </a:bodyPr>
          <a:lstStyle/>
          <a:p>
            <a:endParaRPr/>
          </a:p>
        </p:txBody>
      </p:sp>
      <p:sp>
        <p:nvSpPr>
          <p:cNvPr id="86" name="Slide Number">
            <a:extLst>
              <a:ext uri="{FF2B5EF4-FFF2-40B4-BE49-F238E27FC236}">
                <a16:creationId xmlns:a16="http://schemas.microsoft.com/office/drawing/2014/main" id="{71691CA4-C34A-4B49-B590-94AB598BAD43}"/>
              </a:ext>
            </a:extLst>
          </p:cNvPr>
          <p:cNvSpPr>
            <a:spLocks noGrp="1"/>
          </p:cNvSpPr>
          <p:nvPr>
            <p:ph type="sldNum" idx="2"/>
          </p:nvPr>
        </p:nvSpPr>
        <p:spPr>
          <a:prstGeom prst="rect">
            <a:avLst/>
          </a:prstGeom>
        </p:spPr>
        <p:txBody>
          <a:bodyPr/>
          <a:lstStyle/>
          <a:p>
            <a:fld id="{86CB4B4D-7CA3-9044-876B-883B54F8677D}" type="slidenum">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cSld name="Quote">
    <p:spTree>
      <p:nvGrpSpPr>
        <p:cNvPr id="1" name=""/>
        <p:cNvGrpSpPr/>
        <p:nvPr/>
      </p:nvGrpSpPr>
      <p:grpSpPr>
        <a:xfrm>
          <a:off x="0" y="0"/>
          <a:ext cx="0" cy="0"/>
          <a:chOff x="0" y="0"/>
          <a:chExt cx="0" cy="0"/>
        </a:xfrm>
      </p:grpSpPr>
      <p:sp>
        <p:nvSpPr>
          <p:cNvPr id="93" name="–Johnny Appleseed">
            <a:extLst>
              <a:ext uri="{FF2B5EF4-FFF2-40B4-BE49-F238E27FC236}">
                <a16:creationId xmlns:a16="http://schemas.microsoft.com/office/drawing/2014/main" id="{553A3F05-6089-4A30-AFEC-9CAA3F172886}"/>
              </a:ext>
            </a:extLst>
          </p:cNvPr>
          <p:cNvSpPr>
            <a:spLocks noGrp="1"/>
          </p:cNvSpPr>
          <p:nvPr>
            <p:ph type="body" idx="13"/>
          </p:nvPr>
        </p:nvSpPr>
        <p:spPr>
          <a:xfrm>
            <a:off x="2387600" y="8953500"/>
            <a:ext cx="19621500" cy="585521"/>
          </a:xfrm>
          <a:prstGeom prst="rect">
            <a:avLst/>
          </a:prstGeom>
        </p:spPr>
        <p:txBody>
          <a:bodyPr anchor="t">
            <a:spAutoFit/>
          </a:bodyPr>
          <a:lstStyle>
            <a:lvl1pPr marL="0" indent="0" algn="ctr">
              <a:spcBef>
                <a:spcPts val="0"/>
              </a:spcBef>
              <a:buSzTx/>
              <a:buNone/>
              <a:defRPr sz="3200" i="1"/>
            </a:lvl1pPr>
          </a:lstStyle>
          <a:p>
            <a:r>
              <a:t>–Johnny Appleseed</a:t>
            </a:r>
          </a:p>
        </p:txBody>
      </p:sp>
      <p:sp>
        <p:nvSpPr>
          <p:cNvPr id="94" name="“Type a quote here.”">
            <a:extLst>
              <a:ext uri="{FF2B5EF4-FFF2-40B4-BE49-F238E27FC236}">
                <a16:creationId xmlns:a16="http://schemas.microsoft.com/office/drawing/2014/main" id="{192EC408-E69B-4D17-9014-48C90591F423}"/>
              </a:ext>
            </a:extLst>
          </p:cNvPr>
          <p:cNvSpPr>
            <a:spLocks noGrp="1"/>
          </p:cNvSpPr>
          <p:nvPr>
            <p:ph type="body" idx="14"/>
          </p:nvPr>
        </p:nvSpPr>
        <p:spPr>
          <a:xfrm>
            <a:off x="2387600" y="6076950"/>
            <a:ext cx="19621500" cy="825500"/>
          </a:xfrm>
          <a:prstGeom prst="rect">
            <a:avLst/>
          </a:prstGeom>
        </p:spPr>
        <p:txBody>
          <a:bodyPr>
            <a:spAutoFit/>
          </a:bodyPr>
          <a:lstStyle>
            <a:lvl1pPr marL="0" indent="0" algn="ctr">
              <a:spcBef>
                <a:spcPts val="0"/>
              </a:spcBef>
              <a:buSzTx/>
              <a:buNone/>
              <a:defRPr sz="4800">
                <a:latin typeface="+mn-lt"/>
                <a:ea typeface="+mn-lt"/>
                <a:cs typeface="+mn-lt"/>
              </a:defRPr>
            </a:lvl1pPr>
          </a:lstStyle>
          <a:p>
            <a:r>
              <a:t>“Type a quote here.” </a:t>
            </a:r>
          </a:p>
        </p:txBody>
      </p:sp>
      <p:sp>
        <p:nvSpPr>
          <p:cNvPr id="95" name="Slide Number">
            <a:extLst>
              <a:ext uri="{FF2B5EF4-FFF2-40B4-BE49-F238E27FC236}">
                <a16:creationId xmlns:a16="http://schemas.microsoft.com/office/drawing/2014/main" id="{A85669F6-BF3F-42A6-B7EF-C0CD2013FEFD}"/>
              </a:ext>
            </a:extLst>
          </p:cNvPr>
          <p:cNvSpPr>
            <a:spLocks noGrp="1"/>
          </p:cNvSpPr>
          <p:nvPr>
            <p:ph type="sldNum" idx="2"/>
          </p:nvPr>
        </p:nvSpPr>
        <p:spPr>
          <a:prstGeom prst="rect">
            <a:avLst/>
          </a:prstGeom>
        </p:spPr>
        <p:txBody>
          <a:bodyPr/>
          <a:lstStyle/>
          <a:p>
            <a:fld id="{86CB4B4D-7CA3-9044-876B-883B54F8677D}" type="slidenum">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cSld name="Photo">
    <p:spTree>
      <p:nvGrpSpPr>
        <p:cNvPr id="1" name=""/>
        <p:cNvGrpSpPr/>
        <p:nvPr/>
      </p:nvGrpSpPr>
      <p:grpSpPr>
        <a:xfrm>
          <a:off x="0" y="0"/>
          <a:ext cx="0" cy="0"/>
          <a:chOff x="0" y="0"/>
          <a:chExt cx="0" cy="0"/>
        </a:xfrm>
      </p:grpSpPr>
      <p:sp>
        <p:nvSpPr>
          <p:cNvPr id="102" name="Image">
            <a:extLst>
              <a:ext uri="{FF2B5EF4-FFF2-40B4-BE49-F238E27FC236}">
                <a16:creationId xmlns:a16="http://schemas.microsoft.com/office/drawing/2014/main" id="{014619ED-6E4B-446A-B8C6-F4C7A9084942}"/>
              </a:ext>
            </a:extLst>
          </p:cNvPr>
          <p:cNvSpPr>
            <a:spLocks noGrp="1"/>
          </p:cNvSpPr>
          <p:nvPr>
            <p:ph type="pic" idx="13"/>
          </p:nvPr>
        </p:nvSpPr>
        <p:spPr>
          <a:xfrm>
            <a:off x="0" y="0"/>
            <a:ext cx="24384000" cy="13716000"/>
          </a:xfrm>
          <a:prstGeom prst="rect">
            <a:avLst/>
          </a:prstGeom>
        </p:spPr>
        <p:txBody>
          <a:bodyPr lIns="91439" tIns="45719" rIns="91439" bIns="45719" anchor="t">
            <a:noAutofit/>
          </a:bodyPr>
          <a:lstStyle/>
          <a:p>
            <a:endParaRPr/>
          </a:p>
        </p:txBody>
      </p:sp>
      <p:sp>
        <p:nvSpPr>
          <p:cNvPr id="103" name="Slide Number">
            <a:extLst>
              <a:ext uri="{FF2B5EF4-FFF2-40B4-BE49-F238E27FC236}">
                <a16:creationId xmlns:a16="http://schemas.microsoft.com/office/drawing/2014/main" id="{80BC4E0D-FDAA-41E3-8588-508A6B090652}"/>
              </a:ext>
            </a:extLst>
          </p:cNvPr>
          <p:cNvSpPr>
            <a:spLocks noGrp="1"/>
          </p:cNvSpPr>
          <p:nvPr>
            <p:ph type="sldNum" idx="2"/>
          </p:nvPr>
        </p:nvSpPr>
        <p:spPr>
          <a:prstGeom prst="rect">
            <a:avLst/>
          </a:prstGeom>
        </p:spPr>
        <p:txBody>
          <a:bodyPr/>
          <a:lstStyle/>
          <a:p>
            <a:fld id="{86CB4B4D-7CA3-9044-876B-883B54F8677D}" type="slidenum">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Blank">
    <p:spTree>
      <p:nvGrpSpPr>
        <p:cNvPr id="1" name=""/>
        <p:cNvGrpSpPr/>
        <p:nvPr/>
      </p:nvGrpSpPr>
      <p:grpSpPr>
        <a:xfrm>
          <a:off x="0" y="0"/>
          <a:ext cx="0" cy="0"/>
          <a:chOff x="0" y="0"/>
          <a:chExt cx="0" cy="0"/>
        </a:xfrm>
      </p:grpSpPr>
      <p:sp>
        <p:nvSpPr>
          <p:cNvPr id="110" name="Slide Number">
            <a:extLst>
              <a:ext uri="{FF2B5EF4-FFF2-40B4-BE49-F238E27FC236}">
                <a16:creationId xmlns:a16="http://schemas.microsoft.com/office/drawing/2014/main" id="{7CB15420-B925-4F40-B236-F294E9E871FD}"/>
              </a:ext>
            </a:extLst>
          </p:cNvPr>
          <p:cNvSpPr>
            <a:spLocks noGrp="1"/>
          </p:cNvSpPr>
          <p:nvPr>
            <p:ph type="sldNum" idx="2"/>
          </p:nvPr>
        </p:nvSpPr>
        <p:spPr>
          <a:prstGeom prst="rect">
            <a:avLst/>
          </a:prstGeom>
        </p:spPr>
        <p:txBody>
          <a:bodyPr/>
          <a:lstStyle/>
          <a:p>
            <a:fld id="{86CB4B4D-7CA3-9044-876B-883B54F8677D}" type="slidenum">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cSld name="Título e Conteúdo">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1A17102-CC77-4131-B959-43DD6ACF5167}"/>
              </a:ext>
            </a:extLst>
          </p:cNvPr>
          <p:cNvSpPr>
            <a:spLocks noGrp="1"/>
          </p:cNvSpPr>
          <p:nvPr>
            <p:ph type="title"/>
          </p:nvPr>
        </p:nvSpPr>
        <p:spPr>
          <a:xfrm>
            <a:off x="1689100" y="1612900"/>
            <a:ext cx="19170650" cy="2286000"/>
          </a:xfrm>
        </p:spPr>
        <p:txBody>
          <a:bodyPr/>
          <a:lstStyle/>
          <a:p>
            <a:r>
              <a:t>Clique para editar estilo do título mestre</a:t>
            </a:r>
          </a:p>
        </p:txBody>
      </p:sp>
      <p:sp>
        <p:nvSpPr>
          <p:cNvPr id="3" name="Espaço Reservado para Conteúdo 2">
            <a:extLst>
              <a:ext uri="{FF2B5EF4-FFF2-40B4-BE49-F238E27FC236}">
                <a16:creationId xmlns:a16="http://schemas.microsoft.com/office/drawing/2014/main" id="{80EA85B1-8C9B-44FE-87DF-D6DDDCF17701}"/>
              </a:ext>
            </a:extLst>
          </p:cNvPr>
          <p:cNvSpPr>
            <a:spLocks noGrp="1"/>
          </p:cNvSpPr>
          <p:nvPr>
            <p:ph idx="1"/>
          </p:nvPr>
        </p:nvSpPr>
        <p:spPr>
          <a:xfrm>
            <a:off x="1689100" y="4406900"/>
            <a:ext cx="19170650" cy="7823200"/>
          </a:xfrm>
        </p:spPr>
        <p:txBody>
          <a:bodyPr/>
          <a:lstStyle/>
          <a:p>
            <a:pPr lvl="0">
              <a:buNone/>
            </a:pPr>
            <a:r>
              <a:t>Clique para editar os estilos de texto mestres</a:t>
            </a:r>
          </a:p>
          <a:p>
            <a:pPr lvl="1">
              <a:buNone/>
            </a:pPr>
            <a:r>
              <a:t>Segundo nível</a:t>
            </a:r>
          </a:p>
          <a:p>
            <a:pPr lvl="2">
              <a:buNone/>
            </a:pPr>
            <a:r>
              <a:t>Terceiro nível</a:t>
            </a:r>
          </a:p>
          <a:p>
            <a:pPr lvl="3">
              <a:buNone/>
            </a:pPr>
            <a:r>
              <a:t>Quarto nível</a:t>
            </a:r>
          </a:p>
          <a:p>
            <a:pPr lvl="4">
              <a:buNone/>
            </a:pPr>
            <a:r>
              <a:t>Quinto nível</a:t>
            </a:r>
          </a:p>
        </p:txBody>
      </p:sp>
      <p:sp>
        <p:nvSpPr>
          <p:cNvPr id="4" name="Espaço Reservado para Data 3">
            <a:extLst>
              <a:ext uri="{FF2B5EF4-FFF2-40B4-BE49-F238E27FC236}">
                <a16:creationId xmlns:a16="http://schemas.microsoft.com/office/drawing/2014/main" id="{FAE4069C-9F5D-4FC2-A025-88F85B5074E7}"/>
              </a:ext>
            </a:extLst>
          </p:cNvPr>
          <p:cNvSpPr>
            <a:spLocks noGrp="1"/>
          </p:cNvSpPr>
          <p:nvPr>
            <p:ph type="dt" idx="10"/>
          </p:nvPr>
        </p:nvSpPr>
        <p:spPr/>
        <p:txBody>
          <a:bodyPr/>
          <a:lstStyle/>
          <a:p>
            <a:fld id="{EE41137B-F694-7B4C-8D60-520B530DFBC4}" type="datetimeFigureOut">
              <a:t>10/22/2026</a:t>
            </a:fld>
            <a:endParaRPr/>
          </a:p>
        </p:txBody>
      </p:sp>
      <p:sp>
        <p:nvSpPr>
          <p:cNvPr id="5" name="Espaço Reservado para Rodapé 4">
            <a:extLst>
              <a:ext uri="{FF2B5EF4-FFF2-40B4-BE49-F238E27FC236}">
                <a16:creationId xmlns:a16="http://schemas.microsoft.com/office/drawing/2014/main" id="{B953A6F0-F768-4125-B322-EE9F53EABB8E}"/>
              </a:ext>
            </a:extLst>
          </p:cNvPr>
          <p:cNvSpPr>
            <a:spLocks noGrp="1"/>
          </p:cNvSpPr>
          <p:nvPr>
            <p:ph type="ftr" idx="11"/>
          </p:nvPr>
        </p:nvSpPr>
        <p:spPr/>
        <p:txBody>
          <a:bodyPr/>
          <a:lstStyle/>
          <a:p>
            <a:endParaRPr/>
          </a:p>
        </p:txBody>
      </p:sp>
      <p:sp>
        <p:nvSpPr>
          <p:cNvPr id="6" name="Espaço Reservado para Número de Slide 5">
            <a:extLst>
              <a:ext uri="{FF2B5EF4-FFF2-40B4-BE49-F238E27FC236}">
                <a16:creationId xmlns:a16="http://schemas.microsoft.com/office/drawing/2014/main" id="{EBFBBF14-A006-48D3-852C-B63EF98C33D5}"/>
              </a:ext>
            </a:extLst>
          </p:cNvPr>
          <p:cNvSpPr>
            <a:spLocks noGrp="1"/>
          </p:cNvSpPr>
          <p:nvPr>
            <p:ph type="sldNum" idx="12"/>
          </p:nvPr>
        </p:nvSpPr>
        <p:spPr>
          <a:xfrm>
            <a:off x="11886690" y="13081000"/>
            <a:ext cx="597921" cy="471924"/>
          </a:xfrm>
        </p:spPr>
        <p:txBody>
          <a:bodyPr/>
          <a:lstStyle/>
          <a:p>
            <a:fld id="{85C2E139-75F7-E84C-B376-8E7902EEBDCD}" type="slidenum">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Text">
            <a:extLst>
              <a:ext uri="{FF2B5EF4-FFF2-40B4-BE49-F238E27FC236}">
                <a16:creationId xmlns:a16="http://schemas.microsoft.com/office/drawing/2014/main" id="{FF9B078A-8D1C-4670-9F5C-797F174AC0B8}"/>
              </a:ext>
            </a:extLst>
          </p:cNvPr>
          <p:cNvSpPr>
            <a:spLocks noGrp="1"/>
          </p:cNvSpPr>
          <p:nvPr>
            <p:ph type="title"/>
          </p:nvPr>
        </p:nvSpPr>
        <p:spPr>
          <a:xfrm>
            <a:off x="1689100" y="355600"/>
            <a:ext cx="21005800" cy="2286000"/>
          </a:xfrm>
          <a:prstGeom prst="rect">
            <a:avLst/>
          </a:prstGeom>
          <a:ln w="12700"/>
        </p:spPr>
        <p:txBody>
          <a:bodyPr lIns="50800" tIns="50800" rIns="50800" bIns="50800" anchor="ctr">
            <a:normAutofit/>
          </a:bodyPr>
          <a:lstStyle/>
          <a:p>
            <a:r>
              <a:t>Title Text</a:t>
            </a:r>
          </a:p>
        </p:txBody>
      </p:sp>
      <p:sp>
        <p:nvSpPr>
          <p:cNvPr id="3" name="Body Level One…">
            <a:extLst>
              <a:ext uri="{FF2B5EF4-FFF2-40B4-BE49-F238E27FC236}">
                <a16:creationId xmlns:a16="http://schemas.microsoft.com/office/drawing/2014/main" id="{26B1C210-EA01-4D71-A583-7D6F7EB5482F}"/>
              </a:ext>
            </a:extLst>
          </p:cNvPr>
          <p:cNvSpPr>
            <a:spLocks noGrp="1"/>
          </p:cNvSpPr>
          <p:nvPr>
            <p:ph type="body" idx="1"/>
          </p:nvPr>
        </p:nvSpPr>
        <p:spPr>
          <a:xfrm>
            <a:off x="1689100" y="3149600"/>
            <a:ext cx="21005800" cy="9296400"/>
          </a:xfrm>
          <a:prstGeom prst="rect">
            <a:avLst/>
          </a:prstGeom>
          <a:ln w="12700"/>
        </p:spPr>
        <p:txBody>
          <a:bodyPr lIns="50800" tIns="50800" rIns="50800" bIns="50800" anchor="ctr">
            <a:normAutofit/>
          </a:bodyPr>
          <a:lstStyle/>
          <a:p>
            <a:r>
              <a:t>Body Level One</a:t>
            </a:r>
          </a:p>
          <a:p>
            <a:pPr lvl="1">
              <a:buNone/>
            </a:pPr>
            <a:r>
              <a:t>Body Level Two</a:t>
            </a:r>
          </a:p>
          <a:p>
            <a:pPr lvl="2">
              <a:buNone/>
            </a:pPr>
            <a:r>
              <a:t>Body Level Three</a:t>
            </a:r>
          </a:p>
          <a:p>
            <a:pPr lvl="3">
              <a:buNone/>
            </a:pPr>
            <a:r>
              <a:t>Body Level Four</a:t>
            </a:r>
          </a:p>
          <a:p>
            <a:pPr lvl="4">
              <a:buNone/>
            </a:pPr>
            <a:r>
              <a:t>Body Level Five</a:t>
            </a:r>
          </a:p>
        </p:txBody>
      </p:sp>
      <p:sp>
        <p:nvSpPr>
          <p:cNvPr id="4" name="Slide Number">
            <a:extLst>
              <a:ext uri="{FF2B5EF4-FFF2-40B4-BE49-F238E27FC236}">
                <a16:creationId xmlns:a16="http://schemas.microsoft.com/office/drawing/2014/main" id="{0C2664B3-C25F-4C78-8E9A-333CD9CBF161}"/>
              </a:ext>
            </a:extLst>
          </p:cNvPr>
          <p:cNvSpPr>
            <a:spLocks noGrp="1"/>
          </p:cNvSpPr>
          <p:nvPr>
            <p:ph type="sldNum" idx="2"/>
          </p:nvPr>
        </p:nvSpPr>
        <p:spPr>
          <a:xfrm>
            <a:off x="11959031" y="13081000"/>
            <a:ext cx="453238" cy="461059"/>
          </a:xfrm>
          <a:prstGeom prst="rect">
            <a:avLst/>
          </a:prstGeom>
          <a:ln w="12700"/>
        </p:spPr>
        <p:txBody>
          <a:bodyPr wrap="none" lIns="50800" tIns="50800" rIns="50800" bIns="50800">
            <a:spAutoFit/>
          </a:bodyPr>
          <a:lstStyle>
            <a:lvl1pPr>
              <a:buNone/>
              <a:defRPr sz="2400" b="0">
                <a:latin typeface="Helvetica Neue Light"/>
                <a:ea typeface="Helvetica Neue Light"/>
                <a:cs typeface="Helvetica Neue Light"/>
              </a:defRPr>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marL="0" marR="0" indent="0" algn="ctr" defTabSz="825500">
        <a:lnSpc>
          <a:spcPct val="100000"/>
        </a:lnSpc>
        <a:spcBef>
          <a:spcPts val="0"/>
        </a:spcBef>
        <a:spcAft>
          <a:spcPts val="0"/>
        </a:spcAft>
        <a:buClrTx/>
        <a:buSzTx/>
        <a:buFontTx/>
        <a:buNone/>
        <a:defRPr sz="11200" b="0" i="0" u="none" cap="none" spc="0" baseline="0">
          <a:ln>
            <a:noFill/>
          </a:ln>
          <a:solidFill>
            <a:srgbClr val="000000"/>
          </a:solidFill>
          <a:latin typeface="+mn-lt"/>
          <a:ea typeface="+mn-lt"/>
          <a:cs typeface="+mn-lt"/>
        </a:defRPr>
      </a:lvl1pPr>
      <a:lvl2pPr marL="0" marR="0" indent="0" algn="ctr" defTabSz="825500">
        <a:lnSpc>
          <a:spcPct val="100000"/>
        </a:lnSpc>
        <a:spcBef>
          <a:spcPts val="0"/>
        </a:spcBef>
        <a:spcAft>
          <a:spcPts val="0"/>
        </a:spcAft>
        <a:buClrTx/>
        <a:buSzTx/>
        <a:buFontTx/>
        <a:buNone/>
        <a:defRPr sz="11200" b="0" i="0" u="none" cap="none" spc="0" baseline="0">
          <a:ln>
            <a:noFill/>
          </a:ln>
          <a:solidFill>
            <a:srgbClr val="000000"/>
          </a:solidFill>
          <a:latin typeface="+mn-lt"/>
          <a:ea typeface="+mn-lt"/>
          <a:cs typeface="+mn-lt"/>
        </a:defRPr>
      </a:lvl2pPr>
      <a:lvl3pPr marL="0" marR="0" indent="0" algn="ctr" defTabSz="825500">
        <a:lnSpc>
          <a:spcPct val="100000"/>
        </a:lnSpc>
        <a:spcBef>
          <a:spcPts val="0"/>
        </a:spcBef>
        <a:spcAft>
          <a:spcPts val="0"/>
        </a:spcAft>
        <a:buClrTx/>
        <a:buSzTx/>
        <a:buFontTx/>
        <a:buNone/>
        <a:defRPr sz="11200" b="0" i="0" u="none" cap="none" spc="0" baseline="0">
          <a:ln>
            <a:noFill/>
          </a:ln>
          <a:solidFill>
            <a:srgbClr val="000000"/>
          </a:solidFill>
          <a:latin typeface="+mn-lt"/>
          <a:ea typeface="+mn-lt"/>
          <a:cs typeface="+mn-lt"/>
        </a:defRPr>
      </a:lvl3pPr>
      <a:lvl4pPr marL="0" marR="0" indent="0" algn="ctr" defTabSz="825500">
        <a:lnSpc>
          <a:spcPct val="100000"/>
        </a:lnSpc>
        <a:spcBef>
          <a:spcPts val="0"/>
        </a:spcBef>
        <a:spcAft>
          <a:spcPts val="0"/>
        </a:spcAft>
        <a:buClrTx/>
        <a:buSzTx/>
        <a:buFontTx/>
        <a:buNone/>
        <a:defRPr sz="11200" b="0" i="0" u="none" cap="none" spc="0" baseline="0">
          <a:ln>
            <a:noFill/>
          </a:ln>
          <a:solidFill>
            <a:srgbClr val="000000"/>
          </a:solidFill>
          <a:latin typeface="+mn-lt"/>
          <a:ea typeface="+mn-lt"/>
          <a:cs typeface="+mn-lt"/>
        </a:defRPr>
      </a:lvl4pPr>
      <a:lvl5pPr marL="0" marR="0" indent="0" algn="ctr" defTabSz="825500">
        <a:lnSpc>
          <a:spcPct val="100000"/>
        </a:lnSpc>
        <a:spcBef>
          <a:spcPts val="0"/>
        </a:spcBef>
        <a:spcAft>
          <a:spcPts val="0"/>
        </a:spcAft>
        <a:buClrTx/>
        <a:buSzTx/>
        <a:buFontTx/>
        <a:buNone/>
        <a:defRPr sz="11200" b="0" i="0" u="none" cap="none" spc="0" baseline="0">
          <a:ln>
            <a:noFill/>
          </a:ln>
          <a:solidFill>
            <a:srgbClr val="000000"/>
          </a:solidFill>
          <a:latin typeface="+mn-lt"/>
          <a:ea typeface="+mn-lt"/>
          <a:cs typeface="+mn-lt"/>
        </a:defRPr>
      </a:lvl5pPr>
      <a:lvl6pPr marL="0" marR="0" indent="0" algn="ctr" defTabSz="825500">
        <a:lnSpc>
          <a:spcPct val="100000"/>
        </a:lnSpc>
        <a:spcBef>
          <a:spcPts val="0"/>
        </a:spcBef>
        <a:spcAft>
          <a:spcPts val="0"/>
        </a:spcAft>
        <a:buClrTx/>
        <a:buSzTx/>
        <a:buFontTx/>
        <a:buNone/>
        <a:defRPr sz="11200" b="0" i="0" u="none" cap="none" spc="0" baseline="0">
          <a:ln>
            <a:noFill/>
          </a:ln>
          <a:solidFill>
            <a:srgbClr val="000000"/>
          </a:solidFill>
          <a:latin typeface="+mn-lt"/>
          <a:ea typeface="+mn-lt"/>
          <a:cs typeface="+mn-lt"/>
        </a:defRPr>
      </a:lvl6pPr>
      <a:lvl7pPr marL="0" marR="0" indent="0" algn="ctr" defTabSz="825500">
        <a:lnSpc>
          <a:spcPct val="100000"/>
        </a:lnSpc>
        <a:spcBef>
          <a:spcPts val="0"/>
        </a:spcBef>
        <a:spcAft>
          <a:spcPts val="0"/>
        </a:spcAft>
        <a:buClrTx/>
        <a:buSzTx/>
        <a:buFontTx/>
        <a:buNone/>
        <a:defRPr sz="11200" b="0" i="0" u="none" cap="none" spc="0" baseline="0">
          <a:ln>
            <a:noFill/>
          </a:ln>
          <a:solidFill>
            <a:srgbClr val="000000"/>
          </a:solidFill>
          <a:latin typeface="+mn-lt"/>
          <a:ea typeface="+mn-lt"/>
          <a:cs typeface="+mn-lt"/>
        </a:defRPr>
      </a:lvl7pPr>
      <a:lvl8pPr marL="0" marR="0" indent="0" algn="ctr" defTabSz="825500">
        <a:lnSpc>
          <a:spcPct val="100000"/>
        </a:lnSpc>
        <a:spcBef>
          <a:spcPts val="0"/>
        </a:spcBef>
        <a:spcAft>
          <a:spcPts val="0"/>
        </a:spcAft>
        <a:buClrTx/>
        <a:buSzTx/>
        <a:buFontTx/>
        <a:buNone/>
        <a:defRPr sz="11200" b="0" i="0" u="none" cap="none" spc="0" baseline="0">
          <a:ln>
            <a:noFill/>
          </a:ln>
          <a:solidFill>
            <a:srgbClr val="000000"/>
          </a:solidFill>
          <a:latin typeface="+mn-lt"/>
          <a:ea typeface="+mn-lt"/>
          <a:cs typeface="+mn-lt"/>
        </a:defRPr>
      </a:lvl8pPr>
      <a:lvl9pPr marL="0" marR="0" indent="0" algn="ctr" defTabSz="825500">
        <a:lnSpc>
          <a:spcPct val="100000"/>
        </a:lnSpc>
        <a:spcBef>
          <a:spcPts val="0"/>
        </a:spcBef>
        <a:spcAft>
          <a:spcPts val="0"/>
        </a:spcAft>
        <a:buClrTx/>
        <a:buSzTx/>
        <a:buFontTx/>
        <a:buNone/>
        <a:defRPr sz="11200" b="0" i="0" u="none" cap="none" spc="0" baseline="0">
          <a:ln>
            <a:noFill/>
          </a:ln>
          <a:solidFill>
            <a:srgbClr val="000000"/>
          </a:solidFill>
          <a:latin typeface="+mn-lt"/>
          <a:ea typeface="+mn-lt"/>
          <a:cs typeface="+mn-lt"/>
        </a:defRPr>
      </a:lvl9pPr>
    </p:titleStyle>
    <p:bodyStyle>
      <a:lvl1pPr marL="635000" marR="0" indent="-635000" algn="l" defTabSz="825500">
        <a:lnSpc>
          <a:spcPct val="100000"/>
        </a:lnSpc>
        <a:spcBef>
          <a:spcPts val="5900"/>
        </a:spcBef>
        <a:spcAft>
          <a:spcPts val="0"/>
        </a:spcAft>
        <a:buClrTx/>
        <a:buSzPct val="125000"/>
        <a:buFontTx/>
        <a:buChar char="•"/>
        <a:defRPr sz="5200" b="0" i="0" u="none" cap="none" spc="0" baseline="0">
          <a:ln>
            <a:noFill/>
          </a:ln>
          <a:solidFill>
            <a:srgbClr val="000000"/>
          </a:solidFill>
          <a:latin typeface="Helvetica Neue"/>
          <a:ea typeface="Helvetica Neue"/>
          <a:cs typeface="Helvetica Neue"/>
        </a:defRPr>
      </a:lvl1pPr>
      <a:lvl2pPr marL="1270000" marR="0" indent="-635000" algn="l" defTabSz="825500">
        <a:lnSpc>
          <a:spcPct val="100000"/>
        </a:lnSpc>
        <a:spcBef>
          <a:spcPts val="5900"/>
        </a:spcBef>
        <a:spcAft>
          <a:spcPts val="0"/>
        </a:spcAft>
        <a:buClrTx/>
        <a:buSzPct val="125000"/>
        <a:buFontTx/>
        <a:buChar char="•"/>
        <a:defRPr sz="5200" b="0" i="0" u="none" cap="none" spc="0" baseline="0">
          <a:ln>
            <a:noFill/>
          </a:ln>
          <a:solidFill>
            <a:srgbClr val="000000"/>
          </a:solidFill>
          <a:latin typeface="Helvetica Neue"/>
          <a:ea typeface="Helvetica Neue"/>
          <a:cs typeface="Helvetica Neue"/>
        </a:defRPr>
      </a:lvl2pPr>
      <a:lvl3pPr marL="1905000" marR="0" indent="-635000" algn="l" defTabSz="825500">
        <a:lnSpc>
          <a:spcPct val="100000"/>
        </a:lnSpc>
        <a:spcBef>
          <a:spcPts val="5900"/>
        </a:spcBef>
        <a:spcAft>
          <a:spcPts val="0"/>
        </a:spcAft>
        <a:buClrTx/>
        <a:buSzPct val="125000"/>
        <a:buFontTx/>
        <a:buChar char="•"/>
        <a:defRPr sz="5200" b="0" i="0" u="none" cap="none" spc="0" baseline="0">
          <a:ln>
            <a:noFill/>
          </a:ln>
          <a:solidFill>
            <a:srgbClr val="000000"/>
          </a:solidFill>
          <a:latin typeface="Helvetica Neue"/>
          <a:ea typeface="Helvetica Neue"/>
          <a:cs typeface="Helvetica Neue"/>
        </a:defRPr>
      </a:lvl3pPr>
      <a:lvl4pPr marL="2540000" marR="0" indent="-635000" algn="l" defTabSz="825500">
        <a:lnSpc>
          <a:spcPct val="100000"/>
        </a:lnSpc>
        <a:spcBef>
          <a:spcPts val="5900"/>
        </a:spcBef>
        <a:spcAft>
          <a:spcPts val="0"/>
        </a:spcAft>
        <a:buClrTx/>
        <a:buSzPct val="125000"/>
        <a:buFontTx/>
        <a:buChar char="•"/>
        <a:defRPr sz="5200" b="0" i="0" u="none" cap="none" spc="0" baseline="0">
          <a:ln>
            <a:noFill/>
          </a:ln>
          <a:solidFill>
            <a:srgbClr val="000000"/>
          </a:solidFill>
          <a:latin typeface="Helvetica Neue"/>
          <a:ea typeface="Helvetica Neue"/>
          <a:cs typeface="Helvetica Neue"/>
        </a:defRPr>
      </a:lvl4pPr>
      <a:lvl5pPr marL="3175000" marR="0" indent="-635000" algn="l" defTabSz="825500">
        <a:lnSpc>
          <a:spcPct val="100000"/>
        </a:lnSpc>
        <a:spcBef>
          <a:spcPts val="5900"/>
        </a:spcBef>
        <a:spcAft>
          <a:spcPts val="0"/>
        </a:spcAft>
        <a:buClrTx/>
        <a:buSzPct val="125000"/>
        <a:buFontTx/>
        <a:buChar char="•"/>
        <a:defRPr sz="5200" b="0" i="0" u="none" cap="none" spc="0" baseline="0">
          <a:ln>
            <a:noFill/>
          </a:ln>
          <a:solidFill>
            <a:srgbClr val="000000"/>
          </a:solidFill>
          <a:latin typeface="Helvetica Neue"/>
          <a:ea typeface="Helvetica Neue"/>
          <a:cs typeface="Helvetica Neue"/>
        </a:defRPr>
      </a:lvl5pPr>
      <a:lvl6pPr marL="3810000" marR="0" indent="-635000" algn="l" defTabSz="825500">
        <a:lnSpc>
          <a:spcPct val="100000"/>
        </a:lnSpc>
        <a:spcBef>
          <a:spcPts val="5900"/>
        </a:spcBef>
        <a:spcAft>
          <a:spcPts val="0"/>
        </a:spcAft>
        <a:buClrTx/>
        <a:buSzPct val="125000"/>
        <a:buFontTx/>
        <a:buChar char="•"/>
        <a:defRPr sz="5200" b="0" i="0" u="none" cap="none" spc="0" baseline="0">
          <a:ln>
            <a:noFill/>
          </a:ln>
          <a:solidFill>
            <a:srgbClr val="000000"/>
          </a:solidFill>
          <a:latin typeface="Helvetica Neue"/>
          <a:ea typeface="Helvetica Neue"/>
          <a:cs typeface="Helvetica Neue"/>
        </a:defRPr>
      </a:lvl6pPr>
      <a:lvl7pPr marL="4445000" marR="0" indent="-635000" algn="l" defTabSz="825500">
        <a:lnSpc>
          <a:spcPct val="100000"/>
        </a:lnSpc>
        <a:spcBef>
          <a:spcPts val="5900"/>
        </a:spcBef>
        <a:spcAft>
          <a:spcPts val="0"/>
        </a:spcAft>
        <a:buClrTx/>
        <a:buSzPct val="125000"/>
        <a:buFontTx/>
        <a:buChar char="•"/>
        <a:defRPr sz="5200" b="0" i="0" u="none" cap="none" spc="0" baseline="0">
          <a:ln>
            <a:noFill/>
          </a:ln>
          <a:solidFill>
            <a:srgbClr val="000000"/>
          </a:solidFill>
          <a:latin typeface="Helvetica Neue"/>
          <a:ea typeface="Helvetica Neue"/>
          <a:cs typeface="Helvetica Neue"/>
        </a:defRPr>
      </a:lvl7pPr>
      <a:lvl8pPr marL="5080000" marR="0" indent="-635000" algn="l" defTabSz="825500">
        <a:lnSpc>
          <a:spcPct val="100000"/>
        </a:lnSpc>
        <a:spcBef>
          <a:spcPts val="5900"/>
        </a:spcBef>
        <a:spcAft>
          <a:spcPts val="0"/>
        </a:spcAft>
        <a:buClrTx/>
        <a:buSzPct val="125000"/>
        <a:buFontTx/>
        <a:buChar char="•"/>
        <a:defRPr sz="5200" b="0" i="0" u="none" cap="none" spc="0" baseline="0">
          <a:ln>
            <a:noFill/>
          </a:ln>
          <a:solidFill>
            <a:srgbClr val="000000"/>
          </a:solidFill>
          <a:latin typeface="Helvetica Neue"/>
          <a:ea typeface="Helvetica Neue"/>
          <a:cs typeface="Helvetica Neue"/>
        </a:defRPr>
      </a:lvl8pPr>
      <a:lvl9pPr marL="5715000" marR="0" indent="-635000" algn="l" defTabSz="825500">
        <a:lnSpc>
          <a:spcPct val="100000"/>
        </a:lnSpc>
        <a:spcBef>
          <a:spcPts val="5900"/>
        </a:spcBef>
        <a:spcAft>
          <a:spcPts val="0"/>
        </a:spcAft>
        <a:buClrTx/>
        <a:buSzPct val="125000"/>
        <a:buFontTx/>
        <a:buChar char="•"/>
        <a:defRPr sz="5200" b="0" i="0" u="none" cap="none" spc="0" baseline="0">
          <a:ln>
            <a:noFill/>
          </a:ln>
          <a:solidFill>
            <a:srgbClr val="000000"/>
          </a:solidFill>
          <a:latin typeface="Helvetica Neue"/>
          <a:ea typeface="Helvetica Neue"/>
          <a:cs typeface="Helvetica Neue"/>
        </a:defRPr>
      </a:lvl9pPr>
    </p:bodyStyle>
    <p:otherStyle>
      <a:lvl1pPr marL="0" marR="0" indent="0" algn="ctr" defTabSz="825500">
        <a:lnSpc>
          <a:spcPct val="100000"/>
        </a:lnSpc>
        <a:spcBef>
          <a:spcPts val="0"/>
        </a:spcBef>
        <a:spcAft>
          <a:spcPts val="0"/>
        </a:spcAft>
        <a:buClrTx/>
        <a:buSzTx/>
        <a:buFontTx/>
        <a:buNone/>
        <a:defRPr sz="2400" b="0" i="0" u="none" cap="none" spc="0" baseline="0">
          <a:ln>
            <a:noFill/>
          </a:ln>
          <a:solidFill>
            <a:schemeClr val="tx1"/>
          </a:solidFill>
          <a:latin typeface="+mn-lt"/>
          <a:ea typeface="+mn-lt"/>
          <a:cs typeface="+mn-lt"/>
        </a:defRPr>
      </a:lvl1pPr>
      <a:lvl2pPr marL="0" marR="0" indent="228600" algn="ctr" defTabSz="825500">
        <a:lnSpc>
          <a:spcPct val="100000"/>
        </a:lnSpc>
        <a:spcBef>
          <a:spcPts val="0"/>
        </a:spcBef>
        <a:spcAft>
          <a:spcPts val="0"/>
        </a:spcAft>
        <a:buClrTx/>
        <a:buSzTx/>
        <a:buFontTx/>
        <a:buNone/>
        <a:defRPr sz="2400" b="0" i="0" u="none" cap="none" spc="0" baseline="0">
          <a:ln>
            <a:noFill/>
          </a:ln>
          <a:solidFill>
            <a:schemeClr val="tx1"/>
          </a:solidFill>
          <a:latin typeface="+mn-lt"/>
          <a:ea typeface="+mn-lt"/>
          <a:cs typeface="+mn-lt"/>
        </a:defRPr>
      </a:lvl2pPr>
      <a:lvl3pPr marL="0" marR="0" indent="457200" algn="ctr" defTabSz="825500">
        <a:lnSpc>
          <a:spcPct val="100000"/>
        </a:lnSpc>
        <a:spcBef>
          <a:spcPts val="0"/>
        </a:spcBef>
        <a:spcAft>
          <a:spcPts val="0"/>
        </a:spcAft>
        <a:buClrTx/>
        <a:buSzTx/>
        <a:buFontTx/>
        <a:buNone/>
        <a:defRPr sz="2400" b="0" i="0" u="none" cap="none" spc="0" baseline="0">
          <a:ln>
            <a:noFill/>
          </a:ln>
          <a:solidFill>
            <a:schemeClr val="tx1"/>
          </a:solidFill>
          <a:latin typeface="+mn-lt"/>
          <a:ea typeface="+mn-lt"/>
          <a:cs typeface="+mn-lt"/>
        </a:defRPr>
      </a:lvl3pPr>
      <a:lvl4pPr marL="0" marR="0" indent="685800" algn="ctr" defTabSz="825500">
        <a:lnSpc>
          <a:spcPct val="100000"/>
        </a:lnSpc>
        <a:spcBef>
          <a:spcPts val="0"/>
        </a:spcBef>
        <a:spcAft>
          <a:spcPts val="0"/>
        </a:spcAft>
        <a:buClrTx/>
        <a:buSzTx/>
        <a:buFontTx/>
        <a:buNone/>
        <a:defRPr sz="2400" b="0" i="0" u="none" cap="none" spc="0" baseline="0">
          <a:ln>
            <a:noFill/>
          </a:ln>
          <a:solidFill>
            <a:schemeClr val="tx1"/>
          </a:solidFill>
          <a:latin typeface="+mn-lt"/>
          <a:ea typeface="+mn-lt"/>
          <a:cs typeface="+mn-lt"/>
        </a:defRPr>
      </a:lvl4pPr>
      <a:lvl5pPr marL="0" marR="0" indent="914400" algn="ctr" defTabSz="825500">
        <a:lnSpc>
          <a:spcPct val="100000"/>
        </a:lnSpc>
        <a:spcBef>
          <a:spcPts val="0"/>
        </a:spcBef>
        <a:spcAft>
          <a:spcPts val="0"/>
        </a:spcAft>
        <a:buClrTx/>
        <a:buSzTx/>
        <a:buFontTx/>
        <a:buNone/>
        <a:defRPr sz="2400" b="0" i="0" u="none" cap="none" spc="0" baseline="0">
          <a:ln>
            <a:noFill/>
          </a:ln>
          <a:solidFill>
            <a:schemeClr val="tx1"/>
          </a:solidFill>
          <a:latin typeface="+mn-lt"/>
          <a:ea typeface="+mn-lt"/>
          <a:cs typeface="+mn-lt"/>
        </a:defRPr>
      </a:lvl5pPr>
      <a:lvl6pPr marL="0" marR="0" indent="1143000" algn="ctr" defTabSz="825500">
        <a:lnSpc>
          <a:spcPct val="100000"/>
        </a:lnSpc>
        <a:spcBef>
          <a:spcPts val="0"/>
        </a:spcBef>
        <a:spcAft>
          <a:spcPts val="0"/>
        </a:spcAft>
        <a:buClrTx/>
        <a:buSzTx/>
        <a:buFontTx/>
        <a:buNone/>
        <a:defRPr sz="2400" b="0" i="0" u="none" cap="none" spc="0" baseline="0">
          <a:ln>
            <a:noFill/>
          </a:ln>
          <a:solidFill>
            <a:schemeClr val="tx1"/>
          </a:solidFill>
          <a:latin typeface="+mn-lt"/>
          <a:ea typeface="+mn-lt"/>
          <a:cs typeface="+mn-lt"/>
        </a:defRPr>
      </a:lvl6pPr>
      <a:lvl7pPr marL="0" marR="0" indent="1371600" algn="ctr" defTabSz="825500">
        <a:lnSpc>
          <a:spcPct val="100000"/>
        </a:lnSpc>
        <a:spcBef>
          <a:spcPts val="0"/>
        </a:spcBef>
        <a:spcAft>
          <a:spcPts val="0"/>
        </a:spcAft>
        <a:buClrTx/>
        <a:buSzTx/>
        <a:buFontTx/>
        <a:buNone/>
        <a:defRPr sz="2400" b="0" i="0" u="none" cap="none" spc="0" baseline="0">
          <a:ln>
            <a:noFill/>
          </a:ln>
          <a:solidFill>
            <a:schemeClr val="tx1"/>
          </a:solidFill>
          <a:latin typeface="+mn-lt"/>
          <a:ea typeface="+mn-lt"/>
          <a:cs typeface="+mn-lt"/>
        </a:defRPr>
      </a:lvl7pPr>
      <a:lvl8pPr marL="0" marR="0" indent="1600200" algn="ctr" defTabSz="825500">
        <a:lnSpc>
          <a:spcPct val="100000"/>
        </a:lnSpc>
        <a:spcBef>
          <a:spcPts val="0"/>
        </a:spcBef>
        <a:spcAft>
          <a:spcPts val="0"/>
        </a:spcAft>
        <a:buClrTx/>
        <a:buSzTx/>
        <a:buFontTx/>
        <a:buNone/>
        <a:defRPr sz="2400" b="0" i="0" u="none" cap="none" spc="0" baseline="0">
          <a:ln>
            <a:noFill/>
          </a:ln>
          <a:solidFill>
            <a:schemeClr val="tx1"/>
          </a:solidFill>
          <a:latin typeface="+mn-lt"/>
          <a:ea typeface="+mn-lt"/>
          <a:cs typeface="+mn-lt"/>
        </a:defRPr>
      </a:lvl8pPr>
      <a:lvl9pPr marL="0" marR="0" indent="1828800" algn="ctr" defTabSz="825500">
        <a:lnSpc>
          <a:spcPct val="100000"/>
        </a:lnSpc>
        <a:spcBef>
          <a:spcPts val="0"/>
        </a:spcBef>
        <a:spcAft>
          <a:spcPts val="0"/>
        </a:spcAft>
        <a:buClrTx/>
        <a:buSzTx/>
        <a:buFontTx/>
        <a:buNone/>
        <a:defRPr sz="2400" b="0" i="0" u="none" cap="none" spc="0" baseline="0">
          <a:ln>
            <a:noFill/>
          </a:ln>
          <a:solidFill>
            <a:schemeClr val="tx1"/>
          </a:solidFill>
          <a:latin typeface="+mn-lt"/>
          <a:ea typeface="+mn-lt"/>
          <a:cs typeface="+mn-lt"/>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63"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 Id="rId3" Type="http://schemas.openxmlformats.org/officeDocument/2006/relationships/notesSlide" Target="../notesSlides/notesSlide132.xml"/></Relationships>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123" name="Imagem 6"/>
          <p:cNvPicPr>
            <a:picLocks noChangeAspect="1"/>
          </p:cNvPicPr>
          <p:nvPr/>
        </p:nvPicPr>
        <p:blipFill>
          <a:blip r:embed="rId2"/>
          <a:stretch>
            <a:fillRect/>
          </a:stretch>
        </p:blipFill>
        <p:spPr>
          <a:xfrm>
            <a:off x="1" y="0"/>
            <a:ext cx="24383999" cy="13716000"/>
          </a:xfrm>
          <a:prstGeom prst="rect">
            <a:avLst/>
          </a:prstGeom>
        </p:spPr>
      </p:pic>
      <p:sp>
        <p:nvSpPr>
          <p:cNvPr id="120" name="Title">
            <a:extLst>
              <a:ext uri="{FF2B5EF4-FFF2-40B4-BE49-F238E27FC236}">
                <a16:creationId xmlns:a16="http://schemas.microsoft.com/office/drawing/2014/main" id="{616CC9E1-3D42-40B8-8EBB-C4350645789E}"/>
              </a:ext>
            </a:extLst>
          </p:cNvPr>
          <p:cNvSpPr>
            <a:spLocks noGrp="1"/>
          </p:cNvSpPr>
          <p:nvPr>
            <p:ph type="ctrTitle"/>
          </p:nvPr>
        </p:nvSpPr>
        <p:spPr>
          <a:xfrm>
            <a:off x="1692939" y="4614632"/>
            <a:ext cx="19202400" cy="1587500"/>
          </a:xfrm>
          <a:prstGeom prst="rect">
            <a:avLst/>
          </a:prstGeom>
        </p:spPr>
        <p:txBody>
          <a:bodyPr lIns="0" tIns="0" rIns="0" bIns="0">
            <a:noAutofit/>
          </a:bodyPr>
          <a:lstStyle/>
          <a:p>
            <a:pPr>
              <a:lnSpc>
                <a:spcPct val="108000"/>
              </a:lnSpc>
              <a:spcBef>
                <a:spcPts val="0"/>
              </a:spcBef>
              <a:spcAft>
                <a:spcPts val="0"/>
              </a:spcAft>
            </a:pPr>
            <a:r>
              <a:rPr sz="6200" b="1" i="1">
                <a:solidFill>
                  <a:srgbClr val="0B6FBD"/>
                </a:solidFill>
                <a:latin typeface="Aptos Display"/>
              </a:rPr>
              <a:t>MCP para o IPED com PyJNIus</a:t>
            </a:r>
          </a:p>
        </p:txBody>
      </p:sp>
      <p:sp>
        <p:nvSpPr>
          <p:cNvPr id="121" name="Body">
            <a:extLst>
              <a:ext uri="{FF2B5EF4-FFF2-40B4-BE49-F238E27FC236}">
                <a16:creationId xmlns:a16="http://schemas.microsoft.com/office/drawing/2014/main" id="{3B6E77EB-E283-4C99-BD8A-C40DE6F36F33}"/>
              </a:ext>
            </a:extLst>
          </p:cNvPr>
          <p:cNvSpPr>
            <a:spLocks noGrp="1"/>
          </p:cNvSpPr>
          <p:nvPr>
            <p:ph type="subTitle" idx="1"/>
          </p:nvPr>
        </p:nvSpPr>
        <p:spPr>
          <a:xfrm>
            <a:off x="1692939" y="7102707"/>
            <a:ext cx="19029265" cy="2103120"/>
          </a:xfrm>
          <a:prstGeom prst="rect">
            <a:avLst/>
          </a:prstGeom>
        </p:spPr>
        <p:txBody>
          <a:bodyPr lIns="0" tIns="0" rIns="0" bIns="0">
            <a:noAutofit/>
          </a:bodyPr>
          <a:lstStyle/>
          <a:p>
            <a:pPr algn="l">
              <a:lnSpc>
                <a:spcPct val="108000"/>
              </a:lnSpc>
              <a:spcBef>
                <a:spcPts val="0"/>
              </a:spcBef>
              <a:spcAft>
                <a:spcPts val="0"/>
              </a:spcAft>
              <a:buNone/>
            </a:pPr>
            <a:r>
              <a:rPr sz="3600">
                <a:solidFill>
                  <a:srgbClr val="15243B"/>
                </a:solidFill>
                <a:latin typeface="Aptos"/>
              </a:rPr>
              <a:t>Aula 03 · API Java, servidor MCP e consulta a evidências</a:t>
            </a:r>
          </a:p>
          <a:p>
            <a:pPr algn="l">
              <a:lnSpc>
                <a:spcPct val="108000"/>
              </a:lnSpc>
              <a:spcBef>
                <a:spcPts val="0"/>
              </a:spcBef>
              <a:spcAft>
                <a:spcPts val="0"/>
              </a:spcAft>
              <a:buNone/>
            </a:pPr>
            <a:r>
              <a:rPr sz="3600">
                <a:solidFill>
                  <a:srgbClr val="15243B"/>
                </a:solidFill>
                <a:latin typeface="Aptos"/>
              </a:rPr>
              <a:t>Laboratório para investigadores</a:t>
            </a:r>
          </a:p>
        </p:txBody>
      </p:sp>
      <p:sp>
        <p:nvSpPr>
          <p:cNvPr id="124" name="TextBox 123"/>
          <p:cNvSpPr txBox="1"/>
          <p:nvPr/>
        </p:nvSpPr>
        <p:spPr>
          <a:xfrm>
            <a:off x="21214080" y="12344400"/>
            <a:ext cx="2286000" cy="502920"/>
          </a:xfrm>
          <a:prstGeom prst="rect">
            <a:avLst/>
          </a:prstGeom>
          <a:noFill/>
        </p:spPr>
        <p:txBody>
          <a:bodyPr wrap="none" lIns="0" tIns="0" rIns="0" bIns="0">
            <a:noAutofit/>
          </a:bodyPr>
          <a:lstStyle/>
          <a:p>
            <a:pPr>
              <a:lnSpc>
                <a:spcPct val="108000"/>
              </a:lnSpc>
              <a:spcBef>
                <a:spcPts val="0"/>
              </a:spcBef>
              <a:spcAft>
                <a:spcPts val="0"/>
              </a:spcAft>
            </a:pPr>
            <a:r>
              <a:rPr lang="en-US" sz="2200">
                <a:solidFill>
                  <a:srgbClr val="15243B"/>
                </a:solidFill>
                <a:latin typeface="Aptos"/>
              </a:rPr>
              <a:t>01 / 70</a:t>
            </a:r>
            <a:endParaRPr sz="2200">
              <a:solidFill>
                <a:srgbClr val="15243B"/>
              </a:solidFill>
              <a:latin typeface="Aptos"/>
            </a:endParaRP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hape 0"/>
          <p:cNvSpPr/>
          <p:nvPr/>
        </p:nvSpPr>
        <p:spPr>
          <a:xfrm>
            <a:off x="1" y="0"/>
            <a:ext cx="24383390" cy="13716000"/>
          </a:xfrm>
          <a:prstGeom prst="rect">
            <a:avLst/>
          </a:prstGeom>
          <a:solidFill>
            <a:srgbClr val="111C2D"/>
          </a:solidFill>
          <a:ln w="12700">
            <a:solidFill>
              <a:srgbClr val="FFFFFF">
                <a:alpha val="0"/>
              </a:srgbClr>
            </a:solidFill>
            <a:prstDash val="solid"/>
          </a:ln>
        </p:spPr>
        <p:txBody>
          <a:bodyPr/>
          <a:lstStyle/>
          <a:p>
            <a:endParaRPr lang="en-US"/>
          </a:p>
        </p:txBody>
      </p:sp>
      <p:sp>
        <p:nvSpPr>
          <p:cNvPr id="3" name="Shape 1"/>
          <p:cNvSpPr/>
          <p:nvPr/>
        </p:nvSpPr>
        <p:spPr>
          <a:xfrm>
            <a:off x="0" y="0"/>
            <a:ext cx="19811504" cy="1219200"/>
          </a:xfrm>
          <a:prstGeom prst="rect">
            <a:avLst/>
          </a:prstGeom>
          <a:solidFill>
            <a:srgbClr val="D9DCDF"/>
          </a:solidFill>
          <a:ln w="12700">
            <a:solidFill>
              <a:srgbClr val="FFFFFF">
                <a:alpha val="0"/>
              </a:srgbClr>
            </a:solidFill>
            <a:prstDash val="solid"/>
          </a:ln>
        </p:spPr>
        <p:txBody>
          <a:bodyPr/>
          <a:lstStyle/>
          <a:p>
            <a:endParaRPr lang="en-US"/>
          </a:p>
        </p:txBody>
      </p:sp>
      <p:sp>
        <p:nvSpPr>
          <p:cNvPr id="4" name="Shape 2"/>
          <p:cNvSpPr/>
          <p:nvPr/>
        </p:nvSpPr>
        <p:spPr>
          <a:xfrm>
            <a:off x="20382990" y="0"/>
            <a:ext cx="4000400" cy="13716000"/>
          </a:xfrm>
          <a:prstGeom prst="rect">
            <a:avLst/>
          </a:prstGeom>
          <a:solidFill>
            <a:srgbClr val="F9B000"/>
          </a:solidFill>
          <a:ln w="12700">
            <a:solidFill>
              <a:srgbClr val="FFFFFF">
                <a:alpha val="0"/>
              </a:srgbClr>
            </a:solidFill>
            <a:prstDash val="solid"/>
          </a:ln>
        </p:spPr>
        <p:txBody>
          <a:bodyPr/>
          <a:lstStyle/>
          <a:p>
            <a:endParaRPr lang="en-US"/>
          </a:p>
        </p:txBody>
      </p:sp>
      <p:sp>
        <p:nvSpPr>
          <p:cNvPr id="5" name="Text 3"/>
          <p:cNvSpPr/>
          <p:nvPr/>
        </p:nvSpPr>
        <p:spPr>
          <a:xfrm>
            <a:off x="1371567" y="1752600"/>
            <a:ext cx="17335066" cy="164592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5400" b="1" dirty="0">
                <a:solidFill>
                  <a:srgbClr val="68BDF4"/>
                </a:solidFill>
                <a:latin typeface="Aptos Display" pitchFamily="34" charset="0"/>
                <a:ea typeface="Arial" pitchFamily="34" charset="-122"/>
                <a:cs typeface="Arial" pitchFamily="34" charset="-120"/>
              </a:rPr>
              <a:t>Objetivo do laboratório</a:t>
            </a:r>
            <a:endParaRPr lang="en-US" sz="5900" dirty="0"/>
          </a:p>
        </p:txBody>
      </p:sp>
      <p:sp>
        <p:nvSpPr>
          <p:cNvPr id="6" name="Text 4"/>
          <p:cNvSpPr/>
          <p:nvPr/>
        </p:nvSpPr>
        <p:spPr>
          <a:xfrm>
            <a:off x="1409664" y="3733800"/>
            <a:ext cx="17144572" cy="622102"/>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3200" dirty="0" err="1">
                <a:solidFill>
                  <a:srgbClr val="F1F5F9"/>
                </a:solidFill>
                <a:latin typeface="Aptos" pitchFamily="34" charset="0"/>
                <a:ea typeface="Arial" pitchFamily="34" charset="-122"/>
                <a:cs typeface="Arial" pitchFamily="34" charset="-120"/>
              </a:rPr>
              <a:t>Python expõe consultas controladas ao mesmo caso do laboratório.</a:t>
            </a:r>
            <a:endParaRPr lang="en-US" sz="3500" dirty="0"/>
          </a:p>
        </p:txBody>
      </p:sp>
      <p:sp>
        <p:nvSpPr>
          <p:cNvPr id="7" name="Text 5"/>
          <p:cNvSpPr/>
          <p:nvPr/>
        </p:nvSpPr>
        <p:spPr>
          <a:xfrm>
            <a:off x="1409664" y="5486400"/>
            <a:ext cx="17144572" cy="121920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3200" dirty="0">
                <a:solidFill>
                  <a:srgbClr val="F1F5F9"/>
                </a:solidFill>
                <a:latin typeface="Aptos" pitchFamily="34" charset="0"/>
                <a:ea typeface="Arial" pitchFamily="34" charset="-122"/>
                <a:cs typeface="Arial" pitchFamily="34" charset="-120"/>
              </a:rPr>
              <a:t>1. Abrir um caso processado usando a API Java do IPED.</a:t>
            </a:r>
            <a:endParaRPr lang="en-US" sz="3200" dirty="0"/>
          </a:p>
        </p:txBody>
      </p:sp>
      <p:sp>
        <p:nvSpPr>
          <p:cNvPr id="8" name="Text 6"/>
          <p:cNvSpPr/>
          <p:nvPr/>
        </p:nvSpPr>
        <p:spPr>
          <a:xfrm>
            <a:off x="1409664" y="6705600"/>
            <a:ext cx="17144572" cy="121920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3200" dirty="0">
                <a:solidFill>
                  <a:srgbClr val="F1F5F9"/>
                </a:solidFill>
                <a:latin typeface="Aptos" pitchFamily="34" charset="0"/>
                <a:ea typeface="Arial" pitchFamily="34" charset="-122"/>
                <a:cs typeface="Arial" pitchFamily="34" charset="-120"/>
              </a:rPr>
              <a:t>2. Implementar consultas e ferramentas de marcadores.</a:t>
            </a:r>
            <a:endParaRPr lang="en-US" sz="3200" dirty="0"/>
          </a:p>
        </p:txBody>
      </p:sp>
      <p:sp>
        <p:nvSpPr>
          <p:cNvPr id="9" name="Text 7"/>
          <p:cNvSpPr/>
          <p:nvPr/>
        </p:nvSpPr>
        <p:spPr>
          <a:xfrm>
            <a:off x="1409664" y="7924800"/>
            <a:ext cx="17144572" cy="121920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3200" dirty="0">
                <a:solidFill>
                  <a:srgbClr val="F1F5F9"/>
                </a:solidFill>
                <a:latin typeface="Aptos" pitchFamily="34" charset="0"/>
                <a:ea typeface="Arial" pitchFamily="34" charset="-122"/>
                <a:cs typeface="Arial" pitchFamily="34" charset="-120"/>
              </a:rPr>
              <a:t>3. Testar o servidor sem modelo e conectar um cliente.</a:t>
            </a:r>
            <a:endParaRPr lang="en-US" sz="3200" dirty="0"/>
          </a:p>
        </p:txBody>
      </p:sp>
      <p:sp>
        <p:nvSpPr>
          <p:cNvPr id="10" name="Text 8"/>
          <p:cNvSpPr/>
          <p:nvPr/>
        </p:nvSpPr>
        <p:spPr>
          <a:xfrm>
            <a:off x="1409664" y="9144000"/>
            <a:ext cx="17144572" cy="121920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3200" dirty="0">
                <a:solidFill>
                  <a:srgbClr val="F1F5F9"/>
                </a:solidFill>
                <a:latin typeface="Aptos" pitchFamily="34" charset="0"/>
                <a:ea typeface="Arial" pitchFamily="34" charset="-122"/>
                <a:cs typeface="Arial" pitchFamily="34" charset="-120"/>
              </a:rPr>
              <a:t>4. Gravar marcadores, conferir vínculos e documentar as fontes.</a:t>
            </a:r>
            <a:endParaRPr lang="en-US" sz="3200" dirty="0"/>
          </a:p>
        </p:txBody>
      </p:sp>
      <p:sp>
        <p:nvSpPr>
          <p:cNvPr id="11" name="Text 9"/>
          <p:cNvSpPr/>
          <p:nvPr/>
        </p:nvSpPr>
        <p:spPr>
          <a:xfrm>
            <a:off x="1409664" y="11525251"/>
            <a:ext cx="17144572" cy="108585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500" dirty="0">
                <a:solidFill>
                  <a:srgbClr val="F1F5F9"/>
                </a:solidFill>
                <a:latin typeface="Aptos" pitchFamily="34" charset="0"/>
                <a:ea typeface="Arial" pitchFamily="34" charset="-122"/>
                <a:cs typeface="Arial" pitchFamily="34" charset="-120"/>
              </a:rPr>
              <a:t>Entrega: servidor, marcadores persistidos e conclusão revisada.</a:t>
            </a:r>
            <a:endParaRPr lang="en-US" sz="2700" dirty="0">
              <a:solidFill>
                <a:srgbClr val="0B2D5C"/>
              </a:solidFill>
            </a:endParaRPr>
          </a:p>
        </p:txBody>
      </p:sp>
      <p:sp>
        <p:nvSpPr>
          <p:cNvPr id="12" name="TextBox 11"/>
          <p:cNvSpPr txBox="1"/>
          <p:nvPr/>
        </p:nvSpPr>
        <p:spPr>
          <a:xfrm>
            <a:off x="21214080" y="12344400"/>
            <a:ext cx="2286000" cy="502920"/>
          </a:xfrm>
          <a:prstGeom prst="rect">
            <a:avLst/>
          </a:prstGeom>
          <a:noFill/>
        </p:spPr>
        <p:txBody>
          <a:bodyPr wrap="none" lIns="0" tIns="0" rIns="0" bIns="0">
            <a:noAutofit/>
          </a:bodyPr>
          <a:lstStyle/>
          <a:p>
            <a:pPr>
              <a:lnSpc>
                <a:spcPct val="108000"/>
              </a:lnSpc>
              <a:spcBef>
                <a:spcPts val="0"/>
              </a:spcBef>
              <a:spcAft>
                <a:spcPts val="0"/>
              </a:spcAft>
            </a:pPr>
            <a:r>
              <a:rPr lang="en-US" sz="2200">
                <a:solidFill>
                  <a:srgbClr val="15243B"/>
                </a:solidFill>
                <a:latin typeface="Aptos"/>
              </a:rPr>
              <a:t>02 / 70</a:t>
            </a:r>
            <a:endParaRPr sz="2200">
              <a:solidFill>
                <a:srgbClr val="15243B"/>
              </a:solidFill>
              <a:latin typeface="Aptos"/>
            </a:endParaRP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hape 0"/>
          <p:cNvSpPr/>
          <p:nvPr/>
        </p:nvSpPr>
        <p:spPr>
          <a:xfrm>
            <a:off x="1" y="0"/>
            <a:ext cx="24383390" cy="13716000"/>
          </a:xfrm>
          <a:prstGeom prst="rect">
            <a:avLst/>
          </a:prstGeom>
          <a:solidFill>
            <a:srgbClr val="111C2D"/>
          </a:solidFill>
          <a:ln w="12700">
            <a:solidFill>
              <a:srgbClr val="FFFFFF">
                <a:alpha val="0"/>
              </a:srgbClr>
            </a:solidFill>
            <a:prstDash val="solid"/>
          </a:ln>
        </p:spPr>
        <p:txBody>
          <a:bodyPr/>
          <a:lstStyle/>
          <a:p>
            <a:endParaRPr lang="en-US"/>
          </a:p>
        </p:txBody>
      </p:sp>
      <p:sp>
        <p:nvSpPr>
          <p:cNvPr id="3" name="Shape 1"/>
          <p:cNvSpPr/>
          <p:nvPr/>
        </p:nvSpPr>
        <p:spPr>
          <a:xfrm>
            <a:off x="0" y="0"/>
            <a:ext cx="19811504" cy="1219200"/>
          </a:xfrm>
          <a:prstGeom prst="rect">
            <a:avLst/>
          </a:prstGeom>
          <a:solidFill>
            <a:srgbClr val="D9DCDF"/>
          </a:solidFill>
          <a:ln w="12700">
            <a:solidFill>
              <a:srgbClr val="FFFFFF">
                <a:alpha val="0"/>
              </a:srgbClr>
            </a:solidFill>
            <a:prstDash val="solid"/>
          </a:ln>
        </p:spPr>
        <p:txBody>
          <a:bodyPr/>
          <a:lstStyle/>
          <a:p>
            <a:endParaRPr lang="en-US"/>
          </a:p>
        </p:txBody>
      </p:sp>
      <p:sp>
        <p:nvSpPr>
          <p:cNvPr id="4" name="Shape 2"/>
          <p:cNvSpPr/>
          <p:nvPr/>
        </p:nvSpPr>
        <p:spPr>
          <a:xfrm>
            <a:off x="20382990" y="0"/>
            <a:ext cx="4000400" cy="13716000"/>
          </a:xfrm>
          <a:prstGeom prst="rect">
            <a:avLst/>
          </a:prstGeom>
          <a:solidFill>
            <a:srgbClr val="F9B000"/>
          </a:solidFill>
          <a:ln w="12700">
            <a:solidFill>
              <a:srgbClr val="FFFFFF">
                <a:alpha val="0"/>
              </a:srgbClr>
            </a:solidFill>
            <a:prstDash val="solid"/>
          </a:ln>
        </p:spPr>
        <p:txBody>
          <a:bodyPr/>
          <a:lstStyle/>
          <a:p>
            <a:endParaRPr lang="en-US"/>
          </a:p>
        </p:txBody>
      </p:sp>
      <p:sp>
        <p:nvSpPr>
          <p:cNvPr id="5" name="Text 3"/>
          <p:cNvSpPr/>
          <p:nvPr/>
        </p:nvSpPr>
        <p:spPr>
          <a:xfrm>
            <a:off x="1371567" y="1676400"/>
            <a:ext cx="17525562" cy="164592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5400" b="1" dirty="0">
                <a:solidFill>
                  <a:srgbClr val="68BDF4"/>
                </a:solidFill>
                <a:latin typeface="Aptos Display" pitchFamily="34" charset="0"/>
                <a:ea typeface="Arial" pitchFamily="34" charset="-122"/>
                <a:cs typeface="Arial" pitchFamily="34" charset="-120"/>
              </a:rPr>
              <a:t>O que é o PyJNIus?</a:t>
            </a:r>
            <a:endParaRPr lang="en-US" sz="5600" dirty="0"/>
          </a:p>
        </p:txBody>
      </p:sp>
      <p:sp>
        <p:nvSpPr>
          <p:cNvPr id="6" name="Shape 4"/>
          <p:cNvSpPr/>
          <p:nvPr/>
        </p:nvSpPr>
        <p:spPr>
          <a:xfrm>
            <a:off x="1409664" y="3619500"/>
            <a:ext cx="8400840" cy="3543300"/>
          </a:xfrm>
          <a:prstGeom prst="rect">
            <a:avLst/>
          </a:prstGeom>
          <a:solidFill>
            <a:srgbClr val="223147"/>
          </a:solidFill>
          <a:ln w="12700">
            <a:solidFill>
              <a:srgbClr val="FFFFFF">
                <a:alpha val="0"/>
              </a:srgbClr>
            </a:solidFill>
            <a:prstDash val="solid"/>
          </a:ln>
        </p:spPr>
        <p:txBody>
          <a:bodyPr/>
          <a:lstStyle/>
          <a:p>
            <a:endParaRPr lang="en-US"/>
          </a:p>
        </p:txBody>
      </p:sp>
      <p:sp>
        <p:nvSpPr>
          <p:cNvPr id="7" name="Shape 5"/>
          <p:cNvSpPr/>
          <p:nvPr/>
        </p:nvSpPr>
        <p:spPr>
          <a:xfrm>
            <a:off x="1476338" y="3619500"/>
            <a:ext cx="0" cy="3543300"/>
          </a:xfrm>
          <a:prstGeom prst="line">
            <a:avLst/>
          </a:prstGeom>
          <a:solidFill>
            <a:srgbClr val="111C2D">
              <a:alpha val="0"/>
            </a:srgbClr>
          </a:solidFill>
          <a:ln w="66675">
            <a:solidFill>
              <a:srgbClr val="0B6FBD"/>
            </a:solidFill>
            <a:prstDash val="solid"/>
          </a:ln>
        </p:spPr>
        <p:txBody>
          <a:bodyPr/>
          <a:lstStyle/>
          <a:p>
            <a:endParaRPr lang="en-US"/>
          </a:p>
        </p:txBody>
      </p:sp>
      <p:sp>
        <p:nvSpPr>
          <p:cNvPr id="8" name="Text 6"/>
          <p:cNvSpPr/>
          <p:nvPr/>
        </p:nvSpPr>
        <p:spPr>
          <a:xfrm>
            <a:off x="2000200" y="4076701"/>
            <a:ext cx="7353116" cy="51435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3200" b="1" dirty="0">
                <a:solidFill>
                  <a:srgbClr val="F1F5F9"/>
                </a:solidFill>
                <a:latin typeface="Aptos" pitchFamily="34" charset="0"/>
                <a:ea typeface="Arial" pitchFamily="34" charset="-122"/>
                <a:cs typeface="Arial" pitchFamily="34" charset="-120"/>
              </a:rPr>
              <a:t>Biblioteca Python</a:t>
            </a:r>
            <a:endParaRPr lang="en-US" sz="3500" dirty="0"/>
          </a:p>
        </p:txBody>
      </p:sp>
      <p:sp>
        <p:nvSpPr>
          <p:cNvPr id="9" name="Text 7"/>
          <p:cNvSpPr/>
          <p:nvPr/>
        </p:nvSpPr>
        <p:spPr>
          <a:xfrm>
            <a:off x="2000200" y="4591051"/>
            <a:ext cx="7353116" cy="19659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800" dirty="0">
                <a:solidFill>
                  <a:srgbClr val="F1F5F9"/>
                </a:solidFill>
                <a:latin typeface="Aptos" pitchFamily="34" charset="0"/>
                <a:ea typeface="Arial" pitchFamily="34" charset="-122"/>
                <a:cs typeface="Arial" pitchFamily="34" charset="-120"/>
              </a:rPr>
              <a:t>Permite usar classes e métodos Java pelo Python.</a:t>
            </a:r>
            <a:endParaRPr lang="en-US" sz="2700" dirty="0"/>
          </a:p>
        </p:txBody>
      </p:sp>
      <p:sp>
        <p:nvSpPr>
          <p:cNvPr id="10" name="Shape 8"/>
          <p:cNvSpPr/>
          <p:nvPr/>
        </p:nvSpPr>
        <p:spPr>
          <a:xfrm>
            <a:off x="10153396" y="3619500"/>
            <a:ext cx="8400840" cy="3543300"/>
          </a:xfrm>
          <a:prstGeom prst="rect">
            <a:avLst/>
          </a:prstGeom>
          <a:solidFill>
            <a:srgbClr val="223147"/>
          </a:solidFill>
          <a:ln w="12700">
            <a:solidFill>
              <a:srgbClr val="FFFFFF">
                <a:alpha val="0"/>
              </a:srgbClr>
            </a:solidFill>
            <a:prstDash val="solid"/>
          </a:ln>
        </p:spPr>
        <p:txBody>
          <a:bodyPr/>
          <a:lstStyle/>
          <a:p>
            <a:endParaRPr lang="en-US"/>
          </a:p>
        </p:txBody>
      </p:sp>
      <p:sp>
        <p:nvSpPr>
          <p:cNvPr id="11" name="Shape 9"/>
          <p:cNvSpPr/>
          <p:nvPr/>
        </p:nvSpPr>
        <p:spPr>
          <a:xfrm>
            <a:off x="10220070" y="3619500"/>
            <a:ext cx="0" cy="3543300"/>
          </a:xfrm>
          <a:prstGeom prst="line">
            <a:avLst/>
          </a:prstGeom>
          <a:solidFill>
            <a:srgbClr val="111C2D">
              <a:alpha val="0"/>
            </a:srgbClr>
          </a:solidFill>
          <a:ln w="66675">
            <a:solidFill>
              <a:srgbClr val="0B6FBD"/>
            </a:solidFill>
            <a:prstDash val="solid"/>
          </a:ln>
        </p:spPr>
        <p:txBody>
          <a:bodyPr/>
          <a:lstStyle/>
          <a:p>
            <a:endParaRPr lang="en-US"/>
          </a:p>
        </p:txBody>
      </p:sp>
      <p:sp>
        <p:nvSpPr>
          <p:cNvPr id="12" name="Text 10"/>
          <p:cNvSpPr/>
          <p:nvPr/>
        </p:nvSpPr>
        <p:spPr>
          <a:xfrm>
            <a:off x="10743932" y="4076701"/>
            <a:ext cx="7353116" cy="51435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3200" b="1" dirty="0">
                <a:solidFill>
                  <a:srgbClr val="F1F5F9"/>
                </a:solidFill>
                <a:latin typeface="Aptos" pitchFamily="34" charset="0"/>
                <a:ea typeface="Arial" pitchFamily="34" charset="-122"/>
                <a:cs typeface="Arial" pitchFamily="34" charset="-120"/>
              </a:rPr>
              <a:t>JVM</a:t>
            </a:r>
            <a:endParaRPr lang="en-US" sz="3500" dirty="0"/>
          </a:p>
        </p:txBody>
      </p:sp>
      <p:sp>
        <p:nvSpPr>
          <p:cNvPr id="13" name="Text 11"/>
          <p:cNvSpPr/>
          <p:nvPr/>
        </p:nvSpPr>
        <p:spPr>
          <a:xfrm>
            <a:off x="10743932" y="4591051"/>
            <a:ext cx="7353116" cy="19659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800" dirty="0">
                <a:solidFill>
                  <a:srgbClr val="F1F5F9"/>
                </a:solidFill>
                <a:latin typeface="Aptos" pitchFamily="34" charset="0"/>
                <a:ea typeface="Arial" pitchFamily="34" charset="-122"/>
                <a:cs typeface="Arial" pitchFamily="34" charset="-120"/>
              </a:rPr>
              <a:t>A máquina virtual executa o código Java no processo.</a:t>
            </a:r>
            <a:endParaRPr lang="en-US" sz="2700" dirty="0"/>
          </a:p>
        </p:txBody>
      </p:sp>
      <p:sp>
        <p:nvSpPr>
          <p:cNvPr id="14" name="Shape 12"/>
          <p:cNvSpPr/>
          <p:nvPr/>
        </p:nvSpPr>
        <p:spPr>
          <a:xfrm>
            <a:off x="1409664" y="7505700"/>
            <a:ext cx="8400840" cy="3543300"/>
          </a:xfrm>
          <a:prstGeom prst="rect">
            <a:avLst/>
          </a:prstGeom>
          <a:solidFill>
            <a:srgbClr val="223147"/>
          </a:solidFill>
          <a:ln w="12700">
            <a:solidFill>
              <a:srgbClr val="FFFFFF">
                <a:alpha val="0"/>
              </a:srgbClr>
            </a:solidFill>
            <a:prstDash val="solid"/>
          </a:ln>
        </p:spPr>
        <p:txBody>
          <a:bodyPr/>
          <a:lstStyle/>
          <a:p>
            <a:endParaRPr lang="en-US"/>
          </a:p>
        </p:txBody>
      </p:sp>
      <p:sp>
        <p:nvSpPr>
          <p:cNvPr id="15" name="Shape 13"/>
          <p:cNvSpPr/>
          <p:nvPr/>
        </p:nvSpPr>
        <p:spPr>
          <a:xfrm>
            <a:off x="1476338" y="7505700"/>
            <a:ext cx="0" cy="3543300"/>
          </a:xfrm>
          <a:prstGeom prst="line">
            <a:avLst/>
          </a:prstGeom>
          <a:solidFill>
            <a:srgbClr val="111C2D">
              <a:alpha val="0"/>
            </a:srgbClr>
          </a:solidFill>
          <a:ln w="66675">
            <a:solidFill>
              <a:srgbClr val="F9B000"/>
            </a:solidFill>
            <a:prstDash val="solid"/>
          </a:ln>
        </p:spPr>
        <p:txBody>
          <a:bodyPr/>
          <a:lstStyle/>
          <a:p>
            <a:endParaRPr lang="en-US"/>
          </a:p>
        </p:txBody>
      </p:sp>
      <p:sp>
        <p:nvSpPr>
          <p:cNvPr id="16" name="Text 14"/>
          <p:cNvSpPr/>
          <p:nvPr/>
        </p:nvSpPr>
        <p:spPr>
          <a:xfrm>
            <a:off x="2000200" y="7962901"/>
            <a:ext cx="7353116" cy="51435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3200" b="1" dirty="0">
                <a:solidFill>
                  <a:srgbClr val="F1F5F9"/>
                </a:solidFill>
                <a:latin typeface="Aptos" pitchFamily="34" charset="0"/>
                <a:ea typeface="Arial" pitchFamily="34" charset="-122"/>
                <a:cs typeface="Arial" pitchFamily="34" charset="-120"/>
              </a:rPr>
              <a:t>autoclass</a:t>
            </a:r>
            <a:endParaRPr lang="en-US" sz="3500" dirty="0"/>
          </a:p>
        </p:txBody>
      </p:sp>
      <p:sp>
        <p:nvSpPr>
          <p:cNvPr id="17" name="Text 15"/>
          <p:cNvSpPr/>
          <p:nvPr/>
        </p:nvSpPr>
        <p:spPr>
          <a:xfrm>
            <a:off x="2000200" y="8477251"/>
            <a:ext cx="7353116" cy="19659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800" dirty="0">
                <a:solidFill>
                  <a:srgbClr val="F1F5F9"/>
                </a:solidFill>
                <a:latin typeface="Aptos" pitchFamily="34" charset="0"/>
                <a:ea typeface="Arial" pitchFamily="34" charset="-122"/>
                <a:cs typeface="Arial" pitchFamily="34" charset="-120"/>
              </a:rPr>
              <a:t>Obtém uma representação Python de uma classe Java.</a:t>
            </a:r>
            <a:endParaRPr lang="en-US" sz="2700" dirty="0"/>
          </a:p>
        </p:txBody>
      </p:sp>
      <p:sp>
        <p:nvSpPr>
          <p:cNvPr id="18" name="Shape 16"/>
          <p:cNvSpPr/>
          <p:nvPr/>
        </p:nvSpPr>
        <p:spPr>
          <a:xfrm>
            <a:off x="10153396" y="7505700"/>
            <a:ext cx="8400840" cy="3543300"/>
          </a:xfrm>
          <a:prstGeom prst="rect">
            <a:avLst/>
          </a:prstGeom>
          <a:solidFill>
            <a:srgbClr val="223147"/>
          </a:solidFill>
          <a:ln w="12700">
            <a:solidFill>
              <a:srgbClr val="FFFFFF">
                <a:alpha val="0"/>
              </a:srgbClr>
            </a:solidFill>
            <a:prstDash val="solid"/>
          </a:ln>
        </p:spPr>
        <p:txBody>
          <a:bodyPr/>
          <a:lstStyle/>
          <a:p>
            <a:endParaRPr lang="en-US"/>
          </a:p>
        </p:txBody>
      </p:sp>
      <p:sp>
        <p:nvSpPr>
          <p:cNvPr id="19" name="Shape 17"/>
          <p:cNvSpPr/>
          <p:nvPr/>
        </p:nvSpPr>
        <p:spPr>
          <a:xfrm>
            <a:off x="10220070" y="7505700"/>
            <a:ext cx="0" cy="3543300"/>
          </a:xfrm>
          <a:prstGeom prst="line">
            <a:avLst/>
          </a:prstGeom>
          <a:solidFill>
            <a:srgbClr val="111C2D">
              <a:alpha val="0"/>
            </a:srgbClr>
          </a:solidFill>
          <a:ln w="66675">
            <a:solidFill>
              <a:srgbClr val="F9B000"/>
            </a:solidFill>
            <a:prstDash val="solid"/>
          </a:ln>
        </p:spPr>
        <p:txBody>
          <a:bodyPr/>
          <a:lstStyle/>
          <a:p>
            <a:endParaRPr lang="en-US"/>
          </a:p>
        </p:txBody>
      </p:sp>
      <p:sp>
        <p:nvSpPr>
          <p:cNvPr id="20" name="Text 18"/>
          <p:cNvSpPr/>
          <p:nvPr/>
        </p:nvSpPr>
        <p:spPr>
          <a:xfrm>
            <a:off x="10743932" y="7962901"/>
            <a:ext cx="7353116" cy="51435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3200" b="1" dirty="0">
                <a:solidFill>
                  <a:srgbClr val="F1F5F9"/>
                </a:solidFill>
                <a:latin typeface="Aptos" pitchFamily="34" charset="0"/>
                <a:ea typeface="Arial" pitchFamily="34" charset="-122"/>
                <a:cs typeface="Arial" pitchFamily="34" charset="-120"/>
              </a:rPr>
              <a:t>No IPED</a:t>
            </a:r>
            <a:endParaRPr lang="en-US" sz="3500" dirty="0"/>
          </a:p>
        </p:txBody>
      </p:sp>
      <p:sp>
        <p:nvSpPr>
          <p:cNvPr id="21" name="Text 19"/>
          <p:cNvSpPr/>
          <p:nvPr/>
        </p:nvSpPr>
        <p:spPr>
          <a:xfrm>
            <a:off x="10743932" y="8477251"/>
            <a:ext cx="7353116" cy="19659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800" dirty="0">
                <a:solidFill>
                  <a:srgbClr val="F1F5F9"/>
                </a:solidFill>
                <a:latin typeface="Aptos" pitchFamily="34" charset="0"/>
                <a:ea typeface="Arial" pitchFamily="34" charset="-122"/>
                <a:cs typeface="Arial" pitchFamily="34" charset="-120"/>
              </a:rPr>
              <a:t>A ponte usa a API de busca, parsers e marcadores.</a:t>
            </a:r>
            <a:endParaRPr lang="en-US" sz="2700" dirty="0"/>
          </a:p>
        </p:txBody>
      </p:sp>
      <p:sp>
        <p:nvSpPr>
          <p:cNvPr id="22" name="Text 20"/>
          <p:cNvSpPr/>
          <p:nvPr/>
        </p:nvSpPr>
        <p:spPr>
          <a:xfrm>
            <a:off x="1409664" y="11734801"/>
            <a:ext cx="17144572" cy="112395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500" dirty="0">
                <a:solidFill>
                  <a:srgbClr val="F1F5F9"/>
                </a:solidFill>
                <a:latin typeface="Aptos" pitchFamily="34" charset="0"/>
                <a:ea typeface="Arial" pitchFamily="34" charset="-122"/>
                <a:cs typeface="Arial" pitchFamily="34" charset="-120"/>
              </a:rPr>
              <a:t>JNI é a interface nativa que permite essa comunicação com a JVM.</a:t>
            </a:r>
            <a:endParaRPr lang="en-US" sz="3000" dirty="0"/>
          </a:p>
        </p:txBody>
      </p:sp>
      <p:sp>
        <p:nvSpPr>
          <p:cNvPr id="23" name="TextBox 22"/>
          <p:cNvSpPr txBox="1"/>
          <p:nvPr/>
        </p:nvSpPr>
        <p:spPr>
          <a:xfrm>
            <a:off x="21214080" y="12344400"/>
            <a:ext cx="2286000" cy="502920"/>
          </a:xfrm>
          <a:prstGeom prst="rect">
            <a:avLst/>
          </a:prstGeom>
          <a:noFill/>
        </p:spPr>
        <p:txBody>
          <a:bodyPr wrap="none" lIns="0" tIns="0" rIns="0" bIns="0">
            <a:noAutofit/>
          </a:bodyPr>
          <a:lstStyle/>
          <a:p>
            <a:pPr>
              <a:lnSpc>
                <a:spcPct val="108000"/>
              </a:lnSpc>
              <a:spcBef>
                <a:spcPts val="0"/>
              </a:spcBef>
              <a:spcAft>
                <a:spcPts val="0"/>
              </a:spcAft>
            </a:pPr>
            <a:r>
              <a:rPr lang="en-US" sz="2200">
                <a:solidFill>
                  <a:srgbClr val="15243B"/>
                </a:solidFill>
                <a:latin typeface="Aptos"/>
              </a:rPr>
              <a:t>03 / 70</a:t>
            </a:r>
            <a:endParaRPr sz="2200">
              <a:solidFill>
                <a:srgbClr val="15243B"/>
              </a:solidFill>
              <a:latin typeface="Aptos"/>
            </a:endParaRP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hape 0"/>
          <p:cNvSpPr/>
          <p:nvPr/>
        </p:nvSpPr>
        <p:spPr>
          <a:xfrm>
            <a:off x="1" y="0"/>
            <a:ext cx="24383390" cy="13716000"/>
          </a:xfrm>
          <a:prstGeom prst="rect">
            <a:avLst/>
          </a:prstGeom>
          <a:solidFill>
            <a:srgbClr val="111C2D"/>
          </a:solidFill>
          <a:ln w="12700">
            <a:solidFill>
              <a:srgbClr val="FFFFFF">
                <a:alpha val="0"/>
              </a:srgbClr>
            </a:solidFill>
            <a:prstDash val="solid"/>
          </a:ln>
        </p:spPr>
        <p:txBody>
          <a:bodyPr/>
          <a:lstStyle/>
          <a:p>
            <a:endParaRPr lang="en-US"/>
          </a:p>
        </p:txBody>
      </p:sp>
      <p:sp>
        <p:nvSpPr>
          <p:cNvPr id="3" name="Shape 1"/>
          <p:cNvSpPr/>
          <p:nvPr/>
        </p:nvSpPr>
        <p:spPr>
          <a:xfrm>
            <a:off x="0" y="0"/>
            <a:ext cx="19811504" cy="1219200"/>
          </a:xfrm>
          <a:prstGeom prst="rect">
            <a:avLst/>
          </a:prstGeom>
          <a:solidFill>
            <a:srgbClr val="D9DCDF"/>
          </a:solidFill>
          <a:ln w="12700">
            <a:solidFill>
              <a:srgbClr val="FFFFFF">
                <a:alpha val="0"/>
              </a:srgbClr>
            </a:solidFill>
            <a:prstDash val="solid"/>
          </a:ln>
        </p:spPr>
        <p:txBody>
          <a:bodyPr/>
          <a:lstStyle/>
          <a:p>
            <a:endParaRPr lang="en-US"/>
          </a:p>
        </p:txBody>
      </p:sp>
      <p:sp>
        <p:nvSpPr>
          <p:cNvPr id="4" name="Shape 2"/>
          <p:cNvSpPr/>
          <p:nvPr/>
        </p:nvSpPr>
        <p:spPr>
          <a:xfrm>
            <a:off x="20382990" y="0"/>
            <a:ext cx="4000400" cy="13716000"/>
          </a:xfrm>
          <a:prstGeom prst="rect">
            <a:avLst/>
          </a:prstGeom>
          <a:solidFill>
            <a:srgbClr val="F9B000"/>
          </a:solidFill>
          <a:ln w="12700">
            <a:solidFill>
              <a:srgbClr val="FFFFFF">
                <a:alpha val="0"/>
              </a:srgbClr>
            </a:solidFill>
            <a:prstDash val="solid"/>
          </a:ln>
        </p:spPr>
        <p:txBody>
          <a:bodyPr/>
          <a:lstStyle/>
          <a:p>
            <a:endParaRPr lang="en-US"/>
          </a:p>
        </p:txBody>
      </p:sp>
      <p:sp>
        <p:nvSpPr>
          <p:cNvPr id="5" name="Text 3"/>
          <p:cNvSpPr/>
          <p:nvPr/>
        </p:nvSpPr>
        <p:spPr>
          <a:xfrm>
            <a:off x="1371567" y="1676401"/>
            <a:ext cx="17525562" cy="164592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5400" b="1" dirty="0">
                <a:solidFill>
                  <a:srgbClr val="68BDF4"/>
                </a:solidFill>
                <a:latin typeface="Aptos Display" pitchFamily="34" charset="0"/>
                <a:ea typeface="Arial" pitchFamily="34" charset="-122"/>
                <a:cs typeface="Arial" pitchFamily="34" charset="-120"/>
              </a:rPr>
              <a:t>PyJNIus: uma primeira chamada Java</a:t>
            </a:r>
            <a:endParaRPr lang="en-US" sz="5700" dirty="0"/>
          </a:p>
        </p:txBody>
      </p:sp>
      <p:sp>
        <p:nvSpPr>
          <p:cNvPr id="6" name="Shape 4"/>
          <p:cNvSpPr/>
          <p:nvPr/>
        </p:nvSpPr>
        <p:spPr>
          <a:xfrm>
            <a:off x="1409665" y="3524250"/>
            <a:ext cx="12115800" cy="7810500"/>
          </a:xfrm>
          <a:prstGeom prst="rect">
            <a:avLst/>
          </a:prstGeom>
          <a:solidFill>
            <a:srgbClr val="0B2D5C"/>
          </a:solidFill>
          <a:ln w="12700">
            <a:solidFill>
              <a:srgbClr val="FFFFFF">
                <a:alpha val="0"/>
              </a:srgbClr>
            </a:solidFill>
            <a:prstDash val="solid"/>
          </a:ln>
        </p:spPr>
        <p:txBody>
          <a:bodyPr/>
          <a:lstStyle/>
          <a:p>
            <a:endParaRPr lang="en-US"/>
          </a:p>
        </p:txBody>
      </p:sp>
      <p:sp>
        <p:nvSpPr>
          <p:cNvPr id="7" name="Text 5"/>
          <p:cNvSpPr/>
          <p:nvPr/>
        </p:nvSpPr>
        <p:spPr>
          <a:xfrm>
            <a:off x="1783080" y="3767328"/>
            <a:ext cx="11567160" cy="7406640"/>
          </a:xfrm>
          <a:prstGeom prst="rect">
            <a:avLst/>
          </a:prstGeom>
          <a:noFill/>
          <a:ln/>
        </p:spPr>
        <p:txBody>
          <a:bodyPr wrap="non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from jnius import autoclass</a:t>
            </a:r>
            <a:endParaRPr lang="en-US" sz="2600" dirty="0">
              <a:solidFill>
                <a:srgbClr val="F1F5F9"/>
              </a:solidFill>
              <a:latin typeface="Consolas" pitchFamily="34" charset="0"/>
              <a:ea typeface="Consolas" pitchFamily="34" charset="-122"/>
              <a:cs typeface="Consolas" pitchFamily="34" charset="-120"/>
            </a:endParaRP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File = autoclass("java.io.File")</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arquivo = File(r"C:\lab_iped\caso_aurora")</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nome = str(arquivo.getName())</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absoluto = bool(arquivo.isAbsolute())</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print({"nome": nome, "absoluto": absoluto})</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{"nome": "caso_aurora", "absoluto": True}</a:t>
            </a:r>
          </a:p>
        </p:txBody>
      </p:sp>
      <p:sp>
        <p:nvSpPr>
          <p:cNvPr id="8" name="Shape 6"/>
          <p:cNvSpPr/>
          <p:nvPr/>
        </p:nvSpPr>
        <p:spPr>
          <a:xfrm>
            <a:off x="13620410" y="3524250"/>
            <a:ext cx="4952876" cy="1484412"/>
          </a:xfrm>
          <a:prstGeom prst="rect">
            <a:avLst/>
          </a:prstGeom>
          <a:solidFill>
            <a:srgbClr val="223147"/>
          </a:solidFill>
          <a:ln w="12700">
            <a:solidFill>
              <a:srgbClr val="FFFFFF">
                <a:alpha val="0"/>
              </a:srgbClr>
            </a:solidFill>
            <a:prstDash val="solid"/>
          </a:ln>
        </p:spPr>
        <p:txBody>
          <a:bodyPr/>
          <a:lstStyle/>
          <a:p>
            <a:endParaRPr lang="en-US"/>
          </a:p>
        </p:txBody>
      </p:sp>
      <p:sp>
        <p:nvSpPr>
          <p:cNvPr id="9" name="Shape 7"/>
          <p:cNvSpPr/>
          <p:nvPr/>
        </p:nvSpPr>
        <p:spPr>
          <a:xfrm>
            <a:off x="13687082" y="3524250"/>
            <a:ext cx="0" cy="1484412"/>
          </a:xfrm>
          <a:prstGeom prst="line">
            <a:avLst/>
          </a:prstGeom>
          <a:solidFill>
            <a:srgbClr val="111C2D">
              <a:alpha val="0"/>
            </a:srgbClr>
          </a:solidFill>
          <a:ln w="66675">
            <a:solidFill>
              <a:srgbClr val="F9B000"/>
            </a:solidFill>
            <a:prstDash val="solid"/>
          </a:ln>
        </p:spPr>
        <p:txBody>
          <a:bodyPr/>
          <a:lstStyle/>
          <a:p>
            <a:endParaRPr lang="en-US"/>
          </a:p>
        </p:txBody>
      </p:sp>
      <p:sp>
        <p:nvSpPr>
          <p:cNvPr id="10" name="Text 8"/>
          <p:cNvSpPr/>
          <p:nvPr/>
        </p:nvSpPr>
        <p:spPr>
          <a:xfrm>
            <a:off x="14096649" y="3867150"/>
            <a:ext cx="4133746" cy="41910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700" b="1" dirty="0">
                <a:solidFill>
                  <a:srgbClr val="F1F5F9"/>
                </a:solidFill>
                <a:latin typeface="Aptos" pitchFamily="34" charset="0"/>
                <a:ea typeface="Arial" pitchFamily="34" charset="-122"/>
                <a:cs typeface="Arial" pitchFamily="34" charset="-120"/>
              </a:rPr>
              <a:t>Classe</a:t>
            </a:r>
            <a:endParaRPr lang="en-US" sz="2900" dirty="0"/>
          </a:p>
        </p:txBody>
      </p:sp>
      <p:sp>
        <p:nvSpPr>
          <p:cNvPr id="11" name="Text 9"/>
          <p:cNvSpPr/>
          <p:nvPr/>
        </p:nvSpPr>
        <p:spPr>
          <a:xfrm>
            <a:off x="14096649" y="4286250"/>
            <a:ext cx="4133746" cy="8229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300" dirty="0">
                <a:solidFill>
                  <a:srgbClr val="F1F5F9"/>
                </a:solidFill>
                <a:latin typeface="Aptos" pitchFamily="34" charset="0"/>
                <a:ea typeface="Arial" pitchFamily="34" charset="-122"/>
                <a:cs typeface="Arial" pitchFamily="34" charset="-120"/>
              </a:rPr>
              <a:t>java.io.File vem da biblioteca Java.</a:t>
            </a:r>
            <a:endParaRPr lang="en-US" sz="2300" dirty="0"/>
          </a:p>
        </p:txBody>
      </p:sp>
      <p:sp>
        <p:nvSpPr>
          <p:cNvPr id="12" name="Shape 10"/>
          <p:cNvSpPr/>
          <p:nvPr/>
        </p:nvSpPr>
        <p:spPr>
          <a:xfrm>
            <a:off x="13620410" y="5313462"/>
            <a:ext cx="4952876" cy="1484412"/>
          </a:xfrm>
          <a:prstGeom prst="rect">
            <a:avLst/>
          </a:prstGeom>
          <a:solidFill>
            <a:srgbClr val="223147"/>
          </a:solidFill>
          <a:ln w="12700">
            <a:solidFill>
              <a:srgbClr val="FFFFFF">
                <a:alpha val="0"/>
              </a:srgbClr>
            </a:solidFill>
            <a:prstDash val="solid"/>
          </a:ln>
        </p:spPr>
        <p:txBody>
          <a:bodyPr/>
          <a:lstStyle/>
          <a:p>
            <a:endParaRPr lang="en-US"/>
          </a:p>
        </p:txBody>
      </p:sp>
      <p:sp>
        <p:nvSpPr>
          <p:cNvPr id="13" name="Shape 11"/>
          <p:cNvSpPr/>
          <p:nvPr/>
        </p:nvSpPr>
        <p:spPr>
          <a:xfrm>
            <a:off x="13687082" y="5313462"/>
            <a:ext cx="0" cy="1484412"/>
          </a:xfrm>
          <a:prstGeom prst="line">
            <a:avLst/>
          </a:prstGeom>
          <a:solidFill>
            <a:srgbClr val="111C2D">
              <a:alpha val="0"/>
            </a:srgbClr>
          </a:solidFill>
          <a:ln w="66675">
            <a:solidFill>
              <a:srgbClr val="F9B000"/>
            </a:solidFill>
            <a:prstDash val="solid"/>
          </a:ln>
        </p:spPr>
        <p:txBody>
          <a:bodyPr/>
          <a:lstStyle/>
          <a:p>
            <a:endParaRPr lang="en-US"/>
          </a:p>
        </p:txBody>
      </p:sp>
      <p:sp>
        <p:nvSpPr>
          <p:cNvPr id="14" name="Text 12"/>
          <p:cNvSpPr/>
          <p:nvPr/>
        </p:nvSpPr>
        <p:spPr>
          <a:xfrm>
            <a:off x="14096649" y="5656362"/>
            <a:ext cx="4133746" cy="41910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700" b="1" dirty="0">
                <a:solidFill>
                  <a:srgbClr val="F1F5F9"/>
                </a:solidFill>
                <a:latin typeface="Aptos" pitchFamily="34" charset="0"/>
                <a:ea typeface="Arial" pitchFamily="34" charset="-122"/>
                <a:cs typeface="Arial" pitchFamily="34" charset="-120"/>
              </a:rPr>
              <a:t>Objeto</a:t>
            </a:r>
            <a:endParaRPr lang="en-US" sz="2900" dirty="0"/>
          </a:p>
        </p:txBody>
      </p:sp>
      <p:sp>
        <p:nvSpPr>
          <p:cNvPr id="15" name="Text 13"/>
          <p:cNvSpPr/>
          <p:nvPr/>
        </p:nvSpPr>
        <p:spPr>
          <a:xfrm>
            <a:off x="14096649" y="6075462"/>
            <a:ext cx="4133746" cy="8229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300" dirty="0">
                <a:solidFill>
                  <a:srgbClr val="F1F5F9"/>
                </a:solidFill>
                <a:latin typeface="Aptos" pitchFamily="34" charset="0"/>
                <a:ea typeface="Arial" pitchFamily="34" charset="-122"/>
                <a:cs typeface="Arial" pitchFamily="34" charset="-120"/>
              </a:rPr>
              <a:t>File(...) chama o construtor Java.</a:t>
            </a:r>
            <a:endParaRPr lang="en-US" sz="2300" dirty="0"/>
          </a:p>
        </p:txBody>
      </p:sp>
      <p:sp>
        <p:nvSpPr>
          <p:cNvPr id="16" name="Shape 14"/>
          <p:cNvSpPr/>
          <p:nvPr/>
        </p:nvSpPr>
        <p:spPr>
          <a:xfrm>
            <a:off x="13620410" y="7102674"/>
            <a:ext cx="4952876" cy="1484412"/>
          </a:xfrm>
          <a:prstGeom prst="rect">
            <a:avLst/>
          </a:prstGeom>
          <a:solidFill>
            <a:srgbClr val="223147"/>
          </a:solidFill>
          <a:ln w="12700">
            <a:solidFill>
              <a:srgbClr val="FFFFFF">
                <a:alpha val="0"/>
              </a:srgbClr>
            </a:solidFill>
            <a:prstDash val="solid"/>
          </a:ln>
        </p:spPr>
        <p:txBody>
          <a:bodyPr/>
          <a:lstStyle/>
          <a:p>
            <a:endParaRPr lang="en-US"/>
          </a:p>
        </p:txBody>
      </p:sp>
      <p:sp>
        <p:nvSpPr>
          <p:cNvPr id="17" name="Shape 15"/>
          <p:cNvSpPr/>
          <p:nvPr/>
        </p:nvSpPr>
        <p:spPr>
          <a:xfrm>
            <a:off x="13687082" y="7102674"/>
            <a:ext cx="0" cy="1484412"/>
          </a:xfrm>
          <a:prstGeom prst="line">
            <a:avLst/>
          </a:prstGeom>
          <a:solidFill>
            <a:srgbClr val="111C2D">
              <a:alpha val="0"/>
            </a:srgbClr>
          </a:solidFill>
          <a:ln w="66675">
            <a:solidFill>
              <a:srgbClr val="F9B000"/>
            </a:solidFill>
            <a:prstDash val="solid"/>
          </a:ln>
        </p:spPr>
        <p:txBody>
          <a:bodyPr/>
          <a:lstStyle/>
          <a:p>
            <a:endParaRPr lang="en-US"/>
          </a:p>
        </p:txBody>
      </p:sp>
      <p:sp>
        <p:nvSpPr>
          <p:cNvPr id="18" name="Text 16"/>
          <p:cNvSpPr/>
          <p:nvPr/>
        </p:nvSpPr>
        <p:spPr>
          <a:xfrm>
            <a:off x="14096649" y="7445574"/>
            <a:ext cx="4133746" cy="41910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700" b="1" dirty="0">
                <a:solidFill>
                  <a:srgbClr val="F1F5F9"/>
                </a:solidFill>
                <a:latin typeface="Aptos" pitchFamily="34" charset="0"/>
                <a:ea typeface="Arial" pitchFamily="34" charset="-122"/>
                <a:cs typeface="Arial" pitchFamily="34" charset="-120"/>
              </a:rPr>
              <a:t>Métodos</a:t>
            </a:r>
            <a:endParaRPr lang="en-US" sz="2900" dirty="0"/>
          </a:p>
        </p:txBody>
      </p:sp>
      <p:sp>
        <p:nvSpPr>
          <p:cNvPr id="19" name="Text 17"/>
          <p:cNvSpPr/>
          <p:nvPr/>
        </p:nvSpPr>
        <p:spPr>
          <a:xfrm>
            <a:off x="14096649" y="7864674"/>
            <a:ext cx="4133746" cy="8229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300" dirty="0">
                <a:solidFill>
                  <a:srgbClr val="F1F5F9"/>
                </a:solidFill>
                <a:latin typeface="Aptos" pitchFamily="34" charset="0"/>
                <a:ea typeface="Arial" pitchFamily="34" charset="-122"/>
                <a:cs typeface="Arial" pitchFamily="34" charset="-120"/>
              </a:rPr>
              <a:t>getName e isAbsolute executam em Java.</a:t>
            </a:r>
            <a:endParaRPr lang="en-US" sz="2300" dirty="0"/>
          </a:p>
        </p:txBody>
      </p:sp>
      <p:sp>
        <p:nvSpPr>
          <p:cNvPr id="20" name="Shape 18"/>
          <p:cNvSpPr/>
          <p:nvPr/>
        </p:nvSpPr>
        <p:spPr>
          <a:xfrm>
            <a:off x="13620410" y="8891886"/>
            <a:ext cx="4952876" cy="1484412"/>
          </a:xfrm>
          <a:prstGeom prst="rect">
            <a:avLst/>
          </a:prstGeom>
          <a:solidFill>
            <a:srgbClr val="223147"/>
          </a:solidFill>
          <a:ln w="12700">
            <a:solidFill>
              <a:srgbClr val="FFFFFF">
                <a:alpha val="0"/>
              </a:srgbClr>
            </a:solidFill>
            <a:prstDash val="solid"/>
          </a:ln>
        </p:spPr>
        <p:txBody>
          <a:bodyPr/>
          <a:lstStyle/>
          <a:p>
            <a:endParaRPr lang="en-US"/>
          </a:p>
        </p:txBody>
      </p:sp>
      <p:sp>
        <p:nvSpPr>
          <p:cNvPr id="21" name="Shape 19"/>
          <p:cNvSpPr/>
          <p:nvPr/>
        </p:nvSpPr>
        <p:spPr>
          <a:xfrm>
            <a:off x="13687082" y="8891886"/>
            <a:ext cx="0" cy="1484412"/>
          </a:xfrm>
          <a:prstGeom prst="line">
            <a:avLst/>
          </a:prstGeom>
          <a:solidFill>
            <a:srgbClr val="111C2D">
              <a:alpha val="0"/>
            </a:srgbClr>
          </a:solidFill>
          <a:ln w="66675">
            <a:solidFill>
              <a:srgbClr val="F9B000"/>
            </a:solidFill>
            <a:prstDash val="solid"/>
          </a:ln>
        </p:spPr>
        <p:txBody>
          <a:bodyPr/>
          <a:lstStyle/>
          <a:p>
            <a:endParaRPr lang="en-US"/>
          </a:p>
        </p:txBody>
      </p:sp>
      <p:sp>
        <p:nvSpPr>
          <p:cNvPr id="22" name="Text 20"/>
          <p:cNvSpPr/>
          <p:nvPr/>
        </p:nvSpPr>
        <p:spPr>
          <a:xfrm>
            <a:off x="14096649" y="9234786"/>
            <a:ext cx="4133746" cy="41910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700" b="1" dirty="0">
                <a:solidFill>
                  <a:srgbClr val="F1F5F9"/>
                </a:solidFill>
                <a:latin typeface="Aptos" pitchFamily="34" charset="0"/>
                <a:ea typeface="Arial" pitchFamily="34" charset="-122"/>
                <a:cs typeface="Arial" pitchFamily="34" charset="-120"/>
              </a:rPr>
              <a:t>Retorno</a:t>
            </a:r>
            <a:endParaRPr lang="en-US" sz="2900" dirty="0"/>
          </a:p>
        </p:txBody>
      </p:sp>
      <p:sp>
        <p:nvSpPr>
          <p:cNvPr id="23" name="Text 21"/>
          <p:cNvSpPr/>
          <p:nvPr/>
        </p:nvSpPr>
        <p:spPr>
          <a:xfrm>
            <a:off x="14096649" y="9653886"/>
            <a:ext cx="4133746" cy="8229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300" dirty="0">
                <a:solidFill>
                  <a:srgbClr val="F1F5F9"/>
                </a:solidFill>
                <a:latin typeface="Aptos" pitchFamily="34" charset="0"/>
                <a:ea typeface="Arial" pitchFamily="34" charset="-122"/>
                <a:cs typeface="Arial" pitchFamily="34" charset="-120"/>
              </a:rPr>
              <a:t>Valores simples entram no resultado Python.</a:t>
            </a:r>
            <a:endParaRPr lang="en-US" sz="2300" dirty="0"/>
          </a:p>
        </p:txBody>
      </p:sp>
      <p:sp>
        <p:nvSpPr>
          <p:cNvPr id="24" name="Text 22"/>
          <p:cNvSpPr/>
          <p:nvPr/>
        </p:nvSpPr>
        <p:spPr>
          <a:xfrm>
            <a:off x="1409665" y="12687300"/>
            <a:ext cx="17373600" cy="5943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400" dirty="0">
                <a:solidFill>
                  <a:srgbClr val="F1F5F9"/>
                </a:solidFill>
                <a:latin typeface="Aptos" pitchFamily="34" charset="0"/>
                <a:ea typeface="Arial" pitchFamily="34" charset="-122"/>
                <a:cs typeface="Arial" pitchFamily="34" charset="-120"/>
              </a:rPr>
              <a:t>Exemplo isolado. No servidor MCP, stdout fica reservado ao protocolo.</a:t>
            </a:r>
            <a:endParaRPr lang="en-US" sz="2100" dirty="0"/>
          </a:p>
        </p:txBody>
      </p:sp>
      <p:sp>
        <p:nvSpPr>
          <p:cNvPr id="25" name="TextBox 24"/>
          <p:cNvSpPr txBox="1"/>
          <p:nvPr/>
        </p:nvSpPr>
        <p:spPr>
          <a:xfrm>
            <a:off x="21214080" y="12344400"/>
            <a:ext cx="2286000" cy="502920"/>
          </a:xfrm>
          <a:prstGeom prst="rect">
            <a:avLst/>
          </a:prstGeom>
          <a:noFill/>
        </p:spPr>
        <p:txBody>
          <a:bodyPr wrap="none" lIns="0" tIns="0" rIns="0" bIns="0">
            <a:noAutofit/>
          </a:bodyPr>
          <a:lstStyle/>
          <a:p>
            <a:pPr>
              <a:lnSpc>
                <a:spcPct val="108000"/>
              </a:lnSpc>
              <a:spcBef>
                <a:spcPts val="0"/>
              </a:spcBef>
              <a:spcAft>
                <a:spcPts val="0"/>
              </a:spcAft>
            </a:pPr>
            <a:r>
              <a:rPr lang="en-US" sz="2200">
                <a:solidFill>
                  <a:srgbClr val="15243B"/>
                </a:solidFill>
                <a:latin typeface="Aptos"/>
              </a:rPr>
              <a:t>04 / 70</a:t>
            </a:r>
            <a:endParaRPr sz="2200">
              <a:solidFill>
                <a:srgbClr val="15243B"/>
              </a:solidFill>
              <a:latin typeface="Aptos"/>
            </a:endParaRP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hape 0"/>
          <p:cNvSpPr/>
          <p:nvPr/>
        </p:nvSpPr>
        <p:spPr>
          <a:xfrm>
            <a:off x="1" y="0"/>
            <a:ext cx="24383390" cy="13716000"/>
          </a:xfrm>
          <a:prstGeom prst="rect">
            <a:avLst/>
          </a:prstGeom>
          <a:solidFill>
            <a:srgbClr val="111C2D"/>
          </a:solidFill>
          <a:ln w="12700">
            <a:solidFill>
              <a:srgbClr val="FFFFFF">
                <a:alpha val="0"/>
              </a:srgbClr>
            </a:solidFill>
            <a:prstDash val="solid"/>
          </a:ln>
        </p:spPr>
        <p:txBody>
          <a:bodyPr/>
          <a:lstStyle/>
          <a:p>
            <a:endParaRPr lang="en-US"/>
          </a:p>
        </p:txBody>
      </p:sp>
      <p:sp>
        <p:nvSpPr>
          <p:cNvPr id="3" name="Shape 1"/>
          <p:cNvSpPr/>
          <p:nvPr/>
        </p:nvSpPr>
        <p:spPr>
          <a:xfrm>
            <a:off x="0" y="0"/>
            <a:ext cx="19811504" cy="1219200"/>
          </a:xfrm>
          <a:prstGeom prst="rect">
            <a:avLst/>
          </a:prstGeom>
          <a:solidFill>
            <a:srgbClr val="D9DCDF"/>
          </a:solidFill>
          <a:ln w="12700">
            <a:solidFill>
              <a:srgbClr val="FFFFFF">
                <a:alpha val="0"/>
              </a:srgbClr>
            </a:solidFill>
            <a:prstDash val="solid"/>
          </a:ln>
        </p:spPr>
        <p:txBody>
          <a:bodyPr/>
          <a:lstStyle/>
          <a:p>
            <a:endParaRPr lang="en-US"/>
          </a:p>
        </p:txBody>
      </p:sp>
      <p:sp>
        <p:nvSpPr>
          <p:cNvPr id="4" name="Shape 2"/>
          <p:cNvSpPr/>
          <p:nvPr/>
        </p:nvSpPr>
        <p:spPr>
          <a:xfrm>
            <a:off x="20382990" y="0"/>
            <a:ext cx="4000400" cy="13716000"/>
          </a:xfrm>
          <a:prstGeom prst="rect">
            <a:avLst/>
          </a:prstGeom>
          <a:solidFill>
            <a:srgbClr val="F9B000"/>
          </a:solidFill>
          <a:ln w="12700">
            <a:solidFill>
              <a:srgbClr val="FFFFFF">
                <a:alpha val="0"/>
              </a:srgbClr>
            </a:solidFill>
            <a:prstDash val="solid"/>
          </a:ln>
        </p:spPr>
        <p:txBody>
          <a:bodyPr/>
          <a:lstStyle/>
          <a:p>
            <a:endParaRPr lang="en-US"/>
          </a:p>
        </p:txBody>
      </p:sp>
      <p:sp>
        <p:nvSpPr>
          <p:cNvPr id="5" name="Text 3"/>
          <p:cNvSpPr/>
          <p:nvPr/>
        </p:nvSpPr>
        <p:spPr>
          <a:xfrm>
            <a:off x="1371567" y="1676400"/>
            <a:ext cx="17525562" cy="164592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5400" b="1" dirty="0">
                <a:solidFill>
                  <a:srgbClr val="68BDF4"/>
                </a:solidFill>
                <a:latin typeface="Aptos Display" pitchFamily="34" charset="0"/>
                <a:ea typeface="Arial" pitchFamily="34" charset="-122"/>
                <a:cs typeface="Arial" pitchFamily="34" charset="-120"/>
              </a:rPr>
              <a:t>O que muda em relação ao JADX</a:t>
            </a:r>
            <a:endParaRPr lang="en-US" sz="5600" dirty="0"/>
          </a:p>
        </p:txBody>
      </p:sp>
      <p:sp>
        <p:nvSpPr>
          <p:cNvPr id="6" name="Shape 4"/>
          <p:cNvSpPr/>
          <p:nvPr/>
        </p:nvSpPr>
        <p:spPr>
          <a:xfrm>
            <a:off x="1409664" y="3619500"/>
            <a:ext cx="8400840" cy="3543300"/>
          </a:xfrm>
          <a:prstGeom prst="rect">
            <a:avLst/>
          </a:prstGeom>
          <a:solidFill>
            <a:srgbClr val="223147"/>
          </a:solidFill>
          <a:ln w="12700">
            <a:solidFill>
              <a:srgbClr val="FFFFFF">
                <a:alpha val="0"/>
              </a:srgbClr>
            </a:solidFill>
            <a:prstDash val="solid"/>
          </a:ln>
        </p:spPr>
        <p:txBody>
          <a:bodyPr/>
          <a:lstStyle/>
          <a:p>
            <a:endParaRPr lang="en-US"/>
          </a:p>
        </p:txBody>
      </p:sp>
      <p:sp>
        <p:nvSpPr>
          <p:cNvPr id="7" name="Shape 5"/>
          <p:cNvSpPr/>
          <p:nvPr/>
        </p:nvSpPr>
        <p:spPr>
          <a:xfrm>
            <a:off x="1476338" y="3619500"/>
            <a:ext cx="0" cy="3543300"/>
          </a:xfrm>
          <a:prstGeom prst="line">
            <a:avLst/>
          </a:prstGeom>
          <a:solidFill>
            <a:srgbClr val="111C2D">
              <a:alpha val="0"/>
            </a:srgbClr>
          </a:solidFill>
          <a:ln w="66675">
            <a:solidFill>
              <a:srgbClr val="0B6FBD"/>
            </a:solidFill>
            <a:prstDash val="solid"/>
          </a:ln>
        </p:spPr>
        <p:txBody>
          <a:bodyPr/>
          <a:lstStyle/>
          <a:p>
            <a:endParaRPr lang="en-US"/>
          </a:p>
        </p:txBody>
      </p:sp>
      <p:sp>
        <p:nvSpPr>
          <p:cNvPr id="8" name="Text 6"/>
          <p:cNvSpPr/>
          <p:nvPr/>
        </p:nvSpPr>
        <p:spPr>
          <a:xfrm>
            <a:off x="2000200" y="4076701"/>
            <a:ext cx="7353116" cy="51435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3200" b="1" dirty="0">
                <a:solidFill>
                  <a:srgbClr val="F1F5F9"/>
                </a:solidFill>
                <a:latin typeface="Aptos" pitchFamily="34" charset="0"/>
                <a:ea typeface="Arial" pitchFamily="34" charset="-122"/>
                <a:cs typeface="Arial" pitchFamily="34" charset="-120"/>
              </a:rPr>
              <a:t>Integração anterior</a:t>
            </a:r>
            <a:endParaRPr lang="en-US" sz="3500" dirty="0"/>
          </a:p>
        </p:txBody>
      </p:sp>
      <p:sp>
        <p:nvSpPr>
          <p:cNvPr id="9" name="Text 7"/>
          <p:cNvSpPr/>
          <p:nvPr/>
        </p:nvSpPr>
        <p:spPr>
          <a:xfrm>
            <a:off x="2000200" y="4591051"/>
            <a:ext cx="7353116" cy="19659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800" dirty="0">
                <a:solidFill>
                  <a:srgbClr val="F1F5F9"/>
                </a:solidFill>
                <a:latin typeface="Aptos" pitchFamily="34" charset="0"/>
                <a:ea typeface="Arial" pitchFamily="34" charset="-122"/>
                <a:cs typeface="Arial" pitchFamily="34" charset="-120"/>
              </a:rPr>
              <a:t>O servidor consultava um plugin na aplicação Java.</a:t>
            </a:r>
            <a:endParaRPr lang="en-US" sz="2700" dirty="0"/>
          </a:p>
        </p:txBody>
      </p:sp>
      <p:sp>
        <p:nvSpPr>
          <p:cNvPr id="10" name="Shape 8"/>
          <p:cNvSpPr/>
          <p:nvPr/>
        </p:nvSpPr>
        <p:spPr>
          <a:xfrm>
            <a:off x="10153396" y="3619500"/>
            <a:ext cx="8400840" cy="3543300"/>
          </a:xfrm>
          <a:prstGeom prst="rect">
            <a:avLst/>
          </a:prstGeom>
          <a:solidFill>
            <a:srgbClr val="223147"/>
          </a:solidFill>
          <a:ln w="12700">
            <a:solidFill>
              <a:srgbClr val="FFFFFF">
                <a:alpha val="0"/>
              </a:srgbClr>
            </a:solidFill>
            <a:prstDash val="solid"/>
          </a:ln>
        </p:spPr>
        <p:txBody>
          <a:bodyPr/>
          <a:lstStyle/>
          <a:p>
            <a:endParaRPr lang="en-US"/>
          </a:p>
        </p:txBody>
      </p:sp>
      <p:sp>
        <p:nvSpPr>
          <p:cNvPr id="11" name="Shape 9"/>
          <p:cNvSpPr/>
          <p:nvPr/>
        </p:nvSpPr>
        <p:spPr>
          <a:xfrm>
            <a:off x="10220070" y="3619500"/>
            <a:ext cx="0" cy="3543300"/>
          </a:xfrm>
          <a:prstGeom prst="line">
            <a:avLst/>
          </a:prstGeom>
          <a:solidFill>
            <a:srgbClr val="111C2D">
              <a:alpha val="0"/>
            </a:srgbClr>
          </a:solidFill>
          <a:ln w="66675">
            <a:solidFill>
              <a:srgbClr val="0B6FBD"/>
            </a:solidFill>
            <a:prstDash val="solid"/>
          </a:ln>
        </p:spPr>
        <p:txBody>
          <a:bodyPr/>
          <a:lstStyle/>
          <a:p>
            <a:endParaRPr lang="en-US"/>
          </a:p>
        </p:txBody>
      </p:sp>
      <p:sp>
        <p:nvSpPr>
          <p:cNvPr id="12" name="Text 10"/>
          <p:cNvSpPr/>
          <p:nvPr/>
        </p:nvSpPr>
        <p:spPr>
          <a:xfrm>
            <a:off x="10743932" y="4076701"/>
            <a:ext cx="7353116" cy="51435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3200" b="1" dirty="0">
                <a:solidFill>
                  <a:srgbClr val="F1F5F9"/>
                </a:solidFill>
                <a:latin typeface="Aptos" pitchFamily="34" charset="0"/>
                <a:ea typeface="Arial" pitchFamily="34" charset="-122"/>
                <a:cs typeface="Arial" pitchFamily="34" charset="-120"/>
              </a:rPr>
              <a:t>Integração desta aula</a:t>
            </a:r>
            <a:endParaRPr lang="en-US" sz="3500" dirty="0"/>
          </a:p>
        </p:txBody>
      </p:sp>
      <p:sp>
        <p:nvSpPr>
          <p:cNvPr id="13" name="Text 11"/>
          <p:cNvSpPr/>
          <p:nvPr/>
        </p:nvSpPr>
        <p:spPr>
          <a:xfrm>
            <a:off x="10743932" y="4591051"/>
            <a:ext cx="7353116" cy="19659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800" dirty="0">
                <a:solidFill>
                  <a:srgbClr val="F1F5F9"/>
                </a:solidFill>
                <a:latin typeface="Aptos" pitchFamily="34" charset="0"/>
                <a:ea typeface="Arial" pitchFamily="34" charset="-122"/>
                <a:cs typeface="Arial" pitchFamily="34" charset="-120"/>
              </a:rPr>
              <a:t>O Python carrega classes do IPED pela JVM embutida.</a:t>
            </a:r>
            <a:endParaRPr lang="en-US" sz="2700" dirty="0"/>
          </a:p>
        </p:txBody>
      </p:sp>
      <p:sp>
        <p:nvSpPr>
          <p:cNvPr id="14" name="Shape 12"/>
          <p:cNvSpPr/>
          <p:nvPr/>
        </p:nvSpPr>
        <p:spPr>
          <a:xfrm>
            <a:off x="1409664" y="7505700"/>
            <a:ext cx="8400840" cy="3543300"/>
          </a:xfrm>
          <a:prstGeom prst="rect">
            <a:avLst/>
          </a:prstGeom>
          <a:solidFill>
            <a:srgbClr val="223147"/>
          </a:solidFill>
          <a:ln w="12700">
            <a:solidFill>
              <a:srgbClr val="FFFFFF">
                <a:alpha val="0"/>
              </a:srgbClr>
            </a:solidFill>
            <a:prstDash val="solid"/>
          </a:ln>
        </p:spPr>
        <p:txBody>
          <a:bodyPr/>
          <a:lstStyle/>
          <a:p>
            <a:endParaRPr lang="en-US"/>
          </a:p>
        </p:txBody>
      </p:sp>
      <p:sp>
        <p:nvSpPr>
          <p:cNvPr id="15" name="Shape 13"/>
          <p:cNvSpPr/>
          <p:nvPr/>
        </p:nvSpPr>
        <p:spPr>
          <a:xfrm>
            <a:off x="1476338" y="7505700"/>
            <a:ext cx="0" cy="3543300"/>
          </a:xfrm>
          <a:prstGeom prst="line">
            <a:avLst/>
          </a:prstGeom>
          <a:solidFill>
            <a:srgbClr val="111C2D">
              <a:alpha val="0"/>
            </a:srgbClr>
          </a:solidFill>
          <a:ln w="66675">
            <a:solidFill>
              <a:srgbClr val="F9B000"/>
            </a:solidFill>
            <a:prstDash val="solid"/>
          </a:ln>
        </p:spPr>
        <p:txBody>
          <a:bodyPr/>
          <a:lstStyle/>
          <a:p>
            <a:endParaRPr lang="en-US"/>
          </a:p>
        </p:txBody>
      </p:sp>
      <p:sp>
        <p:nvSpPr>
          <p:cNvPr id="16" name="Text 14"/>
          <p:cNvSpPr/>
          <p:nvPr/>
        </p:nvSpPr>
        <p:spPr>
          <a:xfrm>
            <a:off x="2000200" y="7962901"/>
            <a:ext cx="7353116" cy="51435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3200" b="1" dirty="0">
                <a:solidFill>
                  <a:srgbClr val="F1F5F9"/>
                </a:solidFill>
                <a:latin typeface="Aptos" pitchFamily="34" charset="0"/>
                <a:ea typeface="Arial" pitchFamily="34" charset="-122"/>
                <a:cs typeface="Arial" pitchFamily="34" charset="-120"/>
              </a:rPr>
              <a:t>Fonte de dados</a:t>
            </a:r>
            <a:endParaRPr lang="en-US" sz="3500" dirty="0"/>
          </a:p>
        </p:txBody>
      </p:sp>
      <p:sp>
        <p:nvSpPr>
          <p:cNvPr id="17" name="Text 15"/>
          <p:cNvSpPr/>
          <p:nvPr/>
        </p:nvSpPr>
        <p:spPr>
          <a:xfrm>
            <a:off x="2000200" y="8477251"/>
            <a:ext cx="7353116" cy="19659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800" dirty="0">
                <a:solidFill>
                  <a:srgbClr val="F1F5F9"/>
                </a:solidFill>
                <a:latin typeface="Aptos" pitchFamily="34" charset="0"/>
                <a:ea typeface="Arial" pitchFamily="34" charset="-122"/>
                <a:cs typeface="Arial" pitchFamily="34" charset="-120"/>
              </a:rPr>
              <a:t>Um caso processado e suas referências às evidências.</a:t>
            </a:r>
            <a:endParaRPr lang="en-US" sz="2700" dirty="0"/>
          </a:p>
        </p:txBody>
      </p:sp>
      <p:sp>
        <p:nvSpPr>
          <p:cNvPr id="18" name="Shape 16"/>
          <p:cNvSpPr/>
          <p:nvPr/>
        </p:nvSpPr>
        <p:spPr>
          <a:xfrm>
            <a:off x="10153396" y="7505700"/>
            <a:ext cx="8400840" cy="3543300"/>
          </a:xfrm>
          <a:prstGeom prst="rect">
            <a:avLst/>
          </a:prstGeom>
          <a:solidFill>
            <a:srgbClr val="223147"/>
          </a:solidFill>
          <a:ln w="12700">
            <a:solidFill>
              <a:srgbClr val="FFFFFF">
                <a:alpha val="0"/>
              </a:srgbClr>
            </a:solidFill>
            <a:prstDash val="solid"/>
          </a:ln>
        </p:spPr>
        <p:txBody>
          <a:bodyPr/>
          <a:lstStyle/>
          <a:p>
            <a:endParaRPr lang="en-US"/>
          </a:p>
        </p:txBody>
      </p:sp>
      <p:sp>
        <p:nvSpPr>
          <p:cNvPr id="19" name="Shape 17"/>
          <p:cNvSpPr/>
          <p:nvPr/>
        </p:nvSpPr>
        <p:spPr>
          <a:xfrm>
            <a:off x="10220070" y="7505700"/>
            <a:ext cx="0" cy="3543300"/>
          </a:xfrm>
          <a:prstGeom prst="line">
            <a:avLst/>
          </a:prstGeom>
          <a:solidFill>
            <a:srgbClr val="111C2D">
              <a:alpha val="0"/>
            </a:srgbClr>
          </a:solidFill>
          <a:ln w="66675">
            <a:solidFill>
              <a:srgbClr val="F9B000"/>
            </a:solidFill>
            <a:prstDash val="solid"/>
          </a:ln>
        </p:spPr>
        <p:txBody>
          <a:bodyPr/>
          <a:lstStyle/>
          <a:p>
            <a:endParaRPr lang="en-US"/>
          </a:p>
        </p:txBody>
      </p:sp>
      <p:sp>
        <p:nvSpPr>
          <p:cNvPr id="20" name="Text 18"/>
          <p:cNvSpPr/>
          <p:nvPr/>
        </p:nvSpPr>
        <p:spPr>
          <a:xfrm>
            <a:off x="10743932" y="7962901"/>
            <a:ext cx="7353116" cy="51435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3200" b="1" dirty="0">
                <a:solidFill>
                  <a:srgbClr val="F1F5F9"/>
                </a:solidFill>
                <a:latin typeface="Aptos" pitchFamily="34" charset="0"/>
                <a:ea typeface="Arial" pitchFamily="34" charset="-122"/>
                <a:cs typeface="Arial" pitchFamily="34" charset="-120"/>
              </a:rPr>
              <a:t>Papel do MCP</a:t>
            </a:r>
            <a:endParaRPr lang="en-US" sz="3500" dirty="0"/>
          </a:p>
        </p:txBody>
      </p:sp>
      <p:sp>
        <p:nvSpPr>
          <p:cNvPr id="21" name="Text 19"/>
          <p:cNvSpPr/>
          <p:nvPr/>
        </p:nvSpPr>
        <p:spPr>
          <a:xfrm>
            <a:off x="10743932" y="8477251"/>
            <a:ext cx="7353116" cy="19659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800" dirty="0">
                <a:solidFill>
                  <a:srgbClr val="F1F5F9"/>
                </a:solidFill>
                <a:latin typeface="Aptos" pitchFamily="34" charset="0"/>
                <a:ea typeface="Arial" pitchFamily="34" charset="-122"/>
                <a:cs typeface="Arial" pitchFamily="34" charset="-120"/>
              </a:rPr>
              <a:t>Publicar ferramentas com entradas e saídas definidas.</a:t>
            </a:r>
            <a:endParaRPr lang="en-US" sz="2700" dirty="0"/>
          </a:p>
        </p:txBody>
      </p:sp>
      <p:sp>
        <p:nvSpPr>
          <p:cNvPr id="22" name="Text 20"/>
          <p:cNvSpPr/>
          <p:nvPr/>
        </p:nvSpPr>
        <p:spPr>
          <a:xfrm>
            <a:off x="1409664" y="11734801"/>
            <a:ext cx="17144572" cy="112395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500" dirty="0">
                <a:solidFill>
                  <a:srgbClr val="F1F5F9"/>
                </a:solidFill>
                <a:latin typeface="Aptos" pitchFamily="34" charset="0"/>
                <a:ea typeface="Arial" pitchFamily="34" charset="-122"/>
                <a:cs typeface="Arial" pitchFamily="34" charset="-120"/>
              </a:rPr>
              <a:t>A ponte PyJNIus e o protocolo MCP cumprem funções diferentes.</a:t>
            </a:r>
            <a:endParaRPr lang="en-US" sz="3000" dirty="0"/>
          </a:p>
        </p:txBody>
      </p:sp>
      <p:sp>
        <p:nvSpPr>
          <p:cNvPr id="23" name="TextBox 22"/>
          <p:cNvSpPr txBox="1"/>
          <p:nvPr/>
        </p:nvSpPr>
        <p:spPr>
          <a:xfrm>
            <a:off x="21214080" y="12344400"/>
            <a:ext cx="2286000" cy="502920"/>
          </a:xfrm>
          <a:prstGeom prst="rect">
            <a:avLst/>
          </a:prstGeom>
          <a:noFill/>
        </p:spPr>
        <p:txBody>
          <a:bodyPr wrap="none" lIns="0" tIns="0" rIns="0" bIns="0">
            <a:noAutofit/>
          </a:bodyPr>
          <a:lstStyle/>
          <a:p>
            <a:pPr>
              <a:lnSpc>
                <a:spcPct val="108000"/>
              </a:lnSpc>
              <a:spcBef>
                <a:spcPts val="0"/>
              </a:spcBef>
              <a:spcAft>
                <a:spcPts val="0"/>
              </a:spcAft>
            </a:pPr>
            <a:r>
              <a:rPr lang="en-US" sz="2200">
                <a:solidFill>
                  <a:srgbClr val="15243B"/>
                </a:solidFill>
                <a:latin typeface="Aptos"/>
              </a:rPr>
              <a:t>05 / 70</a:t>
            </a:r>
            <a:endParaRPr sz="2200">
              <a:solidFill>
                <a:srgbClr val="15243B"/>
              </a:solidFill>
              <a:latin typeface="Aptos"/>
            </a:endParaRP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hape 0"/>
          <p:cNvSpPr/>
          <p:nvPr/>
        </p:nvSpPr>
        <p:spPr>
          <a:xfrm>
            <a:off x="1" y="0"/>
            <a:ext cx="24383390" cy="13716000"/>
          </a:xfrm>
          <a:prstGeom prst="rect">
            <a:avLst/>
          </a:prstGeom>
          <a:solidFill>
            <a:srgbClr val="111C2D"/>
          </a:solidFill>
          <a:ln w="12700">
            <a:solidFill>
              <a:srgbClr val="FFFFFF">
                <a:alpha val="0"/>
              </a:srgbClr>
            </a:solidFill>
            <a:prstDash val="solid"/>
          </a:ln>
        </p:spPr>
        <p:txBody>
          <a:bodyPr/>
          <a:lstStyle/>
          <a:p>
            <a:endParaRPr lang="en-US"/>
          </a:p>
        </p:txBody>
      </p:sp>
      <p:sp>
        <p:nvSpPr>
          <p:cNvPr id="3" name="Shape 1"/>
          <p:cNvSpPr/>
          <p:nvPr/>
        </p:nvSpPr>
        <p:spPr>
          <a:xfrm>
            <a:off x="0" y="0"/>
            <a:ext cx="19811504" cy="1219200"/>
          </a:xfrm>
          <a:prstGeom prst="rect">
            <a:avLst/>
          </a:prstGeom>
          <a:solidFill>
            <a:srgbClr val="D9DCDF"/>
          </a:solidFill>
          <a:ln w="12700">
            <a:solidFill>
              <a:srgbClr val="FFFFFF">
                <a:alpha val="0"/>
              </a:srgbClr>
            </a:solidFill>
            <a:prstDash val="solid"/>
          </a:ln>
        </p:spPr>
        <p:txBody>
          <a:bodyPr/>
          <a:lstStyle/>
          <a:p>
            <a:endParaRPr lang="en-US"/>
          </a:p>
        </p:txBody>
      </p:sp>
      <p:sp>
        <p:nvSpPr>
          <p:cNvPr id="4" name="Shape 2"/>
          <p:cNvSpPr/>
          <p:nvPr/>
        </p:nvSpPr>
        <p:spPr>
          <a:xfrm>
            <a:off x="20382990" y="0"/>
            <a:ext cx="4000400" cy="13716000"/>
          </a:xfrm>
          <a:prstGeom prst="rect">
            <a:avLst/>
          </a:prstGeom>
          <a:solidFill>
            <a:srgbClr val="F9B000"/>
          </a:solidFill>
          <a:ln w="12700">
            <a:solidFill>
              <a:srgbClr val="FFFFFF">
                <a:alpha val="0"/>
              </a:srgbClr>
            </a:solidFill>
            <a:prstDash val="solid"/>
          </a:ln>
        </p:spPr>
        <p:txBody>
          <a:bodyPr/>
          <a:lstStyle/>
          <a:p>
            <a:endParaRPr lang="en-US"/>
          </a:p>
        </p:txBody>
      </p:sp>
      <p:sp>
        <p:nvSpPr>
          <p:cNvPr id="5" name="Text 3"/>
          <p:cNvSpPr/>
          <p:nvPr/>
        </p:nvSpPr>
        <p:spPr>
          <a:xfrm>
            <a:off x="1371567" y="1676400"/>
            <a:ext cx="17335066" cy="164592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5400" b="1" dirty="0">
                <a:solidFill>
                  <a:srgbClr val="68BDF4"/>
                </a:solidFill>
                <a:latin typeface="Aptos Display" pitchFamily="34" charset="0"/>
                <a:ea typeface="Arial" pitchFamily="34" charset="-122"/>
                <a:cs typeface="Arial" pitchFamily="34" charset="-120"/>
              </a:rPr>
              <a:t>Roteiro da aula</a:t>
            </a:r>
            <a:endParaRPr lang="en-US" sz="5600" dirty="0"/>
          </a:p>
        </p:txBody>
      </p:sp>
      <p:sp>
        <p:nvSpPr>
          <p:cNvPr id="6" name="Shape 4"/>
          <p:cNvSpPr/>
          <p:nvPr/>
        </p:nvSpPr>
        <p:spPr>
          <a:xfrm>
            <a:off x="1409664" y="3619501"/>
            <a:ext cx="17144572" cy="1581150"/>
          </a:xfrm>
          <a:prstGeom prst="rect">
            <a:avLst/>
          </a:prstGeom>
          <a:solidFill>
            <a:srgbClr val="223147"/>
          </a:solidFill>
          <a:ln w="12700">
            <a:solidFill>
              <a:srgbClr val="FFFFFF">
                <a:alpha val="0"/>
              </a:srgbClr>
            </a:solidFill>
            <a:prstDash val="solid"/>
          </a:ln>
        </p:spPr>
        <p:txBody>
          <a:bodyPr/>
          <a:lstStyle/>
          <a:p>
            <a:endParaRPr lang="en-US"/>
          </a:p>
        </p:txBody>
      </p:sp>
      <p:sp>
        <p:nvSpPr>
          <p:cNvPr id="7" name="Shape 5"/>
          <p:cNvSpPr/>
          <p:nvPr/>
        </p:nvSpPr>
        <p:spPr>
          <a:xfrm>
            <a:off x="1409664" y="5191126"/>
            <a:ext cx="17144572" cy="0"/>
          </a:xfrm>
          <a:prstGeom prst="line">
            <a:avLst/>
          </a:prstGeom>
          <a:solidFill>
            <a:srgbClr val="111C2D">
              <a:alpha val="0"/>
            </a:srgbClr>
          </a:solidFill>
          <a:ln w="9525">
            <a:solidFill>
              <a:srgbClr val="CBD5E1"/>
            </a:solidFill>
            <a:prstDash val="solid"/>
          </a:ln>
        </p:spPr>
        <p:txBody>
          <a:bodyPr/>
          <a:lstStyle/>
          <a:p>
            <a:endParaRPr lang="en-US"/>
          </a:p>
        </p:txBody>
      </p:sp>
      <p:sp>
        <p:nvSpPr>
          <p:cNvPr id="8" name="Text 6"/>
          <p:cNvSpPr/>
          <p:nvPr/>
        </p:nvSpPr>
        <p:spPr>
          <a:xfrm>
            <a:off x="1828754" y="4162425"/>
            <a:ext cx="5143372" cy="47625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800" b="1" dirty="0">
                <a:solidFill>
                  <a:srgbClr val="F1F5F9"/>
                </a:solidFill>
                <a:latin typeface="Aptos" pitchFamily="34" charset="0"/>
                <a:ea typeface="Arial" pitchFamily="34" charset="-122"/>
                <a:cs typeface="Arial" pitchFamily="34" charset="-120"/>
              </a:rPr>
              <a:t>Fundamentos</a:t>
            </a:r>
            <a:endParaRPr lang="en-US" sz="3200" dirty="0"/>
          </a:p>
        </p:txBody>
      </p:sp>
      <p:sp>
        <p:nvSpPr>
          <p:cNvPr id="9" name="Text 7"/>
          <p:cNvSpPr/>
          <p:nvPr/>
        </p:nvSpPr>
        <p:spPr>
          <a:xfrm>
            <a:off x="6972126" y="4186239"/>
            <a:ext cx="11163020" cy="91440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700" dirty="0">
                <a:solidFill>
                  <a:srgbClr val="F1F5F9"/>
                </a:solidFill>
                <a:latin typeface="Aptos" pitchFamily="34" charset="0"/>
                <a:ea typeface="Arial" pitchFamily="34" charset="-122"/>
                <a:cs typeface="Arial" pitchFamily="34" charset="-120"/>
              </a:rPr>
              <a:t>PyJNIus, arquitetura e contratos MCP.</a:t>
            </a:r>
            <a:endParaRPr lang="en-US" sz="2700" dirty="0"/>
          </a:p>
        </p:txBody>
      </p:sp>
      <p:sp>
        <p:nvSpPr>
          <p:cNvPr id="10" name="Shape 8"/>
          <p:cNvSpPr/>
          <p:nvPr/>
        </p:nvSpPr>
        <p:spPr>
          <a:xfrm>
            <a:off x="1409664" y="6772276"/>
            <a:ext cx="17144572" cy="0"/>
          </a:xfrm>
          <a:prstGeom prst="line">
            <a:avLst/>
          </a:prstGeom>
          <a:solidFill>
            <a:srgbClr val="111C2D">
              <a:alpha val="0"/>
            </a:srgbClr>
          </a:solidFill>
          <a:ln w="9525">
            <a:solidFill>
              <a:srgbClr val="CBD5E1"/>
            </a:solidFill>
            <a:prstDash val="solid"/>
          </a:ln>
        </p:spPr>
        <p:txBody>
          <a:bodyPr/>
          <a:lstStyle/>
          <a:p>
            <a:endParaRPr lang="en-US"/>
          </a:p>
        </p:txBody>
      </p:sp>
      <p:sp>
        <p:nvSpPr>
          <p:cNvPr id="11" name="Text 9"/>
          <p:cNvSpPr/>
          <p:nvPr/>
        </p:nvSpPr>
        <p:spPr>
          <a:xfrm>
            <a:off x="1828754" y="5743577"/>
            <a:ext cx="5143372" cy="47625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800" b="1" dirty="0">
                <a:solidFill>
                  <a:srgbClr val="F1F5F9"/>
                </a:solidFill>
                <a:latin typeface="Aptos" pitchFamily="34" charset="0"/>
                <a:ea typeface="Arial" pitchFamily="34" charset="-122"/>
                <a:cs typeface="Arial" pitchFamily="34" charset="-120"/>
              </a:rPr>
              <a:t>Ambiente</a:t>
            </a:r>
            <a:endParaRPr lang="en-US" sz="3200" dirty="0"/>
          </a:p>
        </p:txBody>
      </p:sp>
      <p:sp>
        <p:nvSpPr>
          <p:cNvPr id="12" name="Text 10"/>
          <p:cNvSpPr/>
          <p:nvPr/>
        </p:nvSpPr>
        <p:spPr>
          <a:xfrm>
            <a:off x="6972126" y="5767389"/>
            <a:ext cx="11163020" cy="91440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700" dirty="0">
                <a:solidFill>
                  <a:srgbClr val="F1F5F9"/>
                </a:solidFill>
                <a:latin typeface="Aptos" pitchFamily="34" charset="0"/>
                <a:ea typeface="Arial" pitchFamily="34" charset="-122"/>
                <a:cs typeface="Arial" pitchFamily="34" charset="-120"/>
              </a:rPr>
              <a:t>Python, JVM e caso sintético processado.</a:t>
            </a:r>
            <a:endParaRPr lang="en-US" sz="2700" dirty="0"/>
          </a:p>
        </p:txBody>
      </p:sp>
      <p:sp>
        <p:nvSpPr>
          <p:cNvPr id="13" name="Shape 11"/>
          <p:cNvSpPr/>
          <p:nvPr/>
        </p:nvSpPr>
        <p:spPr>
          <a:xfrm>
            <a:off x="1409664" y="6781801"/>
            <a:ext cx="17144572" cy="1581150"/>
          </a:xfrm>
          <a:prstGeom prst="rect">
            <a:avLst/>
          </a:prstGeom>
          <a:solidFill>
            <a:srgbClr val="223147"/>
          </a:solidFill>
          <a:ln w="12700">
            <a:solidFill>
              <a:srgbClr val="FFFFFF">
                <a:alpha val="0"/>
              </a:srgbClr>
            </a:solidFill>
            <a:prstDash val="solid"/>
          </a:ln>
        </p:spPr>
        <p:txBody>
          <a:bodyPr/>
          <a:lstStyle/>
          <a:p>
            <a:endParaRPr lang="en-US"/>
          </a:p>
        </p:txBody>
      </p:sp>
      <p:sp>
        <p:nvSpPr>
          <p:cNvPr id="14" name="Shape 12"/>
          <p:cNvSpPr/>
          <p:nvPr/>
        </p:nvSpPr>
        <p:spPr>
          <a:xfrm>
            <a:off x="1409664" y="8353424"/>
            <a:ext cx="17144572" cy="0"/>
          </a:xfrm>
          <a:prstGeom prst="line">
            <a:avLst/>
          </a:prstGeom>
          <a:solidFill>
            <a:srgbClr val="111C2D">
              <a:alpha val="0"/>
            </a:srgbClr>
          </a:solidFill>
          <a:ln w="9525">
            <a:solidFill>
              <a:srgbClr val="CBD5E1"/>
            </a:solidFill>
            <a:prstDash val="solid"/>
          </a:ln>
        </p:spPr>
        <p:txBody>
          <a:bodyPr/>
          <a:lstStyle/>
          <a:p>
            <a:endParaRPr lang="en-US"/>
          </a:p>
        </p:txBody>
      </p:sp>
      <p:sp>
        <p:nvSpPr>
          <p:cNvPr id="15" name="Text 13"/>
          <p:cNvSpPr/>
          <p:nvPr/>
        </p:nvSpPr>
        <p:spPr>
          <a:xfrm>
            <a:off x="1828754" y="7324725"/>
            <a:ext cx="5143372" cy="47625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800" b="1" dirty="0">
                <a:solidFill>
                  <a:srgbClr val="F1F5F9"/>
                </a:solidFill>
                <a:latin typeface="Aptos" pitchFamily="34" charset="0"/>
                <a:ea typeface="Arial" pitchFamily="34" charset="-122"/>
                <a:cs typeface="Arial" pitchFamily="34" charset="-120"/>
              </a:rPr>
              <a:t>Ponte Java</a:t>
            </a:r>
            <a:endParaRPr lang="en-US" sz="3200" dirty="0"/>
          </a:p>
        </p:txBody>
      </p:sp>
      <p:sp>
        <p:nvSpPr>
          <p:cNvPr id="16" name="Text 14"/>
          <p:cNvSpPr/>
          <p:nvPr/>
        </p:nvSpPr>
        <p:spPr>
          <a:xfrm>
            <a:off x="6972126" y="7348539"/>
            <a:ext cx="11163020" cy="91440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700" dirty="0">
                <a:solidFill>
                  <a:srgbClr val="F1F5F9"/>
                </a:solidFill>
                <a:latin typeface="Aptos" pitchFamily="34" charset="0"/>
                <a:ea typeface="Arial" pitchFamily="34" charset="-122"/>
                <a:cs typeface="Arial" pitchFamily="34" charset="-120"/>
              </a:rPr>
              <a:t>Busca, metadados e texto da aba do IPED.</a:t>
            </a:r>
            <a:endParaRPr lang="en-US" sz="2700" dirty="0"/>
          </a:p>
        </p:txBody>
      </p:sp>
      <p:sp>
        <p:nvSpPr>
          <p:cNvPr id="17" name="Shape 15"/>
          <p:cNvSpPr/>
          <p:nvPr/>
        </p:nvSpPr>
        <p:spPr>
          <a:xfrm>
            <a:off x="1409664" y="9934574"/>
            <a:ext cx="17144572" cy="0"/>
          </a:xfrm>
          <a:prstGeom prst="line">
            <a:avLst/>
          </a:prstGeom>
          <a:solidFill>
            <a:srgbClr val="111C2D">
              <a:alpha val="0"/>
            </a:srgbClr>
          </a:solidFill>
          <a:ln w="9525">
            <a:solidFill>
              <a:srgbClr val="CBD5E1"/>
            </a:solidFill>
            <a:prstDash val="solid"/>
          </a:ln>
        </p:spPr>
        <p:txBody>
          <a:bodyPr/>
          <a:lstStyle/>
          <a:p>
            <a:endParaRPr lang="en-US"/>
          </a:p>
        </p:txBody>
      </p:sp>
      <p:sp>
        <p:nvSpPr>
          <p:cNvPr id="18" name="Text 16"/>
          <p:cNvSpPr/>
          <p:nvPr/>
        </p:nvSpPr>
        <p:spPr>
          <a:xfrm>
            <a:off x="1828754" y="8905875"/>
            <a:ext cx="5143372" cy="47625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800" b="1" dirty="0">
                <a:solidFill>
                  <a:srgbClr val="F1F5F9"/>
                </a:solidFill>
                <a:latin typeface="Aptos" pitchFamily="34" charset="0"/>
                <a:ea typeface="Arial" pitchFamily="34" charset="-122"/>
                <a:cs typeface="Arial" pitchFamily="34" charset="-120"/>
              </a:rPr>
              <a:t>Servidor</a:t>
            </a:r>
            <a:endParaRPr lang="en-US" sz="3200" dirty="0"/>
          </a:p>
        </p:txBody>
      </p:sp>
      <p:sp>
        <p:nvSpPr>
          <p:cNvPr id="19" name="Text 17"/>
          <p:cNvSpPr/>
          <p:nvPr/>
        </p:nvSpPr>
        <p:spPr>
          <a:xfrm>
            <a:off x="6972126" y="8929689"/>
            <a:ext cx="11163020" cy="91440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700" dirty="0">
                <a:solidFill>
                  <a:srgbClr val="F1F5F9"/>
                </a:solidFill>
                <a:latin typeface="Aptos" pitchFamily="34" charset="0"/>
                <a:ea typeface="Arial" pitchFamily="34" charset="-122"/>
                <a:cs typeface="Arial" pitchFamily="34" charset="-120"/>
              </a:rPr>
              <a:t>Ferramentas, registros e diagnóstico MCP.</a:t>
            </a:r>
            <a:endParaRPr lang="en-US" sz="2700" dirty="0"/>
          </a:p>
        </p:txBody>
      </p:sp>
      <p:sp>
        <p:nvSpPr>
          <p:cNvPr id="20" name="Shape 18"/>
          <p:cNvSpPr/>
          <p:nvPr/>
        </p:nvSpPr>
        <p:spPr>
          <a:xfrm>
            <a:off x="1409664" y="9944101"/>
            <a:ext cx="17144572" cy="1581150"/>
          </a:xfrm>
          <a:prstGeom prst="rect">
            <a:avLst/>
          </a:prstGeom>
          <a:solidFill>
            <a:srgbClr val="223147"/>
          </a:solidFill>
          <a:ln w="12700">
            <a:solidFill>
              <a:srgbClr val="FFFFFF">
                <a:alpha val="0"/>
              </a:srgbClr>
            </a:solidFill>
            <a:prstDash val="solid"/>
          </a:ln>
        </p:spPr>
        <p:txBody>
          <a:bodyPr/>
          <a:lstStyle/>
          <a:p>
            <a:endParaRPr lang="en-US"/>
          </a:p>
        </p:txBody>
      </p:sp>
      <p:sp>
        <p:nvSpPr>
          <p:cNvPr id="21" name="Shape 19"/>
          <p:cNvSpPr/>
          <p:nvPr/>
        </p:nvSpPr>
        <p:spPr>
          <a:xfrm>
            <a:off x="1409664" y="11515726"/>
            <a:ext cx="17144572" cy="0"/>
          </a:xfrm>
          <a:prstGeom prst="line">
            <a:avLst/>
          </a:prstGeom>
          <a:solidFill>
            <a:srgbClr val="111C2D">
              <a:alpha val="0"/>
            </a:srgbClr>
          </a:solidFill>
          <a:ln w="9525">
            <a:solidFill>
              <a:srgbClr val="CBD5E1"/>
            </a:solidFill>
            <a:prstDash val="solid"/>
          </a:ln>
        </p:spPr>
        <p:txBody>
          <a:bodyPr/>
          <a:lstStyle/>
          <a:p>
            <a:endParaRPr lang="en-US"/>
          </a:p>
        </p:txBody>
      </p:sp>
      <p:sp>
        <p:nvSpPr>
          <p:cNvPr id="22" name="Text 20"/>
          <p:cNvSpPr/>
          <p:nvPr/>
        </p:nvSpPr>
        <p:spPr>
          <a:xfrm>
            <a:off x="1828754" y="10487027"/>
            <a:ext cx="5143372" cy="47625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800" b="1" dirty="0">
                <a:solidFill>
                  <a:srgbClr val="F1F5F9"/>
                </a:solidFill>
                <a:latin typeface="Aptos" pitchFamily="34" charset="0"/>
                <a:ea typeface="Arial" pitchFamily="34" charset="-122"/>
                <a:cs typeface="Arial" pitchFamily="34" charset="-120"/>
              </a:rPr>
              <a:t>Investigação</a:t>
            </a:r>
            <a:endParaRPr lang="en-US" sz="3200" dirty="0"/>
          </a:p>
        </p:txBody>
      </p:sp>
      <p:sp>
        <p:nvSpPr>
          <p:cNvPr id="23" name="Text 21"/>
          <p:cNvSpPr/>
          <p:nvPr/>
        </p:nvSpPr>
        <p:spPr>
          <a:xfrm>
            <a:off x="6972126" y="10510839"/>
            <a:ext cx="11163020" cy="91440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700" dirty="0">
                <a:solidFill>
                  <a:srgbClr val="F1F5F9"/>
                </a:solidFill>
                <a:latin typeface="Aptos" pitchFamily="34" charset="0"/>
                <a:ea typeface="Arial" pitchFamily="34" charset="-122"/>
                <a:cs typeface="Arial" pitchFamily="34" charset="-120"/>
              </a:rPr>
              <a:t>Marcadores, cliente com IA e prática.</a:t>
            </a:r>
            <a:endParaRPr lang="en-US" sz="2700" dirty="0"/>
          </a:p>
        </p:txBody>
      </p:sp>
      <p:sp>
        <p:nvSpPr>
          <p:cNvPr id="24" name="Text 22"/>
          <p:cNvSpPr/>
          <p:nvPr/>
        </p:nvSpPr>
        <p:spPr>
          <a:xfrm>
            <a:off x="1409664" y="12458701"/>
            <a:ext cx="17373600" cy="5943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400" dirty="0">
                <a:solidFill>
                  <a:srgbClr val="F1F5F9"/>
                </a:solidFill>
                <a:latin typeface="Aptos" pitchFamily="34" charset="0"/>
                <a:ea typeface="Arial" pitchFamily="34" charset="-122"/>
                <a:cs typeface="Arial" pitchFamily="34" charset="-120"/>
              </a:rPr>
              <a:t>Dois intervalos de 20 minutos ao longo da aula.</a:t>
            </a:r>
            <a:endParaRPr lang="en-US" sz="2600" dirty="0"/>
          </a:p>
        </p:txBody>
      </p:sp>
      <p:sp>
        <p:nvSpPr>
          <p:cNvPr id="25" name="TextBox 24"/>
          <p:cNvSpPr txBox="1"/>
          <p:nvPr/>
        </p:nvSpPr>
        <p:spPr>
          <a:xfrm>
            <a:off x="21214080" y="12344400"/>
            <a:ext cx="2286000" cy="502920"/>
          </a:xfrm>
          <a:prstGeom prst="rect">
            <a:avLst/>
          </a:prstGeom>
          <a:noFill/>
        </p:spPr>
        <p:txBody>
          <a:bodyPr wrap="none" lIns="0" tIns="0" rIns="0" bIns="0">
            <a:noAutofit/>
          </a:bodyPr>
          <a:lstStyle/>
          <a:p>
            <a:pPr>
              <a:lnSpc>
                <a:spcPct val="108000"/>
              </a:lnSpc>
              <a:spcBef>
                <a:spcPts val="0"/>
              </a:spcBef>
              <a:spcAft>
                <a:spcPts val="0"/>
              </a:spcAft>
            </a:pPr>
            <a:r>
              <a:rPr lang="en-US" sz="2200">
                <a:solidFill>
                  <a:srgbClr val="15243B"/>
                </a:solidFill>
                <a:latin typeface="Aptos"/>
              </a:rPr>
              <a:t>06 / 70</a:t>
            </a:r>
            <a:endParaRPr sz="2200">
              <a:solidFill>
                <a:srgbClr val="15243B"/>
              </a:solidFill>
              <a:latin typeface="Aptos"/>
            </a:endParaRP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hape 0"/>
          <p:cNvSpPr/>
          <p:nvPr/>
        </p:nvSpPr>
        <p:spPr>
          <a:xfrm>
            <a:off x="1" y="0"/>
            <a:ext cx="24383390" cy="13716000"/>
          </a:xfrm>
          <a:prstGeom prst="rect">
            <a:avLst/>
          </a:prstGeom>
          <a:solidFill>
            <a:srgbClr val="111C2D"/>
          </a:solidFill>
          <a:ln w="12700">
            <a:solidFill>
              <a:srgbClr val="FFFFFF">
                <a:alpha val="0"/>
              </a:srgbClr>
            </a:solidFill>
            <a:prstDash val="solid"/>
          </a:ln>
        </p:spPr>
        <p:txBody>
          <a:bodyPr/>
          <a:lstStyle/>
          <a:p>
            <a:endParaRPr lang="en-US"/>
          </a:p>
        </p:txBody>
      </p:sp>
      <p:sp>
        <p:nvSpPr>
          <p:cNvPr id="3" name="Shape 1"/>
          <p:cNvSpPr/>
          <p:nvPr/>
        </p:nvSpPr>
        <p:spPr>
          <a:xfrm>
            <a:off x="0" y="0"/>
            <a:ext cx="19811504" cy="1219200"/>
          </a:xfrm>
          <a:prstGeom prst="rect">
            <a:avLst/>
          </a:prstGeom>
          <a:solidFill>
            <a:srgbClr val="D9DCDF"/>
          </a:solidFill>
          <a:ln w="12700">
            <a:solidFill>
              <a:srgbClr val="FFFFFF">
                <a:alpha val="0"/>
              </a:srgbClr>
            </a:solidFill>
            <a:prstDash val="solid"/>
          </a:ln>
        </p:spPr>
        <p:txBody>
          <a:bodyPr/>
          <a:lstStyle/>
          <a:p>
            <a:endParaRPr lang="en-US"/>
          </a:p>
        </p:txBody>
      </p:sp>
      <p:sp>
        <p:nvSpPr>
          <p:cNvPr id="4" name="Shape 2"/>
          <p:cNvSpPr/>
          <p:nvPr/>
        </p:nvSpPr>
        <p:spPr>
          <a:xfrm>
            <a:off x="20382990" y="0"/>
            <a:ext cx="4000400" cy="13716000"/>
          </a:xfrm>
          <a:prstGeom prst="rect">
            <a:avLst/>
          </a:prstGeom>
          <a:solidFill>
            <a:srgbClr val="F9B000"/>
          </a:solidFill>
          <a:ln w="12700">
            <a:solidFill>
              <a:srgbClr val="FFFFFF">
                <a:alpha val="0"/>
              </a:srgbClr>
            </a:solidFill>
            <a:prstDash val="solid"/>
          </a:ln>
        </p:spPr>
        <p:txBody>
          <a:bodyPr/>
          <a:lstStyle/>
          <a:p>
            <a:endParaRPr lang="en-US"/>
          </a:p>
        </p:txBody>
      </p:sp>
      <p:sp>
        <p:nvSpPr>
          <p:cNvPr id="5" name="Text 3"/>
          <p:cNvSpPr/>
          <p:nvPr/>
        </p:nvSpPr>
        <p:spPr>
          <a:xfrm>
            <a:off x="1371567" y="1714501"/>
            <a:ext cx="17335066" cy="164592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5400" b="1" dirty="0">
                <a:solidFill>
                  <a:srgbClr val="68BDF4"/>
                </a:solidFill>
                <a:latin typeface="Aptos Display" pitchFamily="34" charset="0"/>
                <a:ea typeface="Arial" pitchFamily="34" charset="-122"/>
                <a:cs typeface="Arial" pitchFamily="34" charset="-120"/>
              </a:rPr>
              <a:t>Arquitetura do laboratório</a:t>
            </a:r>
            <a:endParaRPr lang="en-US" sz="5700" dirty="0"/>
          </a:p>
        </p:txBody>
      </p:sp>
      <p:sp>
        <p:nvSpPr>
          <p:cNvPr id="6" name="Shape 4"/>
          <p:cNvSpPr/>
          <p:nvPr/>
        </p:nvSpPr>
        <p:spPr>
          <a:xfrm>
            <a:off x="1409665" y="4038600"/>
            <a:ext cx="4114698" cy="4572000"/>
          </a:xfrm>
          <a:prstGeom prst="rect">
            <a:avLst/>
          </a:prstGeom>
          <a:solidFill>
            <a:srgbClr val="223147"/>
          </a:solidFill>
          <a:ln w="12700">
            <a:solidFill>
              <a:srgbClr val="FFFFFF">
                <a:alpha val="0"/>
              </a:srgbClr>
            </a:solidFill>
            <a:prstDash val="solid"/>
          </a:ln>
        </p:spPr>
        <p:txBody>
          <a:bodyPr/>
          <a:lstStyle/>
          <a:p>
            <a:endParaRPr lang="en-US"/>
          </a:p>
        </p:txBody>
      </p:sp>
      <p:sp>
        <p:nvSpPr>
          <p:cNvPr id="7" name="Shape 5"/>
          <p:cNvSpPr/>
          <p:nvPr/>
        </p:nvSpPr>
        <p:spPr>
          <a:xfrm>
            <a:off x="1409665" y="4114800"/>
            <a:ext cx="4114698" cy="0"/>
          </a:xfrm>
          <a:prstGeom prst="line">
            <a:avLst/>
          </a:prstGeom>
          <a:solidFill>
            <a:srgbClr val="111C2D">
              <a:alpha val="0"/>
            </a:srgbClr>
          </a:solidFill>
          <a:ln w="76200">
            <a:solidFill>
              <a:srgbClr val="0B6FBD"/>
            </a:solidFill>
            <a:prstDash val="solid"/>
          </a:ln>
        </p:spPr>
        <p:txBody>
          <a:bodyPr/>
          <a:lstStyle/>
          <a:p>
            <a:endParaRPr lang="en-US"/>
          </a:p>
        </p:txBody>
      </p:sp>
      <p:sp>
        <p:nvSpPr>
          <p:cNvPr id="8" name="Text 6"/>
          <p:cNvSpPr/>
          <p:nvPr/>
        </p:nvSpPr>
        <p:spPr>
          <a:xfrm>
            <a:off x="1790656" y="4572000"/>
            <a:ext cx="3352716" cy="8229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3000" b="1" dirty="0">
                <a:solidFill>
                  <a:srgbClr val="F1F5F9"/>
                </a:solidFill>
                <a:latin typeface="Aptos" pitchFamily="34" charset="0"/>
                <a:ea typeface="Arial" pitchFamily="34" charset="-122"/>
                <a:cs typeface="Arial" pitchFamily="34" charset="-120"/>
              </a:rPr>
              <a:t>Cliente MCP</a:t>
            </a:r>
            <a:endParaRPr lang="en-US" sz="3600" dirty="0"/>
          </a:p>
        </p:txBody>
      </p:sp>
      <p:sp>
        <p:nvSpPr>
          <p:cNvPr id="9" name="Text 7"/>
          <p:cNvSpPr/>
          <p:nvPr/>
        </p:nvSpPr>
        <p:spPr>
          <a:xfrm>
            <a:off x="1790656" y="5486400"/>
            <a:ext cx="3352716" cy="26517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700" dirty="0">
                <a:solidFill>
                  <a:srgbClr val="F1F5F9"/>
                </a:solidFill>
                <a:latin typeface="Aptos" pitchFamily="34" charset="0"/>
                <a:ea typeface="Arial" pitchFamily="34" charset="-122"/>
                <a:cs typeface="Arial" pitchFamily="34" charset="-120"/>
              </a:rPr>
              <a:t>Descobre tools e solicita consultas.</a:t>
            </a:r>
            <a:endParaRPr lang="en-US" sz="2700" dirty="0"/>
          </a:p>
        </p:txBody>
      </p:sp>
      <p:sp>
        <p:nvSpPr>
          <p:cNvPr id="10" name="Shape 8"/>
          <p:cNvSpPr/>
          <p:nvPr/>
        </p:nvSpPr>
        <p:spPr>
          <a:xfrm>
            <a:off x="5752957" y="4038600"/>
            <a:ext cx="4114698" cy="4572000"/>
          </a:xfrm>
          <a:prstGeom prst="rect">
            <a:avLst/>
          </a:prstGeom>
          <a:solidFill>
            <a:srgbClr val="223147"/>
          </a:solidFill>
          <a:ln w="12700">
            <a:solidFill>
              <a:srgbClr val="FFFFFF">
                <a:alpha val="0"/>
              </a:srgbClr>
            </a:solidFill>
            <a:prstDash val="solid"/>
          </a:ln>
        </p:spPr>
        <p:txBody>
          <a:bodyPr/>
          <a:lstStyle/>
          <a:p>
            <a:endParaRPr lang="en-US"/>
          </a:p>
        </p:txBody>
      </p:sp>
      <p:sp>
        <p:nvSpPr>
          <p:cNvPr id="11" name="Shape 9"/>
          <p:cNvSpPr/>
          <p:nvPr/>
        </p:nvSpPr>
        <p:spPr>
          <a:xfrm>
            <a:off x="5752957" y="4114800"/>
            <a:ext cx="4114698" cy="0"/>
          </a:xfrm>
          <a:prstGeom prst="line">
            <a:avLst/>
          </a:prstGeom>
          <a:solidFill>
            <a:srgbClr val="111C2D">
              <a:alpha val="0"/>
            </a:srgbClr>
          </a:solidFill>
          <a:ln w="76200">
            <a:solidFill>
              <a:srgbClr val="0B6FBD"/>
            </a:solidFill>
            <a:prstDash val="solid"/>
          </a:ln>
        </p:spPr>
        <p:txBody>
          <a:bodyPr/>
          <a:lstStyle/>
          <a:p>
            <a:endParaRPr lang="en-US"/>
          </a:p>
        </p:txBody>
      </p:sp>
      <p:sp>
        <p:nvSpPr>
          <p:cNvPr id="12" name="Text 10"/>
          <p:cNvSpPr/>
          <p:nvPr/>
        </p:nvSpPr>
        <p:spPr>
          <a:xfrm>
            <a:off x="6133946" y="4572000"/>
            <a:ext cx="3352716" cy="8229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3000" b="1" dirty="0">
                <a:solidFill>
                  <a:srgbClr val="F1F5F9"/>
                </a:solidFill>
                <a:latin typeface="Aptos" pitchFamily="34" charset="0"/>
                <a:ea typeface="Arial" pitchFamily="34" charset="-122"/>
                <a:cs typeface="Arial" pitchFamily="34" charset="-120"/>
              </a:rPr>
              <a:t>Servidor Python</a:t>
            </a:r>
            <a:endParaRPr lang="en-US" sz="3600" dirty="0"/>
          </a:p>
        </p:txBody>
      </p:sp>
      <p:sp>
        <p:nvSpPr>
          <p:cNvPr id="13" name="Text 11"/>
          <p:cNvSpPr/>
          <p:nvPr/>
        </p:nvSpPr>
        <p:spPr>
          <a:xfrm>
            <a:off x="6133946" y="5486400"/>
            <a:ext cx="3352716" cy="26517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a:lnSpc>
                <a:spcPct val="108000"/>
              </a:lnSpc>
              <a:spcBef>
                <a:spcPts val="0"/>
              </a:spcBef>
              <a:spcAft>
                <a:spcPts val="0"/>
              </a:spcAft>
            </a:pPr>
            <a:r>
              <a:rPr sz="2700">
                <a:solidFill>
                  <a:srgbClr val="F1F5F9"/>
                </a:solidFill>
                <a:latin typeface="Aptos"/>
              </a:rPr>
              <a:t>Valida entradas e registra os retornos.</a:t>
            </a:r>
          </a:p>
        </p:txBody>
      </p:sp>
      <p:sp>
        <p:nvSpPr>
          <p:cNvPr id="14" name="Shape 12"/>
          <p:cNvSpPr/>
          <p:nvPr/>
        </p:nvSpPr>
        <p:spPr>
          <a:xfrm>
            <a:off x="10096249" y="4038600"/>
            <a:ext cx="4114698" cy="4572000"/>
          </a:xfrm>
          <a:prstGeom prst="rect">
            <a:avLst/>
          </a:prstGeom>
          <a:solidFill>
            <a:srgbClr val="0B2D5C"/>
          </a:solidFill>
          <a:ln w="12700">
            <a:solidFill>
              <a:srgbClr val="FFFFFF">
                <a:alpha val="0"/>
              </a:srgbClr>
            </a:solidFill>
            <a:prstDash val="solid"/>
          </a:ln>
        </p:spPr>
        <p:txBody>
          <a:bodyPr/>
          <a:lstStyle/>
          <a:p>
            <a:endParaRPr lang="en-US"/>
          </a:p>
        </p:txBody>
      </p:sp>
      <p:sp>
        <p:nvSpPr>
          <p:cNvPr id="15" name="Shape 13"/>
          <p:cNvSpPr/>
          <p:nvPr/>
        </p:nvSpPr>
        <p:spPr>
          <a:xfrm>
            <a:off x="10096249" y="4114800"/>
            <a:ext cx="4114698" cy="0"/>
          </a:xfrm>
          <a:prstGeom prst="line">
            <a:avLst/>
          </a:prstGeom>
          <a:solidFill>
            <a:srgbClr val="111C2D">
              <a:alpha val="0"/>
            </a:srgbClr>
          </a:solidFill>
          <a:ln w="76200">
            <a:solidFill>
              <a:srgbClr val="F9B000"/>
            </a:solidFill>
            <a:prstDash val="solid"/>
          </a:ln>
        </p:spPr>
        <p:txBody>
          <a:bodyPr/>
          <a:lstStyle/>
          <a:p>
            <a:endParaRPr lang="en-US"/>
          </a:p>
        </p:txBody>
      </p:sp>
      <p:sp>
        <p:nvSpPr>
          <p:cNvPr id="16" name="Text 14"/>
          <p:cNvSpPr/>
          <p:nvPr/>
        </p:nvSpPr>
        <p:spPr>
          <a:xfrm>
            <a:off x="10477238" y="4572000"/>
            <a:ext cx="3352716" cy="8229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3000" b="1" dirty="0">
                <a:solidFill>
                  <a:srgbClr val="F1F5F9"/>
                </a:solidFill>
                <a:latin typeface="Aptos" pitchFamily="34" charset="0"/>
                <a:ea typeface="Arial" pitchFamily="34" charset="-122"/>
                <a:cs typeface="Arial" pitchFamily="34" charset="-120"/>
              </a:rPr>
              <a:t>PyJNIus + JVM</a:t>
            </a:r>
            <a:endParaRPr lang="en-US" sz="3600" dirty="0"/>
          </a:p>
        </p:txBody>
      </p:sp>
      <p:sp>
        <p:nvSpPr>
          <p:cNvPr id="17" name="Text 15"/>
          <p:cNvSpPr/>
          <p:nvPr/>
        </p:nvSpPr>
        <p:spPr>
          <a:xfrm>
            <a:off x="10477238" y="5486400"/>
            <a:ext cx="3352716" cy="26517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700" dirty="0">
                <a:solidFill>
                  <a:srgbClr val="F1F5F9"/>
                </a:solidFill>
                <a:latin typeface="Aptos" pitchFamily="34" charset="0"/>
                <a:ea typeface="Arial" pitchFamily="34" charset="-122"/>
                <a:cs typeface="Arial" pitchFamily="34" charset="-120"/>
              </a:rPr>
              <a:t>Invoca a API Java do IPED.</a:t>
            </a:r>
            <a:endParaRPr lang="en-US" sz="2700" dirty="0"/>
          </a:p>
        </p:txBody>
      </p:sp>
      <p:sp>
        <p:nvSpPr>
          <p:cNvPr id="18" name="Shape 16"/>
          <p:cNvSpPr/>
          <p:nvPr/>
        </p:nvSpPr>
        <p:spPr>
          <a:xfrm>
            <a:off x="14439541" y="4038600"/>
            <a:ext cx="4114698" cy="4572000"/>
          </a:xfrm>
          <a:prstGeom prst="rect">
            <a:avLst/>
          </a:prstGeom>
          <a:solidFill>
            <a:srgbClr val="223147"/>
          </a:solidFill>
          <a:ln w="12700">
            <a:solidFill>
              <a:srgbClr val="FFFFFF">
                <a:alpha val="0"/>
              </a:srgbClr>
            </a:solidFill>
            <a:prstDash val="solid"/>
          </a:ln>
        </p:spPr>
        <p:txBody>
          <a:bodyPr/>
          <a:lstStyle/>
          <a:p>
            <a:endParaRPr lang="en-US"/>
          </a:p>
        </p:txBody>
      </p:sp>
      <p:sp>
        <p:nvSpPr>
          <p:cNvPr id="19" name="Shape 17"/>
          <p:cNvSpPr/>
          <p:nvPr/>
        </p:nvSpPr>
        <p:spPr>
          <a:xfrm>
            <a:off x="14439541" y="4114800"/>
            <a:ext cx="4114698" cy="0"/>
          </a:xfrm>
          <a:prstGeom prst="line">
            <a:avLst/>
          </a:prstGeom>
          <a:solidFill>
            <a:srgbClr val="111C2D">
              <a:alpha val="0"/>
            </a:srgbClr>
          </a:solidFill>
          <a:ln w="76200">
            <a:solidFill>
              <a:srgbClr val="0B6FBD"/>
            </a:solidFill>
            <a:prstDash val="solid"/>
          </a:ln>
        </p:spPr>
        <p:txBody>
          <a:bodyPr/>
          <a:lstStyle/>
          <a:p>
            <a:endParaRPr lang="en-US"/>
          </a:p>
        </p:txBody>
      </p:sp>
      <p:sp>
        <p:nvSpPr>
          <p:cNvPr id="20" name="Text 18"/>
          <p:cNvSpPr/>
          <p:nvPr/>
        </p:nvSpPr>
        <p:spPr>
          <a:xfrm>
            <a:off x="14820530" y="4572000"/>
            <a:ext cx="3352716" cy="8229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3000" b="1" dirty="0">
                <a:solidFill>
                  <a:srgbClr val="F1F5F9"/>
                </a:solidFill>
                <a:latin typeface="Aptos" pitchFamily="34" charset="0"/>
                <a:ea typeface="Arial" pitchFamily="34" charset="-122"/>
                <a:cs typeface="Arial" pitchFamily="34" charset="-120"/>
              </a:rPr>
              <a:t>Caso IPED</a:t>
            </a:r>
            <a:endParaRPr lang="en-US" sz="3600" dirty="0"/>
          </a:p>
        </p:txBody>
      </p:sp>
      <p:sp>
        <p:nvSpPr>
          <p:cNvPr id="21" name="Text 19"/>
          <p:cNvSpPr/>
          <p:nvPr/>
        </p:nvSpPr>
        <p:spPr>
          <a:xfrm>
            <a:off x="14820530" y="5486400"/>
            <a:ext cx="3352716" cy="26517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700" dirty="0">
                <a:solidFill>
                  <a:srgbClr val="F1F5F9"/>
                </a:solidFill>
                <a:latin typeface="Aptos" pitchFamily="34" charset="0"/>
                <a:ea typeface="Arial" pitchFamily="34" charset="-122"/>
                <a:cs typeface="Arial" pitchFamily="34" charset="-120"/>
              </a:rPr>
              <a:t>Índice e fontes de dados do caso processado.</a:t>
            </a:r>
            <a:endParaRPr lang="en-US" sz="2700" dirty="0"/>
          </a:p>
        </p:txBody>
      </p:sp>
      <p:sp>
        <p:nvSpPr>
          <p:cNvPr id="22" name="Text 20"/>
          <p:cNvSpPr/>
          <p:nvPr/>
        </p:nvSpPr>
        <p:spPr>
          <a:xfrm>
            <a:off x="1409664" y="9906001"/>
            <a:ext cx="17144572" cy="565546"/>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500" dirty="0">
                <a:solidFill>
                  <a:srgbClr val="F1F5F9"/>
                </a:solidFill>
                <a:latin typeface="Aptos" pitchFamily="34" charset="0"/>
                <a:ea typeface="Arial" pitchFamily="34" charset="-122"/>
                <a:cs typeface="Arial" pitchFamily="34" charset="-120"/>
              </a:rPr>
              <a:t>O cliente pode encaminhar resultados ao modelo configurado pelo investigador.</a:t>
            </a:r>
            <a:endParaRPr lang="en-US" sz="3300" dirty="0"/>
          </a:p>
        </p:txBody>
      </p:sp>
      <p:sp>
        <p:nvSpPr>
          <p:cNvPr id="23" name="Text 21"/>
          <p:cNvSpPr/>
          <p:nvPr/>
        </p:nvSpPr>
        <p:spPr>
          <a:xfrm>
            <a:off x="1409665" y="12649200"/>
            <a:ext cx="17373600" cy="5943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400" dirty="0">
                <a:solidFill>
                  <a:srgbClr val="F1F5F9"/>
                </a:solidFill>
                <a:latin typeface="Aptos" pitchFamily="34" charset="0"/>
                <a:ea typeface="Arial" pitchFamily="34" charset="-122"/>
                <a:cs typeface="Arial" pitchFamily="34" charset="-120"/>
              </a:rPr>
              <a:t>As consultas percorrem as camadas. Os resultados retornam ao cliente.</a:t>
            </a:r>
            <a:endParaRPr lang="en-US" sz="2400" dirty="0"/>
          </a:p>
        </p:txBody>
      </p:sp>
      <p:sp>
        <p:nvSpPr>
          <p:cNvPr id="24" name="TextBox 23"/>
          <p:cNvSpPr txBox="1"/>
          <p:nvPr/>
        </p:nvSpPr>
        <p:spPr>
          <a:xfrm>
            <a:off x="21214080" y="12344400"/>
            <a:ext cx="2286000" cy="502920"/>
          </a:xfrm>
          <a:prstGeom prst="rect">
            <a:avLst/>
          </a:prstGeom>
          <a:noFill/>
        </p:spPr>
        <p:txBody>
          <a:bodyPr wrap="none" lIns="0" tIns="0" rIns="0" bIns="0">
            <a:noAutofit/>
          </a:bodyPr>
          <a:lstStyle/>
          <a:p>
            <a:pPr>
              <a:lnSpc>
                <a:spcPct val="108000"/>
              </a:lnSpc>
              <a:spcBef>
                <a:spcPts val="0"/>
              </a:spcBef>
              <a:spcAft>
                <a:spcPts val="0"/>
              </a:spcAft>
            </a:pPr>
            <a:r>
              <a:rPr lang="en-US" sz="2200">
                <a:solidFill>
                  <a:srgbClr val="15243B"/>
                </a:solidFill>
                <a:latin typeface="Aptos"/>
              </a:rPr>
              <a:t>07 / 70</a:t>
            </a:r>
            <a:endParaRPr sz="2200">
              <a:solidFill>
                <a:srgbClr val="15243B"/>
              </a:solidFill>
              <a:latin typeface="Aptos"/>
            </a:endParaRP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hape 0"/>
          <p:cNvSpPr/>
          <p:nvPr/>
        </p:nvSpPr>
        <p:spPr>
          <a:xfrm>
            <a:off x="1" y="0"/>
            <a:ext cx="24383390" cy="13716000"/>
          </a:xfrm>
          <a:prstGeom prst="rect">
            <a:avLst/>
          </a:prstGeom>
          <a:solidFill>
            <a:srgbClr val="111C2D"/>
          </a:solidFill>
          <a:ln w="12700">
            <a:solidFill>
              <a:srgbClr val="FFFFFF">
                <a:alpha val="0"/>
              </a:srgbClr>
            </a:solidFill>
            <a:prstDash val="solid"/>
          </a:ln>
        </p:spPr>
        <p:txBody>
          <a:bodyPr/>
          <a:lstStyle/>
          <a:p>
            <a:endParaRPr lang="en-US"/>
          </a:p>
        </p:txBody>
      </p:sp>
      <p:sp>
        <p:nvSpPr>
          <p:cNvPr id="3" name="Shape 1"/>
          <p:cNvSpPr/>
          <p:nvPr/>
        </p:nvSpPr>
        <p:spPr>
          <a:xfrm>
            <a:off x="0" y="0"/>
            <a:ext cx="19811504" cy="1219200"/>
          </a:xfrm>
          <a:prstGeom prst="rect">
            <a:avLst/>
          </a:prstGeom>
          <a:solidFill>
            <a:srgbClr val="D9DCDF"/>
          </a:solidFill>
          <a:ln w="12700">
            <a:solidFill>
              <a:srgbClr val="FFFFFF">
                <a:alpha val="0"/>
              </a:srgbClr>
            </a:solidFill>
            <a:prstDash val="solid"/>
          </a:ln>
        </p:spPr>
        <p:txBody>
          <a:bodyPr/>
          <a:lstStyle/>
          <a:p>
            <a:endParaRPr lang="en-US"/>
          </a:p>
        </p:txBody>
      </p:sp>
      <p:sp>
        <p:nvSpPr>
          <p:cNvPr id="4" name="Shape 2"/>
          <p:cNvSpPr/>
          <p:nvPr/>
        </p:nvSpPr>
        <p:spPr>
          <a:xfrm>
            <a:off x="20382990" y="0"/>
            <a:ext cx="4000400" cy="13716000"/>
          </a:xfrm>
          <a:prstGeom prst="rect">
            <a:avLst/>
          </a:prstGeom>
          <a:solidFill>
            <a:srgbClr val="F9B000"/>
          </a:solidFill>
          <a:ln w="12700">
            <a:solidFill>
              <a:srgbClr val="FFFFFF">
                <a:alpha val="0"/>
              </a:srgbClr>
            </a:solidFill>
            <a:prstDash val="solid"/>
          </a:ln>
        </p:spPr>
        <p:txBody>
          <a:bodyPr/>
          <a:lstStyle/>
          <a:p>
            <a:endParaRPr lang="en-US"/>
          </a:p>
        </p:txBody>
      </p:sp>
      <p:sp>
        <p:nvSpPr>
          <p:cNvPr id="5" name="Text 3"/>
          <p:cNvSpPr/>
          <p:nvPr/>
        </p:nvSpPr>
        <p:spPr>
          <a:xfrm>
            <a:off x="1371567" y="1676400"/>
            <a:ext cx="17525562" cy="164592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5400" b="1" dirty="0">
                <a:solidFill>
                  <a:srgbClr val="68BDF4"/>
                </a:solidFill>
                <a:latin typeface="Aptos Display" pitchFamily="34" charset="0"/>
                <a:ea typeface="Arial" pitchFamily="34" charset="-122"/>
                <a:cs typeface="Arial" pitchFamily="34" charset="-120"/>
              </a:rPr>
              <a:t>MCP, PyJNIus e API do IPED</a:t>
            </a:r>
            <a:endParaRPr lang="en-US" sz="5600" dirty="0"/>
          </a:p>
        </p:txBody>
      </p:sp>
      <p:sp>
        <p:nvSpPr>
          <p:cNvPr id="6" name="Shape 4"/>
          <p:cNvSpPr/>
          <p:nvPr/>
        </p:nvSpPr>
        <p:spPr>
          <a:xfrm>
            <a:off x="1409664" y="3619500"/>
            <a:ext cx="8400840" cy="3543300"/>
          </a:xfrm>
          <a:prstGeom prst="rect">
            <a:avLst/>
          </a:prstGeom>
          <a:solidFill>
            <a:srgbClr val="223147"/>
          </a:solidFill>
          <a:ln w="12700">
            <a:solidFill>
              <a:srgbClr val="FFFFFF">
                <a:alpha val="0"/>
              </a:srgbClr>
            </a:solidFill>
            <a:prstDash val="solid"/>
          </a:ln>
        </p:spPr>
        <p:txBody>
          <a:bodyPr/>
          <a:lstStyle/>
          <a:p>
            <a:endParaRPr lang="en-US"/>
          </a:p>
        </p:txBody>
      </p:sp>
      <p:sp>
        <p:nvSpPr>
          <p:cNvPr id="7" name="Shape 5"/>
          <p:cNvSpPr/>
          <p:nvPr/>
        </p:nvSpPr>
        <p:spPr>
          <a:xfrm>
            <a:off x="1476338" y="3619500"/>
            <a:ext cx="0" cy="3543300"/>
          </a:xfrm>
          <a:prstGeom prst="line">
            <a:avLst/>
          </a:prstGeom>
          <a:solidFill>
            <a:srgbClr val="111C2D">
              <a:alpha val="0"/>
            </a:srgbClr>
          </a:solidFill>
          <a:ln w="66675">
            <a:solidFill>
              <a:srgbClr val="0B6FBD"/>
            </a:solidFill>
            <a:prstDash val="solid"/>
          </a:ln>
        </p:spPr>
        <p:txBody>
          <a:bodyPr/>
          <a:lstStyle/>
          <a:p>
            <a:endParaRPr lang="en-US"/>
          </a:p>
        </p:txBody>
      </p:sp>
      <p:sp>
        <p:nvSpPr>
          <p:cNvPr id="8" name="Text 6"/>
          <p:cNvSpPr/>
          <p:nvPr/>
        </p:nvSpPr>
        <p:spPr>
          <a:xfrm>
            <a:off x="2000200" y="4076701"/>
            <a:ext cx="7353116" cy="51435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3200" b="1" dirty="0">
                <a:solidFill>
                  <a:srgbClr val="F1F5F9"/>
                </a:solidFill>
                <a:latin typeface="Aptos" pitchFamily="34" charset="0"/>
                <a:ea typeface="Arial" pitchFamily="34" charset="-122"/>
                <a:cs typeface="Arial" pitchFamily="34" charset="-120"/>
              </a:rPr>
              <a:t>MCP</a:t>
            </a:r>
            <a:endParaRPr lang="en-US" sz="3500" dirty="0"/>
          </a:p>
        </p:txBody>
      </p:sp>
      <p:sp>
        <p:nvSpPr>
          <p:cNvPr id="9" name="Text 7"/>
          <p:cNvSpPr/>
          <p:nvPr/>
        </p:nvSpPr>
        <p:spPr>
          <a:xfrm>
            <a:off x="2000200" y="4591051"/>
            <a:ext cx="7353116" cy="19659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800" dirty="0">
                <a:solidFill>
                  <a:srgbClr val="F1F5F9"/>
                </a:solidFill>
                <a:latin typeface="Aptos" pitchFamily="34" charset="0"/>
                <a:ea typeface="Arial" pitchFamily="34" charset="-122"/>
                <a:cs typeface="Arial" pitchFamily="34" charset="-120"/>
              </a:rPr>
              <a:t>Protocolo de descoberta e chamada de ferramentas.</a:t>
            </a:r>
            <a:endParaRPr lang="en-US" sz="2700" dirty="0"/>
          </a:p>
        </p:txBody>
      </p:sp>
      <p:sp>
        <p:nvSpPr>
          <p:cNvPr id="10" name="Shape 8"/>
          <p:cNvSpPr/>
          <p:nvPr/>
        </p:nvSpPr>
        <p:spPr>
          <a:xfrm>
            <a:off x="10153396" y="3619500"/>
            <a:ext cx="8400840" cy="3543300"/>
          </a:xfrm>
          <a:prstGeom prst="rect">
            <a:avLst/>
          </a:prstGeom>
          <a:solidFill>
            <a:srgbClr val="223147"/>
          </a:solidFill>
          <a:ln w="12700">
            <a:solidFill>
              <a:srgbClr val="FFFFFF">
                <a:alpha val="0"/>
              </a:srgbClr>
            </a:solidFill>
            <a:prstDash val="solid"/>
          </a:ln>
        </p:spPr>
        <p:txBody>
          <a:bodyPr/>
          <a:lstStyle/>
          <a:p>
            <a:endParaRPr lang="en-US"/>
          </a:p>
        </p:txBody>
      </p:sp>
      <p:sp>
        <p:nvSpPr>
          <p:cNvPr id="11" name="Shape 9"/>
          <p:cNvSpPr/>
          <p:nvPr/>
        </p:nvSpPr>
        <p:spPr>
          <a:xfrm>
            <a:off x="10220070" y="3619500"/>
            <a:ext cx="0" cy="3543300"/>
          </a:xfrm>
          <a:prstGeom prst="line">
            <a:avLst/>
          </a:prstGeom>
          <a:solidFill>
            <a:srgbClr val="111C2D">
              <a:alpha val="0"/>
            </a:srgbClr>
          </a:solidFill>
          <a:ln w="66675">
            <a:solidFill>
              <a:srgbClr val="0B6FBD"/>
            </a:solidFill>
            <a:prstDash val="solid"/>
          </a:ln>
        </p:spPr>
        <p:txBody>
          <a:bodyPr/>
          <a:lstStyle/>
          <a:p>
            <a:endParaRPr lang="en-US"/>
          </a:p>
        </p:txBody>
      </p:sp>
      <p:sp>
        <p:nvSpPr>
          <p:cNvPr id="12" name="Text 10"/>
          <p:cNvSpPr/>
          <p:nvPr/>
        </p:nvSpPr>
        <p:spPr>
          <a:xfrm>
            <a:off x="10743932" y="4076701"/>
            <a:ext cx="7353116" cy="51435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3200" b="1" dirty="0">
                <a:solidFill>
                  <a:srgbClr val="F1F5F9"/>
                </a:solidFill>
                <a:latin typeface="Aptos" pitchFamily="34" charset="0"/>
                <a:ea typeface="Arial" pitchFamily="34" charset="-122"/>
                <a:cs typeface="Arial" pitchFamily="34" charset="-120"/>
              </a:rPr>
              <a:t>PyJNIus</a:t>
            </a:r>
            <a:endParaRPr lang="en-US" sz="3500" dirty="0"/>
          </a:p>
        </p:txBody>
      </p:sp>
      <p:sp>
        <p:nvSpPr>
          <p:cNvPr id="13" name="Text 11"/>
          <p:cNvSpPr/>
          <p:nvPr/>
        </p:nvSpPr>
        <p:spPr>
          <a:xfrm>
            <a:off x="10743932" y="4591051"/>
            <a:ext cx="7353116" cy="19659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800" dirty="0">
                <a:solidFill>
                  <a:srgbClr val="F1F5F9"/>
                </a:solidFill>
                <a:latin typeface="Aptos" pitchFamily="34" charset="0"/>
                <a:ea typeface="Arial" pitchFamily="34" charset="-122"/>
                <a:cs typeface="Arial" pitchFamily="34" charset="-120"/>
              </a:rPr>
              <a:t>Acesso às classes Java a partir do Python.</a:t>
            </a:r>
            <a:endParaRPr lang="en-US" sz="2700" dirty="0"/>
          </a:p>
        </p:txBody>
      </p:sp>
      <p:sp>
        <p:nvSpPr>
          <p:cNvPr id="14" name="Shape 12"/>
          <p:cNvSpPr/>
          <p:nvPr/>
        </p:nvSpPr>
        <p:spPr>
          <a:xfrm>
            <a:off x="1409664" y="7505700"/>
            <a:ext cx="8400840" cy="3543300"/>
          </a:xfrm>
          <a:prstGeom prst="rect">
            <a:avLst/>
          </a:prstGeom>
          <a:solidFill>
            <a:srgbClr val="223147"/>
          </a:solidFill>
          <a:ln w="12700">
            <a:solidFill>
              <a:srgbClr val="FFFFFF">
                <a:alpha val="0"/>
              </a:srgbClr>
            </a:solidFill>
            <a:prstDash val="solid"/>
          </a:ln>
        </p:spPr>
        <p:txBody>
          <a:bodyPr/>
          <a:lstStyle/>
          <a:p>
            <a:endParaRPr lang="en-US"/>
          </a:p>
        </p:txBody>
      </p:sp>
      <p:sp>
        <p:nvSpPr>
          <p:cNvPr id="15" name="Shape 13"/>
          <p:cNvSpPr/>
          <p:nvPr/>
        </p:nvSpPr>
        <p:spPr>
          <a:xfrm>
            <a:off x="1476338" y="7505700"/>
            <a:ext cx="0" cy="3543300"/>
          </a:xfrm>
          <a:prstGeom prst="line">
            <a:avLst/>
          </a:prstGeom>
          <a:solidFill>
            <a:srgbClr val="111C2D">
              <a:alpha val="0"/>
            </a:srgbClr>
          </a:solidFill>
          <a:ln w="66675">
            <a:solidFill>
              <a:srgbClr val="F9B000"/>
            </a:solidFill>
            <a:prstDash val="solid"/>
          </a:ln>
        </p:spPr>
        <p:txBody>
          <a:bodyPr/>
          <a:lstStyle/>
          <a:p>
            <a:endParaRPr lang="en-US"/>
          </a:p>
        </p:txBody>
      </p:sp>
      <p:sp>
        <p:nvSpPr>
          <p:cNvPr id="16" name="Text 14"/>
          <p:cNvSpPr/>
          <p:nvPr/>
        </p:nvSpPr>
        <p:spPr>
          <a:xfrm>
            <a:off x="2000200" y="7962901"/>
            <a:ext cx="7353116" cy="51435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3200" b="1" dirty="0">
                <a:solidFill>
                  <a:srgbClr val="F1F5F9"/>
                </a:solidFill>
                <a:latin typeface="Aptos" pitchFamily="34" charset="0"/>
                <a:ea typeface="Arial" pitchFamily="34" charset="-122"/>
                <a:cs typeface="Arial" pitchFamily="34" charset="-120"/>
              </a:rPr>
              <a:t>API do IPED</a:t>
            </a:r>
            <a:endParaRPr lang="en-US" sz="3500" dirty="0"/>
          </a:p>
        </p:txBody>
      </p:sp>
      <p:sp>
        <p:nvSpPr>
          <p:cNvPr id="17" name="Text 15"/>
          <p:cNvSpPr/>
          <p:nvPr/>
        </p:nvSpPr>
        <p:spPr>
          <a:xfrm>
            <a:off x="2000200" y="8477251"/>
            <a:ext cx="7353116" cy="19659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800" dirty="0">
                <a:solidFill>
                  <a:srgbClr val="F1F5F9"/>
                </a:solidFill>
                <a:latin typeface="Aptos" pitchFamily="34" charset="0"/>
                <a:ea typeface="Arial" pitchFamily="34" charset="-122"/>
                <a:cs typeface="Arial" pitchFamily="34" charset="-120"/>
              </a:rPr>
              <a:t>Métodos para abrir o caso, buscar e recuperar itens.</a:t>
            </a:r>
            <a:endParaRPr lang="en-US" sz="2700" dirty="0"/>
          </a:p>
        </p:txBody>
      </p:sp>
      <p:sp>
        <p:nvSpPr>
          <p:cNvPr id="18" name="Shape 16"/>
          <p:cNvSpPr/>
          <p:nvPr/>
        </p:nvSpPr>
        <p:spPr>
          <a:xfrm>
            <a:off x="10153396" y="7505700"/>
            <a:ext cx="8400840" cy="3543300"/>
          </a:xfrm>
          <a:prstGeom prst="rect">
            <a:avLst/>
          </a:prstGeom>
          <a:solidFill>
            <a:srgbClr val="223147"/>
          </a:solidFill>
          <a:ln w="12700">
            <a:solidFill>
              <a:srgbClr val="FFFFFF">
                <a:alpha val="0"/>
              </a:srgbClr>
            </a:solidFill>
            <a:prstDash val="solid"/>
          </a:ln>
        </p:spPr>
        <p:txBody>
          <a:bodyPr/>
          <a:lstStyle/>
          <a:p>
            <a:endParaRPr lang="en-US"/>
          </a:p>
        </p:txBody>
      </p:sp>
      <p:sp>
        <p:nvSpPr>
          <p:cNvPr id="19" name="Shape 17"/>
          <p:cNvSpPr/>
          <p:nvPr/>
        </p:nvSpPr>
        <p:spPr>
          <a:xfrm>
            <a:off x="10220070" y="7505700"/>
            <a:ext cx="0" cy="3543300"/>
          </a:xfrm>
          <a:prstGeom prst="line">
            <a:avLst/>
          </a:prstGeom>
          <a:solidFill>
            <a:srgbClr val="111C2D">
              <a:alpha val="0"/>
            </a:srgbClr>
          </a:solidFill>
          <a:ln w="66675">
            <a:solidFill>
              <a:srgbClr val="F9B000"/>
            </a:solidFill>
            <a:prstDash val="solid"/>
          </a:ln>
        </p:spPr>
        <p:txBody>
          <a:bodyPr/>
          <a:lstStyle/>
          <a:p>
            <a:endParaRPr lang="en-US"/>
          </a:p>
        </p:txBody>
      </p:sp>
      <p:sp>
        <p:nvSpPr>
          <p:cNvPr id="20" name="Text 18"/>
          <p:cNvSpPr/>
          <p:nvPr/>
        </p:nvSpPr>
        <p:spPr>
          <a:xfrm>
            <a:off x="10743932" y="7962901"/>
            <a:ext cx="7353116" cy="51435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3200" b="1" dirty="0">
                <a:solidFill>
                  <a:srgbClr val="F1F5F9"/>
                </a:solidFill>
                <a:latin typeface="Aptos" pitchFamily="34" charset="0"/>
                <a:ea typeface="Arial" pitchFamily="34" charset="-122"/>
                <a:cs typeface="Arial" pitchFamily="34" charset="-120"/>
              </a:rPr>
              <a:t>Modelo de IA</a:t>
            </a:r>
            <a:endParaRPr lang="en-US" sz="3500" dirty="0"/>
          </a:p>
        </p:txBody>
      </p:sp>
      <p:sp>
        <p:nvSpPr>
          <p:cNvPr id="21" name="Text 19"/>
          <p:cNvSpPr/>
          <p:nvPr/>
        </p:nvSpPr>
        <p:spPr>
          <a:xfrm>
            <a:off x="10743932" y="8477251"/>
            <a:ext cx="7353116" cy="19659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800" dirty="0">
                <a:solidFill>
                  <a:srgbClr val="F1F5F9"/>
                </a:solidFill>
                <a:latin typeface="Aptos" pitchFamily="34" charset="0"/>
                <a:ea typeface="Arial" pitchFamily="34" charset="-122"/>
                <a:cs typeface="Arial" pitchFamily="34" charset="-120"/>
              </a:rPr>
              <a:t>Seleciona consultas e redige uma resposta no cliente.</a:t>
            </a:r>
            <a:endParaRPr lang="en-US" sz="2700" dirty="0"/>
          </a:p>
        </p:txBody>
      </p:sp>
      <p:sp>
        <p:nvSpPr>
          <p:cNvPr id="22" name="Text 20"/>
          <p:cNvSpPr/>
          <p:nvPr/>
        </p:nvSpPr>
        <p:spPr>
          <a:xfrm>
            <a:off x="1409664" y="11734801"/>
            <a:ext cx="17144572" cy="112395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500" dirty="0">
                <a:solidFill>
                  <a:srgbClr val="F1F5F9"/>
                </a:solidFill>
                <a:latin typeface="Aptos" pitchFamily="34" charset="0"/>
                <a:ea typeface="Arial" pitchFamily="34" charset="-122"/>
                <a:cs typeface="Arial" pitchFamily="34" charset="-120"/>
              </a:rPr>
              <a:t>A integração pode ser testada por um cliente Python sem IA.</a:t>
            </a:r>
            <a:endParaRPr lang="en-US" sz="3000" dirty="0"/>
          </a:p>
        </p:txBody>
      </p:sp>
      <p:sp>
        <p:nvSpPr>
          <p:cNvPr id="23" name="TextBox 22"/>
          <p:cNvSpPr txBox="1"/>
          <p:nvPr/>
        </p:nvSpPr>
        <p:spPr>
          <a:xfrm>
            <a:off x="21214080" y="12344400"/>
            <a:ext cx="2286000" cy="502920"/>
          </a:xfrm>
          <a:prstGeom prst="rect">
            <a:avLst/>
          </a:prstGeom>
          <a:noFill/>
        </p:spPr>
        <p:txBody>
          <a:bodyPr wrap="none" lIns="0" tIns="0" rIns="0" bIns="0">
            <a:noAutofit/>
          </a:bodyPr>
          <a:lstStyle/>
          <a:p>
            <a:pPr>
              <a:lnSpc>
                <a:spcPct val="108000"/>
              </a:lnSpc>
              <a:spcBef>
                <a:spcPts val="0"/>
              </a:spcBef>
              <a:spcAft>
                <a:spcPts val="0"/>
              </a:spcAft>
            </a:pPr>
            <a:r>
              <a:rPr lang="en-US" sz="2200">
                <a:solidFill>
                  <a:srgbClr val="15243B"/>
                </a:solidFill>
                <a:latin typeface="Aptos"/>
              </a:rPr>
              <a:t>08 / 70</a:t>
            </a:r>
            <a:endParaRPr sz="2200">
              <a:solidFill>
                <a:srgbClr val="15243B"/>
              </a:solidFill>
              <a:latin typeface="Aptos"/>
            </a:endParaRP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hape 0"/>
          <p:cNvSpPr/>
          <p:nvPr/>
        </p:nvSpPr>
        <p:spPr>
          <a:xfrm>
            <a:off x="1" y="0"/>
            <a:ext cx="24383390" cy="13716000"/>
          </a:xfrm>
          <a:prstGeom prst="rect">
            <a:avLst/>
          </a:prstGeom>
          <a:solidFill>
            <a:srgbClr val="111C2D"/>
          </a:solidFill>
          <a:ln w="12700">
            <a:solidFill>
              <a:srgbClr val="FFFFFF">
                <a:alpha val="0"/>
              </a:srgbClr>
            </a:solidFill>
            <a:prstDash val="solid"/>
          </a:ln>
        </p:spPr>
        <p:txBody>
          <a:bodyPr/>
          <a:lstStyle/>
          <a:p>
            <a:endParaRPr lang="en-US"/>
          </a:p>
        </p:txBody>
      </p:sp>
      <p:sp>
        <p:nvSpPr>
          <p:cNvPr id="3" name="Shape 1"/>
          <p:cNvSpPr/>
          <p:nvPr/>
        </p:nvSpPr>
        <p:spPr>
          <a:xfrm>
            <a:off x="0" y="0"/>
            <a:ext cx="19811504" cy="1219200"/>
          </a:xfrm>
          <a:prstGeom prst="rect">
            <a:avLst/>
          </a:prstGeom>
          <a:solidFill>
            <a:srgbClr val="D9DCDF"/>
          </a:solidFill>
          <a:ln w="12700">
            <a:solidFill>
              <a:srgbClr val="FFFFFF">
                <a:alpha val="0"/>
              </a:srgbClr>
            </a:solidFill>
            <a:prstDash val="solid"/>
          </a:ln>
        </p:spPr>
        <p:txBody>
          <a:bodyPr/>
          <a:lstStyle/>
          <a:p>
            <a:endParaRPr lang="en-US"/>
          </a:p>
        </p:txBody>
      </p:sp>
      <p:sp>
        <p:nvSpPr>
          <p:cNvPr id="4" name="Shape 2"/>
          <p:cNvSpPr/>
          <p:nvPr/>
        </p:nvSpPr>
        <p:spPr>
          <a:xfrm>
            <a:off x="20382990" y="0"/>
            <a:ext cx="4000400" cy="13716000"/>
          </a:xfrm>
          <a:prstGeom prst="rect">
            <a:avLst/>
          </a:prstGeom>
          <a:solidFill>
            <a:srgbClr val="F9B000"/>
          </a:solidFill>
          <a:ln w="12700">
            <a:solidFill>
              <a:srgbClr val="FFFFFF">
                <a:alpha val="0"/>
              </a:srgbClr>
            </a:solidFill>
            <a:prstDash val="solid"/>
          </a:ln>
        </p:spPr>
        <p:txBody>
          <a:bodyPr/>
          <a:lstStyle/>
          <a:p>
            <a:endParaRPr lang="en-US"/>
          </a:p>
        </p:txBody>
      </p:sp>
      <p:sp>
        <p:nvSpPr>
          <p:cNvPr id="5" name="Text 3"/>
          <p:cNvSpPr/>
          <p:nvPr/>
        </p:nvSpPr>
        <p:spPr>
          <a:xfrm>
            <a:off x="1371567" y="1676400"/>
            <a:ext cx="17335066" cy="164592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5400" b="1" dirty="0">
                <a:solidFill>
                  <a:srgbClr val="68BDF4"/>
                </a:solidFill>
                <a:latin typeface="Aptos Display" pitchFamily="34" charset="0"/>
                <a:ea typeface="Arial" pitchFamily="34" charset="-122"/>
                <a:cs typeface="Arial" pitchFamily="34" charset="-120"/>
              </a:rPr>
              <a:t>Escopo do primeiro servidor</a:t>
            </a:r>
            <a:endParaRPr lang="en-US" sz="5600" dirty="0"/>
          </a:p>
        </p:txBody>
      </p:sp>
      <p:sp>
        <p:nvSpPr>
          <p:cNvPr id="6" name="Shape 4"/>
          <p:cNvSpPr/>
          <p:nvPr/>
        </p:nvSpPr>
        <p:spPr>
          <a:xfrm>
            <a:off x="1409664" y="3619501"/>
            <a:ext cx="17144572" cy="1581150"/>
          </a:xfrm>
          <a:prstGeom prst="rect">
            <a:avLst/>
          </a:prstGeom>
          <a:solidFill>
            <a:srgbClr val="223147"/>
          </a:solidFill>
          <a:ln w="12700">
            <a:solidFill>
              <a:srgbClr val="FFFFFF">
                <a:alpha val="0"/>
              </a:srgbClr>
            </a:solidFill>
            <a:prstDash val="solid"/>
          </a:ln>
        </p:spPr>
        <p:txBody>
          <a:bodyPr/>
          <a:lstStyle/>
          <a:p>
            <a:endParaRPr lang="en-US"/>
          </a:p>
        </p:txBody>
      </p:sp>
      <p:sp>
        <p:nvSpPr>
          <p:cNvPr id="7" name="Shape 5"/>
          <p:cNvSpPr/>
          <p:nvPr/>
        </p:nvSpPr>
        <p:spPr>
          <a:xfrm>
            <a:off x="1409664" y="5191126"/>
            <a:ext cx="17144572" cy="0"/>
          </a:xfrm>
          <a:prstGeom prst="line">
            <a:avLst/>
          </a:prstGeom>
          <a:solidFill>
            <a:srgbClr val="111C2D">
              <a:alpha val="0"/>
            </a:srgbClr>
          </a:solidFill>
          <a:ln w="9525">
            <a:solidFill>
              <a:srgbClr val="CBD5E1"/>
            </a:solidFill>
            <a:prstDash val="solid"/>
          </a:ln>
        </p:spPr>
        <p:txBody>
          <a:bodyPr/>
          <a:lstStyle/>
          <a:p>
            <a:endParaRPr lang="en-US"/>
          </a:p>
        </p:txBody>
      </p:sp>
      <p:sp>
        <p:nvSpPr>
          <p:cNvPr id="8" name="Text 6"/>
          <p:cNvSpPr/>
          <p:nvPr/>
        </p:nvSpPr>
        <p:spPr>
          <a:xfrm>
            <a:off x="1828754" y="4162425"/>
            <a:ext cx="5143372" cy="47625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800" b="1" dirty="0">
                <a:solidFill>
                  <a:srgbClr val="F1F5F9"/>
                </a:solidFill>
                <a:latin typeface="Aptos" pitchFamily="34" charset="0"/>
                <a:ea typeface="Arial" pitchFamily="34" charset="-122"/>
                <a:cs typeface="Arial" pitchFamily="34" charset="-120"/>
              </a:rPr>
              <a:t>Consultas</a:t>
            </a:r>
            <a:endParaRPr lang="en-US" sz="3200" dirty="0"/>
          </a:p>
        </p:txBody>
      </p:sp>
      <p:sp>
        <p:nvSpPr>
          <p:cNvPr id="9" name="Text 7"/>
          <p:cNvSpPr/>
          <p:nvPr/>
        </p:nvSpPr>
        <p:spPr>
          <a:xfrm>
            <a:off x="6972126" y="4186239"/>
            <a:ext cx="11163020" cy="91440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700" dirty="0">
                <a:solidFill>
                  <a:srgbClr val="F1F5F9"/>
                </a:solidFill>
                <a:latin typeface="Aptos" pitchFamily="34" charset="0"/>
                <a:ea typeface="Arial" pitchFamily="34" charset="-122"/>
                <a:cs typeface="Arial" pitchFamily="34" charset="-120"/>
              </a:rPr>
              <a:t>caso_info, buscar_itens, obter_metadados e ler_texto.</a:t>
            </a:r>
            <a:endParaRPr lang="en-US" sz="2700" dirty="0"/>
          </a:p>
        </p:txBody>
      </p:sp>
      <p:sp>
        <p:nvSpPr>
          <p:cNvPr id="10" name="Shape 8"/>
          <p:cNvSpPr/>
          <p:nvPr/>
        </p:nvSpPr>
        <p:spPr>
          <a:xfrm>
            <a:off x="1409664" y="6772276"/>
            <a:ext cx="17144572" cy="0"/>
          </a:xfrm>
          <a:prstGeom prst="line">
            <a:avLst/>
          </a:prstGeom>
          <a:solidFill>
            <a:srgbClr val="111C2D">
              <a:alpha val="0"/>
            </a:srgbClr>
          </a:solidFill>
          <a:ln w="9525">
            <a:solidFill>
              <a:srgbClr val="CBD5E1"/>
            </a:solidFill>
            <a:prstDash val="solid"/>
          </a:ln>
        </p:spPr>
        <p:txBody>
          <a:bodyPr/>
          <a:lstStyle/>
          <a:p>
            <a:endParaRPr lang="en-US"/>
          </a:p>
        </p:txBody>
      </p:sp>
      <p:sp>
        <p:nvSpPr>
          <p:cNvPr id="11" name="Text 9"/>
          <p:cNvSpPr/>
          <p:nvPr/>
        </p:nvSpPr>
        <p:spPr>
          <a:xfrm>
            <a:off x="1828754" y="5743577"/>
            <a:ext cx="5143372" cy="47625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800" b="1" dirty="0">
                <a:solidFill>
                  <a:srgbClr val="F1F5F9"/>
                </a:solidFill>
                <a:latin typeface="Aptos" pitchFamily="34" charset="0"/>
                <a:ea typeface="Arial" pitchFamily="34" charset="-122"/>
                <a:cs typeface="Arial" pitchFamily="34" charset="-120"/>
              </a:rPr>
              <a:t>Organização</a:t>
            </a:r>
            <a:endParaRPr lang="en-US" sz="3200" dirty="0"/>
          </a:p>
        </p:txBody>
      </p:sp>
      <p:sp>
        <p:nvSpPr>
          <p:cNvPr id="12" name="Text 10"/>
          <p:cNvSpPr/>
          <p:nvPr/>
        </p:nvSpPr>
        <p:spPr>
          <a:xfrm>
            <a:off x="6972126" y="5767389"/>
            <a:ext cx="11163020" cy="91440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700" dirty="0">
                <a:solidFill>
                  <a:srgbClr val="F1F5F9"/>
                </a:solidFill>
                <a:latin typeface="Aptos" pitchFamily="34" charset="0"/>
                <a:ea typeface="Arial" pitchFamily="34" charset="-122"/>
                <a:cs typeface="Arial" pitchFamily="34" charset="-120"/>
              </a:rPr>
              <a:t>listar_marcadores consulta nomes, comentários e contagens.</a:t>
            </a:r>
            <a:endParaRPr lang="en-US" sz="2700" dirty="0"/>
          </a:p>
        </p:txBody>
      </p:sp>
      <p:sp>
        <p:nvSpPr>
          <p:cNvPr id="13" name="Shape 11"/>
          <p:cNvSpPr/>
          <p:nvPr/>
        </p:nvSpPr>
        <p:spPr>
          <a:xfrm>
            <a:off x="1409664" y="6781801"/>
            <a:ext cx="17144572" cy="1581150"/>
          </a:xfrm>
          <a:prstGeom prst="rect">
            <a:avLst/>
          </a:prstGeom>
          <a:solidFill>
            <a:srgbClr val="223147"/>
          </a:solidFill>
          <a:ln w="12700">
            <a:solidFill>
              <a:srgbClr val="FFFFFF">
                <a:alpha val="0"/>
              </a:srgbClr>
            </a:solidFill>
            <a:prstDash val="solid"/>
          </a:ln>
        </p:spPr>
        <p:txBody>
          <a:bodyPr/>
          <a:lstStyle/>
          <a:p>
            <a:endParaRPr lang="en-US"/>
          </a:p>
        </p:txBody>
      </p:sp>
      <p:sp>
        <p:nvSpPr>
          <p:cNvPr id="14" name="Shape 12"/>
          <p:cNvSpPr/>
          <p:nvPr/>
        </p:nvSpPr>
        <p:spPr>
          <a:xfrm>
            <a:off x="1409664" y="8353424"/>
            <a:ext cx="17144572" cy="0"/>
          </a:xfrm>
          <a:prstGeom prst="line">
            <a:avLst/>
          </a:prstGeom>
          <a:solidFill>
            <a:srgbClr val="111C2D">
              <a:alpha val="0"/>
            </a:srgbClr>
          </a:solidFill>
          <a:ln w="9525">
            <a:solidFill>
              <a:srgbClr val="CBD5E1"/>
            </a:solidFill>
            <a:prstDash val="solid"/>
          </a:ln>
        </p:spPr>
        <p:txBody>
          <a:bodyPr/>
          <a:lstStyle/>
          <a:p>
            <a:endParaRPr lang="en-US"/>
          </a:p>
        </p:txBody>
      </p:sp>
      <p:sp>
        <p:nvSpPr>
          <p:cNvPr id="15" name="Text 13"/>
          <p:cNvSpPr/>
          <p:nvPr/>
        </p:nvSpPr>
        <p:spPr>
          <a:xfrm>
            <a:off x="1828754" y="7324725"/>
            <a:ext cx="5143372" cy="47625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800" b="1" dirty="0">
                <a:solidFill>
                  <a:srgbClr val="F1F5F9"/>
                </a:solidFill>
                <a:latin typeface="Aptos" pitchFamily="34" charset="0"/>
                <a:ea typeface="Arial" pitchFamily="34" charset="-122"/>
                <a:cs typeface="Arial" pitchFamily="34" charset="-120"/>
              </a:rPr>
              <a:t>Criação</a:t>
            </a:r>
            <a:endParaRPr lang="en-US" sz="3200" dirty="0"/>
          </a:p>
        </p:txBody>
      </p:sp>
      <p:sp>
        <p:nvSpPr>
          <p:cNvPr id="16" name="Text 14"/>
          <p:cNvSpPr/>
          <p:nvPr/>
        </p:nvSpPr>
        <p:spPr>
          <a:xfrm>
            <a:off x="6972126" y="7348539"/>
            <a:ext cx="11163020" cy="91440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700" dirty="0">
                <a:solidFill>
                  <a:srgbClr val="F1F5F9"/>
                </a:solidFill>
                <a:latin typeface="Aptos" pitchFamily="34" charset="0"/>
                <a:ea typeface="Arial" pitchFamily="34" charset="-122"/>
                <a:cs typeface="Arial" pitchFamily="34" charset="-120"/>
              </a:rPr>
              <a:t>criar_marcador registra nome e comentário no caso.</a:t>
            </a:r>
            <a:endParaRPr lang="en-US" sz="2700" dirty="0"/>
          </a:p>
        </p:txBody>
      </p:sp>
      <p:sp>
        <p:nvSpPr>
          <p:cNvPr id="17" name="Shape 15"/>
          <p:cNvSpPr/>
          <p:nvPr/>
        </p:nvSpPr>
        <p:spPr>
          <a:xfrm>
            <a:off x="1409664" y="9934574"/>
            <a:ext cx="17144572" cy="0"/>
          </a:xfrm>
          <a:prstGeom prst="line">
            <a:avLst/>
          </a:prstGeom>
          <a:solidFill>
            <a:srgbClr val="111C2D">
              <a:alpha val="0"/>
            </a:srgbClr>
          </a:solidFill>
          <a:ln w="9525">
            <a:solidFill>
              <a:srgbClr val="CBD5E1"/>
            </a:solidFill>
            <a:prstDash val="solid"/>
          </a:ln>
        </p:spPr>
        <p:txBody>
          <a:bodyPr/>
          <a:lstStyle/>
          <a:p>
            <a:endParaRPr lang="en-US"/>
          </a:p>
        </p:txBody>
      </p:sp>
      <p:sp>
        <p:nvSpPr>
          <p:cNvPr id="18" name="Text 16"/>
          <p:cNvSpPr/>
          <p:nvPr/>
        </p:nvSpPr>
        <p:spPr>
          <a:xfrm>
            <a:off x="1828754" y="8905875"/>
            <a:ext cx="5143372" cy="47625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800" b="1" dirty="0">
                <a:solidFill>
                  <a:srgbClr val="F1F5F9"/>
                </a:solidFill>
                <a:latin typeface="Aptos" pitchFamily="34" charset="0"/>
                <a:ea typeface="Arial" pitchFamily="34" charset="-122"/>
                <a:cs typeface="Arial" pitchFamily="34" charset="-120"/>
              </a:rPr>
              <a:t>Vínculos</a:t>
            </a:r>
            <a:endParaRPr lang="en-US" sz="3200" dirty="0"/>
          </a:p>
        </p:txBody>
      </p:sp>
      <p:sp>
        <p:nvSpPr>
          <p:cNvPr id="19" name="Text 17"/>
          <p:cNvSpPr/>
          <p:nvPr/>
        </p:nvSpPr>
        <p:spPr>
          <a:xfrm>
            <a:off x="6972126" y="8929689"/>
            <a:ext cx="11163020" cy="91440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700" dirty="0">
                <a:solidFill>
                  <a:srgbClr val="F1F5F9"/>
                </a:solidFill>
                <a:latin typeface="Aptos" pitchFamily="34" charset="0"/>
                <a:ea typeface="Arial" pitchFamily="34" charset="-122"/>
                <a:cs typeface="Arial" pitchFamily="34" charset="-120"/>
              </a:rPr>
              <a:t>associar_itens_marcador recebe até 100 IDs por chamada.</a:t>
            </a:r>
            <a:endParaRPr lang="en-US" sz="2700" dirty="0"/>
          </a:p>
        </p:txBody>
      </p:sp>
      <p:sp>
        <p:nvSpPr>
          <p:cNvPr id="20" name="Shape 18"/>
          <p:cNvSpPr/>
          <p:nvPr/>
        </p:nvSpPr>
        <p:spPr>
          <a:xfrm>
            <a:off x="1409664" y="9944101"/>
            <a:ext cx="17144572" cy="1581150"/>
          </a:xfrm>
          <a:prstGeom prst="rect">
            <a:avLst/>
          </a:prstGeom>
          <a:solidFill>
            <a:srgbClr val="223147"/>
          </a:solidFill>
          <a:ln w="12700">
            <a:solidFill>
              <a:srgbClr val="FFFFFF">
                <a:alpha val="0"/>
              </a:srgbClr>
            </a:solidFill>
            <a:prstDash val="solid"/>
          </a:ln>
        </p:spPr>
        <p:txBody>
          <a:bodyPr/>
          <a:lstStyle/>
          <a:p>
            <a:endParaRPr lang="en-US"/>
          </a:p>
        </p:txBody>
      </p:sp>
      <p:sp>
        <p:nvSpPr>
          <p:cNvPr id="21" name="Shape 19"/>
          <p:cNvSpPr/>
          <p:nvPr/>
        </p:nvSpPr>
        <p:spPr>
          <a:xfrm>
            <a:off x="1409664" y="11515726"/>
            <a:ext cx="17144572" cy="0"/>
          </a:xfrm>
          <a:prstGeom prst="line">
            <a:avLst/>
          </a:prstGeom>
          <a:solidFill>
            <a:srgbClr val="111C2D">
              <a:alpha val="0"/>
            </a:srgbClr>
          </a:solidFill>
          <a:ln w="9525">
            <a:solidFill>
              <a:srgbClr val="CBD5E1"/>
            </a:solidFill>
            <a:prstDash val="solid"/>
          </a:ln>
        </p:spPr>
        <p:txBody>
          <a:bodyPr/>
          <a:lstStyle/>
          <a:p>
            <a:endParaRPr lang="en-US"/>
          </a:p>
        </p:txBody>
      </p:sp>
      <p:sp>
        <p:nvSpPr>
          <p:cNvPr id="22" name="Text 20"/>
          <p:cNvSpPr/>
          <p:nvPr/>
        </p:nvSpPr>
        <p:spPr>
          <a:xfrm>
            <a:off x="1828754" y="10487027"/>
            <a:ext cx="5143372" cy="47625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800" b="1" dirty="0">
                <a:solidFill>
                  <a:srgbClr val="F1F5F9"/>
                </a:solidFill>
                <a:latin typeface="Aptos" pitchFamily="34" charset="0"/>
                <a:ea typeface="Arial" pitchFamily="34" charset="-122"/>
                <a:cs typeface="Arial" pitchFamily="34" charset="-120"/>
              </a:rPr>
              <a:t>Configuração</a:t>
            </a:r>
            <a:endParaRPr lang="en-US" sz="3200" dirty="0"/>
          </a:p>
        </p:txBody>
      </p:sp>
      <p:sp>
        <p:nvSpPr>
          <p:cNvPr id="23" name="Text 21"/>
          <p:cNvSpPr/>
          <p:nvPr/>
        </p:nvSpPr>
        <p:spPr>
          <a:xfrm>
            <a:off x="6972126" y="10510839"/>
            <a:ext cx="11163020" cy="91440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700" dirty="0">
                <a:solidFill>
                  <a:srgbClr val="F1F5F9"/>
                </a:solidFill>
                <a:latin typeface="Aptos" pitchFamily="34" charset="0"/>
                <a:ea typeface="Arial" pitchFamily="34" charset="-122"/>
                <a:cs typeface="Arial" pitchFamily="34" charset="-120"/>
              </a:rPr>
              <a:t>Caso fixo e escrita habilitada pelo operador.</a:t>
            </a:r>
            <a:endParaRPr lang="en-US" sz="2700" dirty="0"/>
          </a:p>
        </p:txBody>
      </p:sp>
      <p:sp>
        <p:nvSpPr>
          <p:cNvPr id="24" name="Text 22"/>
          <p:cNvSpPr/>
          <p:nvPr/>
        </p:nvSpPr>
        <p:spPr>
          <a:xfrm>
            <a:off x="1409664" y="12458701"/>
            <a:ext cx="17373600" cy="5943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400" dirty="0">
                <a:solidFill>
                  <a:srgbClr val="F1F5F9"/>
                </a:solidFill>
                <a:latin typeface="Aptos" pitchFamily="34" charset="0"/>
                <a:ea typeface="Arial" pitchFamily="34" charset="-122"/>
                <a:cs typeface="Arial" pitchFamily="34" charset="-120"/>
              </a:rPr>
              <a:t>Sete ferramentas. Criação e associação gravam o estado dos marcadores.</a:t>
            </a:r>
            <a:endParaRPr lang="en-US" sz="2600" dirty="0"/>
          </a:p>
        </p:txBody>
      </p:sp>
      <p:sp>
        <p:nvSpPr>
          <p:cNvPr id="25" name="TextBox 24"/>
          <p:cNvSpPr txBox="1"/>
          <p:nvPr/>
        </p:nvSpPr>
        <p:spPr>
          <a:xfrm>
            <a:off x="21214080" y="12344400"/>
            <a:ext cx="2286000" cy="502920"/>
          </a:xfrm>
          <a:prstGeom prst="rect">
            <a:avLst/>
          </a:prstGeom>
          <a:noFill/>
        </p:spPr>
        <p:txBody>
          <a:bodyPr wrap="none" lIns="0" tIns="0" rIns="0" bIns="0">
            <a:noAutofit/>
          </a:bodyPr>
          <a:lstStyle/>
          <a:p>
            <a:pPr>
              <a:lnSpc>
                <a:spcPct val="108000"/>
              </a:lnSpc>
              <a:spcBef>
                <a:spcPts val="0"/>
              </a:spcBef>
              <a:spcAft>
                <a:spcPts val="0"/>
              </a:spcAft>
            </a:pPr>
            <a:r>
              <a:rPr lang="en-US" sz="2200">
                <a:solidFill>
                  <a:srgbClr val="15243B"/>
                </a:solidFill>
                <a:latin typeface="Aptos"/>
              </a:rPr>
              <a:t>09 / 70</a:t>
            </a:r>
            <a:endParaRPr sz="2200">
              <a:solidFill>
                <a:srgbClr val="15243B"/>
              </a:solidFill>
              <a:latin typeface="Aptos"/>
            </a:endParaRP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hape 0"/>
          <p:cNvSpPr/>
          <p:nvPr/>
        </p:nvSpPr>
        <p:spPr>
          <a:xfrm>
            <a:off x="1" y="0"/>
            <a:ext cx="24383390" cy="13716000"/>
          </a:xfrm>
          <a:prstGeom prst="rect">
            <a:avLst/>
          </a:prstGeom>
          <a:solidFill>
            <a:srgbClr val="111C2D"/>
          </a:solidFill>
          <a:ln w="12700">
            <a:solidFill>
              <a:srgbClr val="FFFFFF">
                <a:alpha val="0"/>
              </a:srgbClr>
            </a:solidFill>
            <a:prstDash val="solid"/>
          </a:ln>
        </p:spPr>
        <p:txBody>
          <a:bodyPr/>
          <a:lstStyle/>
          <a:p>
            <a:endParaRPr lang="en-US"/>
          </a:p>
        </p:txBody>
      </p:sp>
      <p:sp>
        <p:nvSpPr>
          <p:cNvPr id="3" name="Shape 1"/>
          <p:cNvSpPr/>
          <p:nvPr/>
        </p:nvSpPr>
        <p:spPr>
          <a:xfrm>
            <a:off x="0" y="0"/>
            <a:ext cx="19811504" cy="1219200"/>
          </a:xfrm>
          <a:prstGeom prst="rect">
            <a:avLst/>
          </a:prstGeom>
          <a:solidFill>
            <a:srgbClr val="D9DCDF"/>
          </a:solidFill>
          <a:ln w="12700">
            <a:solidFill>
              <a:srgbClr val="FFFFFF">
                <a:alpha val="0"/>
              </a:srgbClr>
            </a:solidFill>
            <a:prstDash val="solid"/>
          </a:ln>
        </p:spPr>
        <p:txBody>
          <a:bodyPr/>
          <a:lstStyle/>
          <a:p>
            <a:endParaRPr lang="en-US"/>
          </a:p>
        </p:txBody>
      </p:sp>
      <p:sp>
        <p:nvSpPr>
          <p:cNvPr id="4" name="Shape 2"/>
          <p:cNvSpPr/>
          <p:nvPr/>
        </p:nvSpPr>
        <p:spPr>
          <a:xfrm>
            <a:off x="20382990" y="0"/>
            <a:ext cx="4000400" cy="13716000"/>
          </a:xfrm>
          <a:prstGeom prst="rect">
            <a:avLst/>
          </a:prstGeom>
          <a:solidFill>
            <a:srgbClr val="F9B000"/>
          </a:solidFill>
          <a:ln w="12700">
            <a:solidFill>
              <a:srgbClr val="FFFFFF">
                <a:alpha val="0"/>
              </a:srgbClr>
            </a:solidFill>
            <a:prstDash val="solid"/>
          </a:ln>
        </p:spPr>
        <p:txBody>
          <a:bodyPr/>
          <a:lstStyle/>
          <a:p>
            <a:endParaRPr lang="en-US"/>
          </a:p>
        </p:txBody>
      </p:sp>
      <p:sp>
        <p:nvSpPr>
          <p:cNvPr id="5" name="Text 3"/>
          <p:cNvSpPr/>
          <p:nvPr/>
        </p:nvSpPr>
        <p:spPr>
          <a:xfrm>
            <a:off x="1371567" y="1676401"/>
            <a:ext cx="17525562" cy="164592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5400" b="1" dirty="0">
                <a:solidFill>
                  <a:srgbClr val="68BDF4"/>
                </a:solidFill>
                <a:latin typeface="Aptos Display" pitchFamily="34" charset="0"/>
                <a:ea typeface="Arial" pitchFamily="34" charset="-122"/>
                <a:cs typeface="Arial" pitchFamily="34" charset="-120"/>
              </a:rPr>
              <a:t>Contrato de uma consulta</a:t>
            </a:r>
            <a:endParaRPr lang="en-US" sz="5700" dirty="0"/>
          </a:p>
        </p:txBody>
      </p:sp>
      <p:sp>
        <p:nvSpPr>
          <p:cNvPr id="6" name="Shape 4"/>
          <p:cNvSpPr/>
          <p:nvPr/>
        </p:nvSpPr>
        <p:spPr>
          <a:xfrm>
            <a:off x="1409665" y="3524250"/>
            <a:ext cx="12115800" cy="7810500"/>
          </a:xfrm>
          <a:prstGeom prst="rect">
            <a:avLst/>
          </a:prstGeom>
          <a:solidFill>
            <a:srgbClr val="0B2D5C"/>
          </a:solidFill>
          <a:ln w="12700">
            <a:solidFill>
              <a:srgbClr val="FFFFFF">
                <a:alpha val="0"/>
              </a:srgbClr>
            </a:solidFill>
            <a:prstDash val="solid"/>
          </a:ln>
        </p:spPr>
        <p:txBody>
          <a:bodyPr/>
          <a:lstStyle/>
          <a:p>
            <a:endParaRPr lang="en-US"/>
          </a:p>
        </p:txBody>
      </p:sp>
      <p:sp>
        <p:nvSpPr>
          <p:cNvPr id="7" name="Text 5"/>
          <p:cNvSpPr/>
          <p:nvPr/>
        </p:nvSpPr>
        <p:spPr>
          <a:xfrm>
            <a:off x="1783080" y="3767328"/>
            <a:ext cx="11567160" cy="7406640"/>
          </a:xfrm>
          <a:prstGeom prst="rect">
            <a:avLst/>
          </a:prstGeom>
          <a:noFill/>
          <a:ln/>
        </p:spPr>
        <p:txBody>
          <a:bodyPr wrap="non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a:t>
            </a:r>
            <a:endParaRPr lang="en-US" sz="2600" dirty="0">
              <a:solidFill>
                <a:srgbClr val="F1F5F9"/>
              </a:solidFill>
              <a:latin typeface="Consolas" pitchFamily="34" charset="0"/>
              <a:ea typeface="Consolas" pitchFamily="34" charset="-122"/>
              <a:cs typeface="Consolas" pitchFamily="34" charset="-120"/>
            </a:endParaRP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"name": "buscar_itens",</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"arguments": {</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"query": "*:*",</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"categoria": "PDF Documents",</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"offset": 0,</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"limit": 20</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a:t>
            </a:r>
          </a:p>
        </p:txBody>
      </p:sp>
      <p:sp>
        <p:nvSpPr>
          <p:cNvPr id="8" name="Shape 6"/>
          <p:cNvSpPr/>
          <p:nvPr/>
        </p:nvSpPr>
        <p:spPr>
          <a:xfrm>
            <a:off x="13620410" y="3524250"/>
            <a:ext cx="4952876" cy="1484412"/>
          </a:xfrm>
          <a:prstGeom prst="rect">
            <a:avLst/>
          </a:prstGeom>
          <a:solidFill>
            <a:srgbClr val="223147"/>
          </a:solidFill>
          <a:ln w="12700">
            <a:solidFill>
              <a:srgbClr val="FFFFFF">
                <a:alpha val="0"/>
              </a:srgbClr>
            </a:solidFill>
            <a:prstDash val="solid"/>
          </a:ln>
        </p:spPr>
        <p:txBody>
          <a:bodyPr/>
          <a:lstStyle/>
          <a:p>
            <a:endParaRPr lang="en-US"/>
          </a:p>
        </p:txBody>
      </p:sp>
      <p:sp>
        <p:nvSpPr>
          <p:cNvPr id="9" name="Shape 7"/>
          <p:cNvSpPr/>
          <p:nvPr/>
        </p:nvSpPr>
        <p:spPr>
          <a:xfrm>
            <a:off x="13687082" y="3524250"/>
            <a:ext cx="0" cy="1484412"/>
          </a:xfrm>
          <a:prstGeom prst="line">
            <a:avLst/>
          </a:prstGeom>
          <a:solidFill>
            <a:srgbClr val="111C2D">
              <a:alpha val="0"/>
            </a:srgbClr>
          </a:solidFill>
          <a:ln w="66675">
            <a:solidFill>
              <a:srgbClr val="F9B000"/>
            </a:solidFill>
            <a:prstDash val="solid"/>
          </a:ln>
        </p:spPr>
        <p:txBody>
          <a:bodyPr/>
          <a:lstStyle/>
          <a:p>
            <a:endParaRPr lang="en-US"/>
          </a:p>
        </p:txBody>
      </p:sp>
      <p:sp>
        <p:nvSpPr>
          <p:cNvPr id="10" name="Text 8"/>
          <p:cNvSpPr/>
          <p:nvPr/>
        </p:nvSpPr>
        <p:spPr>
          <a:xfrm>
            <a:off x="14096649" y="3867150"/>
            <a:ext cx="4133746" cy="41910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700" b="1" dirty="0">
                <a:solidFill>
                  <a:srgbClr val="F1F5F9"/>
                </a:solidFill>
                <a:latin typeface="Aptos" pitchFamily="34" charset="0"/>
                <a:ea typeface="Arial" pitchFamily="34" charset="-122"/>
                <a:cs typeface="Arial" pitchFamily="34" charset="-120"/>
              </a:rPr>
              <a:t>Consulta</a:t>
            </a:r>
            <a:endParaRPr lang="en-US" sz="2900" dirty="0"/>
          </a:p>
        </p:txBody>
      </p:sp>
      <p:sp>
        <p:nvSpPr>
          <p:cNvPr id="11" name="Text 9"/>
          <p:cNvSpPr/>
          <p:nvPr/>
        </p:nvSpPr>
        <p:spPr>
          <a:xfrm>
            <a:off x="14096649" y="4286250"/>
            <a:ext cx="4133746" cy="8229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300" dirty="0">
                <a:solidFill>
                  <a:srgbClr val="F1F5F9"/>
                </a:solidFill>
                <a:latin typeface="Aptos" pitchFamily="34" charset="0"/>
                <a:ea typeface="Arial" pitchFamily="34" charset="-122"/>
                <a:cs typeface="Arial" pitchFamily="34" charset="-120"/>
              </a:rPr>
              <a:t>Sintaxe interpretada pelo IPED.</a:t>
            </a:r>
            <a:endParaRPr lang="en-US" sz="2300" dirty="0"/>
          </a:p>
        </p:txBody>
      </p:sp>
      <p:sp>
        <p:nvSpPr>
          <p:cNvPr id="12" name="Shape 10"/>
          <p:cNvSpPr/>
          <p:nvPr/>
        </p:nvSpPr>
        <p:spPr>
          <a:xfrm>
            <a:off x="13620410" y="5313462"/>
            <a:ext cx="4952876" cy="1484412"/>
          </a:xfrm>
          <a:prstGeom prst="rect">
            <a:avLst/>
          </a:prstGeom>
          <a:solidFill>
            <a:srgbClr val="223147"/>
          </a:solidFill>
          <a:ln w="12700">
            <a:solidFill>
              <a:srgbClr val="FFFFFF">
                <a:alpha val="0"/>
              </a:srgbClr>
            </a:solidFill>
            <a:prstDash val="solid"/>
          </a:ln>
        </p:spPr>
        <p:txBody>
          <a:bodyPr/>
          <a:lstStyle/>
          <a:p>
            <a:endParaRPr lang="en-US"/>
          </a:p>
        </p:txBody>
      </p:sp>
      <p:sp>
        <p:nvSpPr>
          <p:cNvPr id="13" name="Shape 11"/>
          <p:cNvSpPr/>
          <p:nvPr/>
        </p:nvSpPr>
        <p:spPr>
          <a:xfrm>
            <a:off x="13687082" y="5313462"/>
            <a:ext cx="0" cy="1484412"/>
          </a:xfrm>
          <a:prstGeom prst="line">
            <a:avLst/>
          </a:prstGeom>
          <a:solidFill>
            <a:srgbClr val="111C2D">
              <a:alpha val="0"/>
            </a:srgbClr>
          </a:solidFill>
          <a:ln w="66675">
            <a:solidFill>
              <a:srgbClr val="F9B000"/>
            </a:solidFill>
            <a:prstDash val="solid"/>
          </a:ln>
        </p:spPr>
        <p:txBody>
          <a:bodyPr/>
          <a:lstStyle/>
          <a:p>
            <a:endParaRPr lang="en-US"/>
          </a:p>
        </p:txBody>
      </p:sp>
      <p:sp>
        <p:nvSpPr>
          <p:cNvPr id="14" name="Text 12"/>
          <p:cNvSpPr/>
          <p:nvPr/>
        </p:nvSpPr>
        <p:spPr>
          <a:xfrm>
            <a:off x="14096649" y="5656362"/>
            <a:ext cx="4133746" cy="41910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700" b="1" dirty="0">
                <a:solidFill>
                  <a:srgbClr val="F1F5F9"/>
                </a:solidFill>
                <a:latin typeface="Aptos" pitchFamily="34" charset="0"/>
                <a:ea typeface="Arial" pitchFamily="34" charset="-122"/>
                <a:cs typeface="Arial" pitchFamily="34" charset="-120"/>
              </a:rPr>
              <a:t>Categoria</a:t>
            </a:r>
            <a:endParaRPr lang="en-US" sz="2900" dirty="0"/>
          </a:p>
        </p:txBody>
      </p:sp>
      <p:sp>
        <p:nvSpPr>
          <p:cNvPr id="15" name="Text 13"/>
          <p:cNvSpPr/>
          <p:nvPr/>
        </p:nvSpPr>
        <p:spPr>
          <a:xfrm>
            <a:off x="14096649" y="6075462"/>
            <a:ext cx="4133746" cy="8229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300" dirty="0">
                <a:solidFill>
                  <a:srgbClr val="F1F5F9"/>
                </a:solidFill>
                <a:latin typeface="Aptos" pitchFamily="34" charset="0"/>
                <a:ea typeface="Arial" pitchFamily="34" charset="-122"/>
                <a:cs typeface="Arial" pitchFamily="34" charset="-120"/>
              </a:rPr>
              <a:t>Opcional. Usar name de caso_info.</a:t>
            </a:r>
            <a:endParaRPr lang="en-US" sz="2300" dirty="0"/>
          </a:p>
        </p:txBody>
      </p:sp>
      <p:sp>
        <p:nvSpPr>
          <p:cNvPr id="16" name="Shape 14"/>
          <p:cNvSpPr/>
          <p:nvPr/>
        </p:nvSpPr>
        <p:spPr>
          <a:xfrm>
            <a:off x="13620410" y="7102674"/>
            <a:ext cx="4952876" cy="1484412"/>
          </a:xfrm>
          <a:prstGeom prst="rect">
            <a:avLst/>
          </a:prstGeom>
          <a:solidFill>
            <a:srgbClr val="223147"/>
          </a:solidFill>
          <a:ln w="12700">
            <a:solidFill>
              <a:srgbClr val="FFFFFF">
                <a:alpha val="0"/>
              </a:srgbClr>
            </a:solidFill>
            <a:prstDash val="solid"/>
          </a:ln>
        </p:spPr>
        <p:txBody>
          <a:bodyPr/>
          <a:lstStyle/>
          <a:p>
            <a:endParaRPr lang="en-US"/>
          </a:p>
        </p:txBody>
      </p:sp>
      <p:sp>
        <p:nvSpPr>
          <p:cNvPr id="17" name="Shape 15"/>
          <p:cNvSpPr/>
          <p:nvPr/>
        </p:nvSpPr>
        <p:spPr>
          <a:xfrm>
            <a:off x="13687082" y="7102674"/>
            <a:ext cx="0" cy="1484412"/>
          </a:xfrm>
          <a:prstGeom prst="line">
            <a:avLst/>
          </a:prstGeom>
          <a:solidFill>
            <a:srgbClr val="111C2D">
              <a:alpha val="0"/>
            </a:srgbClr>
          </a:solidFill>
          <a:ln w="66675">
            <a:solidFill>
              <a:srgbClr val="F9B000"/>
            </a:solidFill>
            <a:prstDash val="solid"/>
          </a:ln>
        </p:spPr>
        <p:txBody>
          <a:bodyPr/>
          <a:lstStyle/>
          <a:p>
            <a:endParaRPr lang="en-US"/>
          </a:p>
        </p:txBody>
      </p:sp>
      <p:sp>
        <p:nvSpPr>
          <p:cNvPr id="18" name="Text 16"/>
          <p:cNvSpPr/>
          <p:nvPr/>
        </p:nvSpPr>
        <p:spPr>
          <a:xfrm>
            <a:off x="14096649" y="7445574"/>
            <a:ext cx="4133746" cy="41910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700" b="1" dirty="0">
                <a:solidFill>
                  <a:srgbClr val="F1F5F9"/>
                </a:solidFill>
                <a:latin typeface="Aptos" pitchFamily="34" charset="0"/>
                <a:ea typeface="Arial" pitchFamily="34" charset="-122"/>
                <a:cs typeface="Arial" pitchFamily="34" charset="-120"/>
              </a:rPr>
              <a:t>Página</a:t>
            </a:r>
            <a:endParaRPr lang="en-US" sz="2900" dirty="0"/>
          </a:p>
        </p:txBody>
      </p:sp>
      <p:sp>
        <p:nvSpPr>
          <p:cNvPr id="19" name="Text 17"/>
          <p:cNvSpPr/>
          <p:nvPr/>
        </p:nvSpPr>
        <p:spPr>
          <a:xfrm>
            <a:off x="14096649" y="7864674"/>
            <a:ext cx="4133746" cy="8229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300" dirty="0">
                <a:solidFill>
                  <a:srgbClr val="F1F5F9"/>
                </a:solidFill>
                <a:latin typeface="Aptos" pitchFamily="34" charset="0"/>
                <a:ea typeface="Arial" pitchFamily="34" charset="-122"/>
                <a:cs typeface="Arial" pitchFamily="34" charset="-120"/>
              </a:rPr>
              <a:t>Limite de 1 a 50 itens.</a:t>
            </a:r>
            <a:endParaRPr lang="en-US" sz="2300" dirty="0"/>
          </a:p>
        </p:txBody>
      </p:sp>
      <p:sp>
        <p:nvSpPr>
          <p:cNvPr id="20" name="Shape 18"/>
          <p:cNvSpPr/>
          <p:nvPr/>
        </p:nvSpPr>
        <p:spPr>
          <a:xfrm>
            <a:off x="13620410" y="8891886"/>
            <a:ext cx="4952876" cy="1484412"/>
          </a:xfrm>
          <a:prstGeom prst="rect">
            <a:avLst/>
          </a:prstGeom>
          <a:solidFill>
            <a:srgbClr val="223147"/>
          </a:solidFill>
          <a:ln w="12700">
            <a:solidFill>
              <a:srgbClr val="FFFFFF">
                <a:alpha val="0"/>
              </a:srgbClr>
            </a:solidFill>
            <a:prstDash val="solid"/>
          </a:ln>
        </p:spPr>
        <p:txBody>
          <a:bodyPr/>
          <a:lstStyle/>
          <a:p>
            <a:endParaRPr lang="en-US"/>
          </a:p>
        </p:txBody>
      </p:sp>
      <p:sp>
        <p:nvSpPr>
          <p:cNvPr id="21" name="Shape 19"/>
          <p:cNvSpPr/>
          <p:nvPr/>
        </p:nvSpPr>
        <p:spPr>
          <a:xfrm>
            <a:off x="13687082" y="8891886"/>
            <a:ext cx="0" cy="1484412"/>
          </a:xfrm>
          <a:prstGeom prst="line">
            <a:avLst/>
          </a:prstGeom>
          <a:solidFill>
            <a:srgbClr val="111C2D">
              <a:alpha val="0"/>
            </a:srgbClr>
          </a:solidFill>
          <a:ln w="66675">
            <a:solidFill>
              <a:srgbClr val="F9B000"/>
            </a:solidFill>
            <a:prstDash val="solid"/>
          </a:ln>
        </p:spPr>
        <p:txBody>
          <a:bodyPr/>
          <a:lstStyle/>
          <a:p>
            <a:endParaRPr lang="en-US"/>
          </a:p>
        </p:txBody>
      </p:sp>
      <p:sp>
        <p:nvSpPr>
          <p:cNvPr id="22" name="Text 20"/>
          <p:cNvSpPr/>
          <p:nvPr/>
        </p:nvSpPr>
        <p:spPr>
          <a:xfrm>
            <a:off x="14096649" y="9234786"/>
            <a:ext cx="4133746" cy="41910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700" b="1" dirty="0">
                <a:solidFill>
                  <a:srgbClr val="F1F5F9"/>
                </a:solidFill>
                <a:latin typeface="Aptos" pitchFamily="34" charset="0"/>
                <a:ea typeface="Arial" pitchFamily="34" charset="-122"/>
                <a:cs typeface="Arial" pitchFamily="34" charset="-120"/>
              </a:rPr>
              <a:t>Referência</a:t>
            </a:r>
            <a:endParaRPr lang="en-US" sz="2900" dirty="0"/>
          </a:p>
        </p:txBody>
      </p:sp>
      <p:sp>
        <p:nvSpPr>
          <p:cNvPr id="23" name="Text 21"/>
          <p:cNvSpPr/>
          <p:nvPr/>
        </p:nvSpPr>
        <p:spPr>
          <a:xfrm>
            <a:off x="14096649" y="9653886"/>
            <a:ext cx="4133746" cy="8229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300" dirty="0">
                <a:solidFill>
                  <a:srgbClr val="F1F5F9"/>
                </a:solidFill>
                <a:latin typeface="Aptos" pitchFamily="34" charset="0"/>
                <a:ea typeface="Arial" pitchFamily="34" charset="-122"/>
                <a:cs typeface="Arial" pitchFamily="34" charset="-120"/>
              </a:rPr>
              <a:t>IDs pertencem ao caso consultado.</a:t>
            </a:r>
            <a:endParaRPr lang="en-US" sz="2300" dirty="0"/>
          </a:p>
        </p:txBody>
      </p:sp>
      <p:sp>
        <p:nvSpPr>
          <p:cNvPr id="24" name="Text 22"/>
          <p:cNvSpPr/>
          <p:nvPr/>
        </p:nvSpPr>
        <p:spPr>
          <a:xfrm>
            <a:off x="1409665" y="12687300"/>
            <a:ext cx="17373600" cy="5943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400" dirty="0">
                <a:solidFill>
                  <a:srgbClr val="F1F5F9"/>
                </a:solidFill>
                <a:latin typeface="Aptos" pitchFamily="34" charset="0"/>
                <a:ea typeface="Arial" pitchFamily="34" charset="-122"/>
                <a:cs typeface="Arial" pitchFamily="34" charset="-120"/>
              </a:rPr>
              <a:t>A consulta e o filtro de categoria precisam corresponder ao mesmo item.</a:t>
            </a:r>
            <a:endParaRPr lang="en-US" sz="2100" dirty="0"/>
          </a:p>
        </p:txBody>
      </p:sp>
      <p:sp>
        <p:nvSpPr>
          <p:cNvPr id="25" name="TextBox 24"/>
          <p:cNvSpPr txBox="1"/>
          <p:nvPr/>
        </p:nvSpPr>
        <p:spPr>
          <a:xfrm>
            <a:off x="21214080" y="12344400"/>
            <a:ext cx="2286000" cy="502920"/>
          </a:xfrm>
          <a:prstGeom prst="rect">
            <a:avLst/>
          </a:prstGeom>
          <a:noFill/>
        </p:spPr>
        <p:txBody>
          <a:bodyPr wrap="none" lIns="0" tIns="0" rIns="0" bIns="0">
            <a:noAutofit/>
          </a:bodyPr>
          <a:lstStyle/>
          <a:p>
            <a:pPr>
              <a:lnSpc>
                <a:spcPct val="108000"/>
              </a:lnSpc>
              <a:spcBef>
                <a:spcPts val="0"/>
              </a:spcBef>
              <a:spcAft>
                <a:spcPts val="0"/>
              </a:spcAft>
            </a:pPr>
            <a:r>
              <a:rPr lang="en-US" sz="2200">
                <a:solidFill>
                  <a:srgbClr val="15243B"/>
                </a:solidFill>
                <a:latin typeface="Aptos"/>
              </a:rPr>
              <a:t>10 / 70</a:t>
            </a:r>
            <a:endParaRPr sz="2200">
              <a:solidFill>
                <a:srgbClr val="15243B"/>
              </a:solidFill>
              <a:latin typeface="Aptos"/>
            </a:endParaRP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hape 0"/>
          <p:cNvSpPr/>
          <p:nvPr/>
        </p:nvSpPr>
        <p:spPr>
          <a:xfrm>
            <a:off x="1" y="0"/>
            <a:ext cx="24383390" cy="13716000"/>
          </a:xfrm>
          <a:prstGeom prst="rect">
            <a:avLst/>
          </a:prstGeom>
          <a:solidFill>
            <a:srgbClr val="111C2D"/>
          </a:solidFill>
          <a:ln w="12700">
            <a:solidFill>
              <a:srgbClr val="FFFFFF">
                <a:alpha val="0"/>
              </a:srgbClr>
            </a:solidFill>
            <a:prstDash val="solid"/>
          </a:ln>
        </p:spPr>
        <p:txBody>
          <a:bodyPr/>
          <a:lstStyle/>
          <a:p>
            <a:endParaRPr lang="en-US"/>
          </a:p>
        </p:txBody>
      </p:sp>
      <p:sp>
        <p:nvSpPr>
          <p:cNvPr id="3" name="Shape 1"/>
          <p:cNvSpPr/>
          <p:nvPr/>
        </p:nvSpPr>
        <p:spPr>
          <a:xfrm>
            <a:off x="0" y="0"/>
            <a:ext cx="19811504" cy="1219200"/>
          </a:xfrm>
          <a:prstGeom prst="rect">
            <a:avLst/>
          </a:prstGeom>
          <a:solidFill>
            <a:srgbClr val="D9DCDF"/>
          </a:solidFill>
          <a:ln w="12700">
            <a:solidFill>
              <a:srgbClr val="FFFFFF">
                <a:alpha val="0"/>
              </a:srgbClr>
            </a:solidFill>
            <a:prstDash val="solid"/>
          </a:ln>
        </p:spPr>
        <p:txBody>
          <a:bodyPr/>
          <a:lstStyle/>
          <a:p>
            <a:endParaRPr lang="en-US"/>
          </a:p>
        </p:txBody>
      </p:sp>
      <p:sp>
        <p:nvSpPr>
          <p:cNvPr id="4" name="Shape 2"/>
          <p:cNvSpPr/>
          <p:nvPr/>
        </p:nvSpPr>
        <p:spPr>
          <a:xfrm>
            <a:off x="20382990" y="0"/>
            <a:ext cx="4000400" cy="13716000"/>
          </a:xfrm>
          <a:prstGeom prst="rect">
            <a:avLst/>
          </a:prstGeom>
          <a:solidFill>
            <a:srgbClr val="F9B000"/>
          </a:solidFill>
          <a:ln w="12700">
            <a:solidFill>
              <a:srgbClr val="FFFFFF">
                <a:alpha val="0"/>
              </a:srgbClr>
            </a:solidFill>
            <a:prstDash val="solid"/>
          </a:ln>
        </p:spPr>
        <p:txBody>
          <a:bodyPr/>
          <a:lstStyle/>
          <a:p>
            <a:endParaRPr lang="en-US"/>
          </a:p>
        </p:txBody>
      </p:sp>
      <p:sp>
        <p:nvSpPr>
          <p:cNvPr id="5" name="Text 3"/>
          <p:cNvSpPr/>
          <p:nvPr/>
        </p:nvSpPr>
        <p:spPr>
          <a:xfrm>
            <a:off x="1371567" y="1676400"/>
            <a:ext cx="17525562" cy="164592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5400" b="1" dirty="0">
                <a:solidFill>
                  <a:srgbClr val="68BDF4"/>
                </a:solidFill>
                <a:latin typeface="Aptos Display" pitchFamily="34" charset="0"/>
                <a:ea typeface="Arial" pitchFamily="34" charset="-122"/>
                <a:cs typeface="Arial" pitchFamily="34" charset="-120"/>
              </a:rPr>
              <a:t>Identidade e cópia de trabalho</a:t>
            </a:r>
            <a:endParaRPr lang="en-US" sz="5600" dirty="0"/>
          </a:p>
        </p:txBody>
      </p:sp>
      <p:sp>
        <p:nvSpPr>
          <p:cNvPr id="6" name="Shape 4"/>
          <p:cNvSpPr/>
          <p:nvPr/>
        </p:nvSpPr>
        <p:spPr>
          <a:xfrm>
            <a:off x="1409664" y="3619500"/>
            <a:ext cx="8400840" cy="3543300"/>
          </a:xfrm>
          <a:prstGeom prst="rect">
            <a:avLst/>
          </a:prstGeom>
          <a:solidFill>
            <a:srgbClr val="223147"/>
          </a:solidFill>
          <a:ln w="12700">
            <a:solidFill>
              <a:srgbClr val="FFFFFF">
                <a:alpha val="0"/>
              </a:srgbClr>
            </a:solidFill>
            <a:prstDash val="solid"/>
          </a:ln>
        </p:spPr>
        <p:txBody>
          <a:bodyPr/>
          <a:lstStyle/>
          <a:p>
            <a:endParaRPr lang="en-US"/>
          </a:p>
        </p:txBody>
      </p:sp>
      <p:sp>
        <p:nvSpPr>
          <p:cNvPr id="7" name="Shape 5"/>
          <p:cNvSpPr/>
          <p:nvPr/>
        </p:nvSpPr>
        <p:spPr>
          <a:xfrm>
            <a:off x="1476338" y="3619500"/>
            <a:ext cx="0" cy="3543300"/>
          </a:xfrm>
          <a:prstGeom prst="line">
            <a:avLst/>
          </a:prstGeom>
          <a:solidFill>
            <a:srgbClr val="111C2D">
              <a:alpha val="0"/>
            </a:srgbClr>
          </a:solidFill>
          <a:ln w="66675">
            <a:solidFill>
              <a:srgbClr val="0B6FBD"/>
            </a:solidFill>
            <a:prstDash val="solid"/>
          </a:ln>
        </p:spPr>
        <p:txBody>
          <a:bodyPr/>
          <a:lstStyle/>
          <a:p>
            <a:endParaRPr lang="en-US"/>
          </a:p>
        </p:txBody>
      </p:sp>
      <p:sp>
        <p:nvSpPr>
          <p:cNvPr id="8" name="Text 6"/>
          <p:cNvSpPr/>
          <p:nvPr/>
        </p:nvSpPr>
        <p:spPr>
          <a:xfrm>
            <a:off x="2000200" y="4076701"/>
            <a:ext cx="7353116" cy="51435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3200" b="1" dirty="0">
                <a:solidFill>
                  <a:srgbClr val="F1F5F9"/>
                </a:solidFill>
                <a:latin typeface="Aptos" pitchFamily="34" charset="0"/>
                <a:ea typeface="Arial" pitchFamily="34" charset="-122"/>
                <a:cs typeface="Arial" pitchFamily="34" charset="-120"/>
              </a:rPr>
              <a:t>Caso fixo</a:t>
            </a:r>
            <a:endParaRPr lang="en-US" sz="3500" dirty="0"/>
          </a:p>
        </p:txBody>
      </p:sp>
      <p:sp>
        <p:nvSpPr>
          <p:cNvPr id="9" name="Text 7"/>
          <p:cNvSpPr/>
          <p:nvPr/>
        </p:nvSpPr>
        <p:spPr>
          <a:xfrm>
            <a:off x="2000200" y="4591051"/>
            <a:ext cx="7353116" cy="19659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800" dirty="0">
                <a:solidFill>
                  <a:srgbClr val="F1F5F9"/>
                </a:solidFill>
                <a:latin typeface="Aptos" pitchFamily="34" charset="0"/>
                <a:ea typeface="Arial" pitchFamily="34" charset="-122"/>
                <a:cs typeface="Arial" pitchFamily="34" charset="-120"/>
              </a:rPr>
              <a:t>IPED_CASE aponta para uma única raiz processada.</a:t>
            </a:r>
            <a:endParaRPr lang="en-US" sz="2700" dirty="0"/>
          </a:p>
        </p:txBody>
      </p:sp>
      <p:sp>
        <p:nvSpPr>
          <p:cNvPr id="10" name="Shape 8"/>
          <p:cNvSpPr/>
          <p:nvPr/>
        </p:nvSpPr>
        <p:spPr>
          <a:xfrm>
            <a:off x="10153396" y="3619500"/>
            <a:ext cx="8400840" cy="3543300"/>
          </a:xfrm>
          <a:prstGeom prst="rect">
            <a:avLst/>
          </a:prstGeom>
          <a:solidFill>
            <a:srgbClr val="223147"/>
          </a:solidFill>
          <a:ln w="12700">
            <a:solidFill>
              <a:srgbClr val="FFFFFF">
                <a:alpha val="0"/>
              </a:srgbClr>
            </a:solidFill>
            <a:prstDash val="solid"/>
          </a:ln>
        </p:spPr>
        <p:txBody>
          <a:bodyPr/>
          <a:lstStyle/>
          <a:p>
            <a:endParaRPr lang="en-US"/>
          </a:p>
        </p:txBody>
      </p:sp>
      <p:sp>
        <p:nvSpPr>
          <p:cNvPr id="11" name="Shape 9"/>
          <p:cNvSpPr/>
          <p:nvPr/>
        </p:nvSpPr>
        <p:spPr>
          <a:xfrm>
            <a:off x="10220070" y="3619500"/>
            <a:ext cx="0" cy="3543300"/>
          </a:xfrm>
          <a:prstGeom prst="line">
            <a:avLst/>
          </a:prstGeom>
          <a:solidFill>
            <a:srgbClr val="111C2D">
              <a:alpha val="0"/>
            </a:srgbClr>
          </a:solidFill>
          <a:ln w="66675">
            <a:solidFill>
              <a:srgbClr val="0B6FBD"/>
            </a:solidFill>
            <a:prstDash val="solid"/>
          </a:ln>
        </p:spPr>
        <p:txBody>
          <a:bodyPr/>
          <a:lstStyle/>
          <a:p>
            <a:endParaRPr lang="en-US"/>
          </a:p>
        </p:txBody>
      </p:sp>
      <p:sp>
        <p:nvSpPr>
          <p:cNvPr id="12" name="Text 10"/>
          <p:cNvSpPr/>
          <p:nvPr/>
        </p:nvSpPr>
        <p:spPr>
          <a:xfrm>
            <a:off x="10743932" y="4076701"/>
            <a:ext cx="7353116" cy="51435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3200" b="1" dirty="0">
                <a:solidFill>
                  <a:srgbClr val="F1F5F9"/>
                </a:solidFill>
                <a:latin typeface="Aptos" pitchFamily="34" charset="0"/>
                <a:ea typeface="Arial" pitchFamily="34" charset="-122"/>
                <a:cs typeface="Arial" pitchFamily="34" charset="-120"/>
              </a:rPr>
              <a:t>Identificação</a:t>
            </a:r>
            <a:endParaRPr lang="en-US" sz="3500" dirty="0"/>
          </a:p>
        </p:txBody>
      </p:sp>
      <p:sp>
        <p:nvSpPr>
          <p:cNvPr id="13" name="Text 11"/>
          <p:cNvSpPr/>
          <p:nvPr/>
        </p:nvSpPr>
        <p:spPr>
          <a:xfrm>
            <a:off x="10743932" y="4591051"/>
            <a:ext cx="7353116" cy="19659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800" dirty="0">
                <a:solidFill>
                  <a:srgbClr val="F1F5F9"/>
                </a:solidFill>
                <a:latin typeface="Aptos" pitchFamily="34" charset="0"/>
                <a:ea typeface="Arial" pitchFamily="34" charset="-122"/>
                <a:cs typeface="Arial" pitchFamily="34" charset="-120"/>
              </a:rPr>
              <a:t>Rótulo do caso, versão e sessão acompanham os resultados.</a:t>
            </a:r>
            <a:endParaRPr lang="en-US" sz="2700" dirty="0"/>
          </a:p>
        </p:txBody>
      </p:sp>
      <p:sp>
        <p:nvSpPr>
          <p:cNvPr id="14" name="Shape 12"/>
          <p:cNvSpPr/>
          <p:nvPr/>
        </p:nvSpPr>
        <p:spPr>
          <a:xfrm>
            <a:off x="1409664" y="7505700"/>
            <a:ext cx="8400840" cy="3543300"/>
          </a:xfrm>
          <a:prstGeom prst="rect">
            <a:avLst/>
          </a:prstGeom>
          <a:solidFill>
            <a:srgbClr val="223147"/>
          </a:solidFill>
          <a:ln w="12700">
            <a:solidFill>
              <a:srgbClr val="FFFFFF">
                <a:alpha val="0"/>
              </a:srgbClr>
            </a:solidFill>
            <a:prstDash val="solid"/>
          </a:ln>
        </p:spPr>
        <p:txBody>
          <a:bodyPr/>
          <a:lstStyle/>
          <a:p>
            <a:endParaRPr lang="en-US"/>
          </a:p>
        </p:txBody>
      </p:sp>
      <p:sp>
        <p:nvSpPr>
          <p:cNvPr id="15" name="Shape 13"/>
          <p:cNvSpPr/>
          <p:nvPr/>
        </p:nvSpPr>
        <p:spPr>
          <a:xfrm>
            <a:off x="1476338" y="7505700"/>
            <a:ext cx="0" cy="3543300"/>
          </a:xfrm>
          <a:prstGeom prst="line">
            <a:avLst/>
          </a:prstGeom>
          <a:solidFill>
            <a:srgbClr val="111C2D">
              <a:alpha val="0"/>
            </a:srgbClr>
          </a:solidFill>
          <a:ln w="66675">
            <a:solidFill>
              <a:srgbClr val="F9B000"/>
            </a:solidFill>
            <a:prstDash val="solid"/>
          </a:ln>
        </p:spPr>
        <p:txBody>
          <a:bodyPr/>
          <a:lstStyle/>
          <a:p>
            <a:endParaRPr lang="en-US"/>
          </a:p>
        </p:txBody>
      </p:sp>
      <p:sp>
        <p:nvSpPr>
          <p:cNvPr id="16" name="Text 14"/>
          <p:cNvSpPr/>
          <p:nvPr/>
        </p:nvSpPr>
        <p:spPr>
          <a:xfrm>
            <a:off x="2000200" y="7962901"/>
            <a:ext cx="7353116" cy="51435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3200" b="1" dirty="0">
                <a:solidFill>
                  <a:srgbClr val="F1F5F9"/>
                </a:solidFill>
                <a:latin typeface="Aptos" pitchFamily="34" charset="0"/>
                <a:ea typeface="Arial" pitchFamily="34" charset="-122"/>
                <a:cs typeface="Arial" pitchFamily="34" charset="-120"/>
              </a:rPr>
              <a:t>Cópia de análise</a:t>
            </a:r>
            <a:endParaRPr lang="en-US" sz="3500" dirty="0"/>
          </a:p>
        </p:txBody>
      </p:sp>
      <p:sp>
        <p:nvSpPr>
          <p:cNvPr id="17" name="Text 15"/>
          <p:cNvSpPr/>
          <p:nvPr/>
        </p:nvSpPr>
        <p:spPr>
          <a:xfrm>
            <a:off x="2000200" y="8477251"/>
            <a:ext cx="7353116" cy="19659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800" dirty="0">
                <a:solidFill>
                  <a:srgbClr val="F1F5F9"/>
                </a:solidFill>
                <a:latin typeface="Aptos" pitchFamily="34" charset="0"/>
                <a:ea typeface="Arial" pitchFamily="34" charset="-122"/>
                <a:cs typeface="Arial" pitchFamily="34" charset="-120"/>
              </a:rPr>
              <a:t>Usar dados sintéticos e preservar as fontes referenciadas.</a:t>
            </a:r>
            <a:endParaRPr lang="en-US" sz="2700" dirty="0"/>
          </a:p>
        </p:txBody>
      </p:sp>
      <p:sp>
        <p:nvSpPr>
          <p:cNvPr id="18" name="Shape 16"/>
          <p:cNvSpPr/>
          <p:nvPr/>
        </p:nvSpPr>
        <p:spPr>
          <a:xfrm>
            <a:off x="10153396" y="7505700"/>
            <a:ext cx="8400840" cy="3543300"/>
          </a:xfrm>
          <a:prstGeom prst="rect">
            <a:avLst/>
          </a:prstGeom>
          <a:solidFill>
            <a:srgbClr val="223147"/>
          </a:solidFill>
          <a:ln w="12700">
            <a:solidFill>
              <a:srgbClr val="FFFFFF">
                <a:alpha val="0"/>
              </a:srgbClr>
            </a:solidFill>
            <a:prstDash val="solid"/>
          </a:ln>
        </p:spPr>
        <p:txBody>
          <a:bodyPr/>
          <a:lstStyle/>
          <a:p>
            <a:endParaRPr lang="en-US"/>
          </a:p>
        </p:txBody>
      </p:sp>
      <p:sp>
        <p:nvSpPr>
          <p:cNvPr id="19" name="Shape 17"/>
          <p:cNvSpPr/>
          <p:nvPr/>
        </p:nvSpPr>
        <p:spPr>
          <a:xfrm>
            <a:off x="10220070" y="7505700"/>
            <a:ext cx="0" cy="3543300"/>
          </a:xfrm>
          <a:prstGeom prst="line">
            <a:avLst/>
          </a:prstGeom>
          <a:solidFill>
            <a:srgbClr val="111C2D">
              <a:alpha val="0"/>
            </a:srgbClr>
          </a:solidFill>
          <a:ln w="66675">
            <a:solidFill>
              <a:srgbClr val="F9B000"/>
            </a:solidFill>
            <a:prstDash val="solid"/>
          </a:ln>
        </p:spPr>
        <p:txBody>
          <a:bodyPr/>
          <a:lstStyle/>
          <a:p>
            <a:endParaRPr lang="en-US"/>
          </a:p>
        </p:txBody>
      </p:sp>
      <p:sp>
        <p:nvSpPr>
          <p:cNvPr id="20" name="Text 18"/>
          <p:cNvSpPr/>
          <p:nvPr/>
        </p:nvSpPr>
        <p:spPr>
          <a:xfrm>
            <a:off x="10743932" y="7962901"/>
            <a:ext cx="7353116" cy="51435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3200" b="1" dirty="0">
                <a:solidFill>
                  <a:srgbClr val="F1F5F9"/>
                </a:solidFill>
                <a:latin typeface="Aptos" pitchFamily="34" charset="0"/>
                <a:ea typeface="Arial" pitchFamily="34" charset="-122"/>
                <a:cs typeface="Arial" pitchFamily="34" charset="-120"/>
              </a:rPr>
              <a:t>Revisão</a:t>
            </a:r>
            <a:endParaRPr lang="en-US" sz="3500" dirty="0"/>
          </a:p>
        </p:txBody>
      </p:sp>
      <p:sp>
        <p:nvSpPr>
          <p:cNvPr id="21" name="Text 19"/>
          <p:cNvSpPr/>
          <p:nvPr/>
        </p:nvSpPr>
        <p:spPr>
          <a:xfrm>
            <a:off x="10743932" y="8477251"/>
            <a:ext cx="7353116" cy="19659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800" dirty="0">
                <a:solidFill>
                  <a:srgbClr val="F1F5F9"/>
                </a:solidFill>
                <a:latin typeface="Aptos" pitchFamily="34" charset="0"/>
                <a:ea typeface="Arial" pitchFamily="34" charset="-122"/>
                <a:cs typeface="Arial" pitchFamily="34" charset="-120"/>
              </a:rPr>
              <a:t>Conferir IDs e caminhos na interface do mesmo caso.</a:t>
            </a:r>
            <a:endParaRPr lang="en-US" sz="2700" dirty="0"/>
          </a:p>
        </p:txBody>
      </p:sp>
      <p:sp>
        <p:nvSpPr>
          <p:cNvPr id="22" name="Text 20"/>
          <p:cNvSpPr/>
          <p:nvPr/>
        </p:nvSpPr>
        <p:spPr>
          <a:xfrm>
            <a:off x="1409664" y="11734801"/>
            <a:ext cx="17144572" cy="112395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500" dirty="0">
                <a:solidFill>
                  <a:srgbClr val="F1F5F9"/>
                </a:solidFill>
                <a:latin typeface="Aptos" pitchFamily="34" charset="0"/>
                <a:ea typeface="Arial" pitchFamily="34" charset="-122"/>
                <a:cs typeface="Arial" pitchFamily="34" charset="-120"/>
              </a:rPr>
              <a:t>Um ID isolado pode designar outro item em outro caso.</a:t>
            </a:r>
            <a:endParaRPr lang="en-US" sz="3000" dirty="0"/>
          </a:p>
        </p:txBody>
      </p:sp>
      <p:sp>
        <p:nvSpPr>
          <p:cNvPr id="23" name="TextBox 22"/>
          <p:cNvSpPr txBox="1"/>
          <p:nvPr/>
        </p:nvSpPr>
        <p:spPr>
          <a:xfrm>
            <a:off x="21214080" y="12344400"/>
            <a:ext cx="2286000" cy="502920"/>
          </a:xfrm>
          <a:prstGeom prst="rect">
            <a:avLst/>
          </a:prstGeom>
          <a:noFill/>
        </p:spPr>
        <p:txBody>
          <a:bodyPr wrap="none" lIns="0" tIns="0" rIns="0" bIns="0">
            <a:noAutofit/>
          </a:bodyPr>
          <a:lstStyle/>
          <a:p>
            <a:pPr>
              <a:lnSpc>
                <a:spcPct val="108000"/>
              </a:lnSpc>
              <a:spcBef>
                <a:spcPts val="0"/>
              </a:spcBef>
              <a:spcAft>
                <a:spcPts val="0"/>
              </a:spcAft>
            </a:pPr>
            <a:r>
              <a:rPr lang="en-US" sz="2200">
                <a:solidFill>
                  <a:srgbClr val="15243B"/>
                </a:solidFill>
                <a:latin typeface="Aptos"/>
              </a:rPr>
              <a:t>11 / 70</a:t>
            </a:r>
            <a:endParaRPr sz="2200">
              <a:solidFill>
                <a:srgbClr val="15243B"/>
              </a:solidFill>
              <a:latin typeface="Aptos"/>
            </a:endParaRP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hape 0"/>
          <p:cNvSpPr/>
          <p:nvPr/>
        </p:nvSpPr>
        <p:spPr>
          <a:xfrm>
            <a:off x="1" y="0"/>
            <a:ext cx="24383390" cy="13716000"/>
          </a:xfrm>
          <a:prstGeom prst="rect">
            <a:avLst/>
          </a:prstGeom>
          <a:solidFill>
            <a:srgbClr val="111C2D"/>
          </a:solidFill>
          <a:ln w="12700">
            <a:solidFill>
              <a:srgbClr val="FFFFFF">
                <a:alpha val="0"/>
              </a:srgbClr>
            </a:solidFill>
            <a:prstDash val="solid"/>
          </a:ln>
        </p:spPr>
        <p:txBody>
          <a:bodyPr/>
          <a:lstStyle/>
          <a:p>
            <a:endParaRPr lang="en-US"/>
          </a:p>
        </p:txBody>
      </p:sp>
      <p:sp>
        <p:nvSpPr>
          <p:cNvPr id="3" name="Shape 1"/>
          <p:cNvSpPr/>
          <p:nvPr/>
        </p:nvSpPr>
        <p:spPr>
          <a:xfrm>
            <a:off x="0" y="0"/>
            <a:ext cx="19811504" cy="1219200"/>
          </a:xfrm>
          <a:prstGeom prst="rect">
            <a:avLst/>
          </a:prstGeom>
          <a:solidFill>
            <a:srgbClr val="D9DCDF"/>
          </a:solidFill>
          <a:ln w="12700">
            <a:solidFill>
              <a:srgbClr val="FFFFFF">
                <a:alpha val="0"/>
              </a:srgbClr>
            </a:solidFill>
            <a:prstDash val="solid"/>
          </a:ln>
        </p:spPr>
        <p:txBody>
          <a:bodyPr/>
          <a:lstStyle/>
          <a:p>
            <a:endParaRPr lang="en-US"/>
          </a:p>
        </p:txBody>
      </p:sp>
      <p:sp>
        <p:nvSpPr>
          <p:cNvPr id="4" name="Shape 2"/>
          <p:cNvSpPr/>
          <p:nvPr/>
        </p:nvSpPr>
        <p:spPr>
          <a:xfrm>
            <a:off x="20382990" y="0"/>
            <a:ext cx="4000400" cy="13716000"/>
          </a:xfrm>
          <a:prstGeom prst="rect">
            <a:avLst/>
          </a:prstGeom>
          <a:solidFill>
            <a:srgbClr val="F9B000"/>
          </a:solidFill>
          <a:ln w="12700">
            <a:solidFill>
              <a:srgbClr val="FFFFFF">
                <a:alpha val="0"/>
              </a:srgbClr>
            </a:solidFill>
            <a:prstDash val="solid"/>
          </a:ln>
        </p:spPr>
        <p:txBody>
          <a:bodyPr/>
          <a:lstStyle/>
          <a:p>
            <a:endParaRPr lang="en-US"/>
          </a:p>
        </p:txBody>
      </p:sp>
      <p:sp>
        <p:nvSpPr>
          <p:cNvPr id="5" name="Text 3"/>
          <p:cNvSpPr/>
          <p:nvPr/>
        </p:nvSpPr>
        <p:spPr>
          <a:xfrm>
            <a:off x="1371567" y="1676400"/>
            <a:ext cx="17335066" cy="164592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5400" b="1" dirty="0">
                <a:solidFill>
                  <a:srgbClr val="68BDF4"/>
                </a:solidFill>
                <a:latin typeface="Aptos Display" pitchFamily="34" charset="0"/>
                <a:ea typeface="Arial" pitchFamily="34" charset="-122"/>
                <a:cs typeface="Arial" pitchFamily="34" charset="-120"/>
              </a:rPr>
              <a:t>Ambiente da aula</a:t>
            </a:r>
            <a:endParaRPr lang="en-US" sz="5600" dirty="0"/>
          </a:p>
        </p:txBody>
      </p:sp>
      <p:sp>
        <p:nvSpPr>
          <p:cNvPr id="6" name="Shape 4"/>
          <p:cNvSpPr/>
          <p:nvPr/>
        </p:nvSpPr>
        <p:spPr>
          <a:xfrm>
            <a:off x="1409664" y="3619501"/>
            <a:ext cx="17144572" cy="1581150"/>
          </a:xfrm>
          <a:prstGeom prst="rect">
            <a:avLst/>
          </a:prstGeom>
          <a:solidFill>
            <a:srgbClr val="223147"/>
          </a:solidFill>
          <a:ln w="12700">
            <a:solidFill>
              <a:srgbClr val="FFFFFF">
                <a:alpha val="0"/>
              </a:srgbClr>
            </a:solidFill>
            <a:prstDash val="solid"/>
          </a:ln>
        </p:spPr>
        <p:txBody>
          <a:bodyPr/>
          <a:lstStyle/>
          <a:p>
            <a:endParaRPr lang="en-US"/>
          </a:p>
        </p:txBody>
      </p:sp>
      <p:sp>
        <p:nvSpPr>
          <p:cNvPr id="7" name="Shape 5"/>
          <p:cNvSpPr/>
          <p:nvPr/>
        </p:nvSpPr>
        <p:spPr>
          <a:xfrm>
            <a:off x="1409664" y="5191126"/>
            <a:ext cx="17144572" cy="0"/>
          </a:xfrm>
          <a:prstGeom prst="line">
            <a:avLst/>
          </a:prstGeom>
          <a:solidFill>
            <a:srgbClr val="111C2D">
              <a:alpha val="0"/>
            </a:srgbClr>
          </a:solidFill>
          <a:ln w="9525">
            <a:solidFill>
              <a:srgbClr val="CBD5E1"/>
            </a:solidFill>
            <a:prstDash val="solid"/>
          </a:ln>
        </p:spPr>
        <p:txBody>
          <a:bodyPr/>
          <a:lstStyle/>
          <a:p>
            <a:endParaRPr lang="en-US"/>
          </a:p>
        </p:txBody>
      </p:sp>
      <p:sp>
        <p:nvSpPr>
          <p:cNvPr id="8" name="Text 6"/>
          <p:cNvSpPr/>
          <p:nvPr/>
        </p:nvSpPr>
        <p:spPr>
          <a:xfrm>
            <a:off x="1828754" y="4162425"/>
            <a:ext cx="5143372" cy="47625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800" b="1" dirty="0">
                <a:solidFill>
                  <a:srgbClr val="F1F5F9"/>
                </a:solidFill>
                <a:latin typeface="Aptos" pitchFamily="34" charset="0"/>
                <a:ea typeface="Arial" pitchFamily="34" charset="-122"/>
                <a:cs typeface="Arial" pitchFamily="34" charset="-120"/>
              </a:rPr>
              <a:t>IPED</a:t>
            </a:r>
            <a:endParaRPr lang="en-US" sz="3200" dirty="0"/>
          </a:p>
        </p:txBody>
      </p:sp>
      <p:sp>
        <p:nvSpPr>
          <p:cNvPr id="9" name="Text 7"/>
          <p:cNvSpPr/>
          <p:nvPr/>
        </p:nvSpPr>
        <p:spPr>
          <a:xfrm>
            <a:off x="6972126" y="4186239"/>
            <a:ext cx="11163020" cy="91440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700" dirty="0">
                <a:solidFill>
                  <a:srgbClr val="F1F5F9"/>
                </a:solidFill>
                <a:latin typeface="Aptos" pitchFamily="34" charset="0"/>
                <a:ea typeface="Arial" pitchFamily="34" charset="-122"/>
                <a:cs typeface="Arial" pitchFamily="34" charset="-120"/>
              </a:rPr>
              <a:t>4.3.1, distribuição completa já instalada em D:.</a:t>
            </a:r>
            <a:endParaRPr lang="en-US" sz="2700" dirty="0"/>
          </a:p>
        </p:txBody>
      </p:sp>
      <p:sp>
        <p:nvSpPr>
          <p:cNvPr id="10" name="Shape 8"/>
          <p:cNvSpPr/>
          <p:nvPr/>
        </p:nvSpPr>
        <p:spPr>
          <a:xfrm>
            <a:off x="1409664" y="6772276"/>
            <a:ext cx="17144572" cy="0"/>
          </a:xfrm>
          <a:prstGeom prst="line">
            <a:avLst/>
          </a:prstGeom>
          <a:solidFill>
            <a:srgbClr val="111C2D">
              <a:alpha val="0"/>
            </a:srgbClr>
          </a:solidFill>
          <a:ln w="9525">
            <a:solidFill>
              <a:srgbClr val="CBD5E1"/>
            </a:solidFill>
            <a:prstDash val="solid"/>
          </a:ln>
        </p:spPr>
        <p:txBody>
          <a:bodyPr/>
          <a:lstStyle/>
          <a:p>
            <a:endParaRPr lang="en-US"/>
          </a:p>
        </p:txBody>
      </p:sp>
      <p:sp>
        <p:nvSpPr>
          <p:cNvPr id="11" name="Text 9"/>
          <p:cNvSpPr/>
          <p:nvPr/>
        </p:nvSpPr>
        <p:spPr>
          <a:xfrm>
            <a:off x="1828754" y="5743577"/>
            <a:ext cx="5143372" cy="47625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800" b="1" dirty="0">
                <a:solidFill>
                  <a:srgbClr val="F1F5F9"/>
                </a:solidFill>
                <a:latin typeface="Aptos" pitchFamily="34" charset="0"/>
                <a:ea typeface="Arial" pitchFamily="34" charset="-122"/>
                <a:cs typeface="Arial" pitchFamily="34" charset="-120"/>
              </a:rPr>
              <a:t>Java</a:t>
            </a:r>
            <a:endParaRPr lang="en-US" sz="3200" dirty="0"/>
          </a:p>
        </p:txBody>
      </p:sp>
      <p:sp>
        <p:nvSpPr>
          <p:cNvPr id="12" name="Text 10"/>
          <p:cNvSpPr/>
          <p:nvPr/>
        </p:nvSpPr>
        <p:spPr>
          <a:xfrm>
            <a:off x="6972126" y="5767389"/>
            <a:ext cx="11163020" cy="91440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700" dirty="0">
                <a:solidFill>
                  <a:srgbClr val="F1F5F9"/>
                </a:solidFill>
                <a:latin typeface="Aptos" pitchFamily="34" charset="0"/>
                <a:ea typeface="Arial" pitchFamily="34" charset="-122"/>
                <a:cs typeface="Arial" pitchFamily="34" charset="-120"/>
              </a:rPr>
              <a:t>JRE 11.0.13 x64 incluído nessa instalação.</a:t>
            </a:r>
            <a:endParaRPr lang="en-US" sz="2700" dirty="0"/>
          </a:p>
        </p:txBody>
      </p:sp>
      <p:sp>
        <p:nvSpPr>
          <p:cNvPr id="13" name="Shape 11"/>
          <p:cNvSpPr/>
          <p:nvPr/>
        </p:nvSpPr>
        <p:spPr>
          <a:xfrm>
            <a:off x="1409664" y="6781801"/>
            <a:ext cx="17144572" cy="1581150"/>
          </a:xfrm>
          <a:prstGeom prst="rect">
            <a:avLst/>
          </a:prstGeom>
          <a:solidFill>
            <a:srgbClr val="223147"/>
          </a:solidFill>
          <a:ln w="12700">
            <a:solidFill>
              <a:srgbClr val="FFFFFF">
                <a:alpha val="0"/>
              </a:srgbClr>
            </a:solidFill>
            <a:prstDash val="solid"/>
          </a:ln>
        </p:spPr>
        <p:txBody>
          <a:bodyPr/>
          <a:lstStyle/>
          <a:p>
            <a:endParaRPr lang="en-US"/>
          </a:p>
        </p:txBody>
      </p:sp>
      <p:sp>
        <p:nvSpPr>
          <p:cNvPr id="14" name="Shape 12"/>
          <p:cNvSpPr/>
          <p:nvPr/>
        </p:nvSpPr>
        <p:spPr>
          <a:xfrm>
            <a:off x="1409664" y="8353424"/>
            <a:ext cx="17144572" cy="0"/>
          </a:xfrm>
          <a:prstGeom prst="line">
            <a:avLst/>
          </a:prstGeom>
          <a:solidFill>
            <a:srgbClr val="111C2D">
              <a:alpha val="0"/>
            </a:srgbClr>
          </a:solidFill>
          <a:ln w="9525">
            <a:solidFill>
              <a:srgbClr val="CBD5E1"/>
            </a:solidFill>
            <a:prstDash val="solid"/>
          </a:ln>
        </p:spPr>
        <p:txBody>
          <a:bodyPr/>
          <a:lstStyle/>
          <a:p>
            <a:endParaRPr lang="en-US"/>
          </a:p>
        </p:txBody>
      </p:sp>
      <p:sp>
        <p:nvSpPr>
          <p:cNvPr id="15" name="Text 13"/>
          <p:cNvSpPr/>
          <p:nvPr/>
        </p:nvSpPr>
        <p:spPr>
          <a:xfrm>
            <a:off x="1828754" y="7324725"/>
            <a:ext cx="5143372" cy="47625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800" b="1" dirty="0">
                <a:solidFill>
                  <a:srgbClr val="F1F5F9"/>
                </a:solidFill>
                <a:latin typeface="Aptos" pitchFamily="34" charset="0"/>
                <a:ea typeface="Arial" pitchFamily="34" charset="-122"/>
                <a:cs typeface="Arial" pitchFamily="34" charset="-120"/>
              </a:rPr>
              <a:t>Python</a:t>
            </a:r>
            <a:endParaRPr lang="en-US" sz="3200" dirty="0"/>
          </a:p>
        </p:txBody>
      </p:sp>
      <p:sp>
        <p:nvSpPr>
          <p:cNvPr id="16" name="Text 14"/>
          <p:cNvSpPr/>
          <p:nvPr/>
        </p:nvSpPr>
        <p:spPr>
          <a:xfrm>
            <a:off x="6972126" y="7348539"/>
            <a:ext cx="11163020" cy="91440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700" dirty="0">
                <a:solidFill>
                  <a:srgbClr val="F1F5F9"/>
                </a:solidFill>
                <a:latin typeface="Aptos" pitchFamily="34" charset="0"/>
                <a:ea typeface="Arial" pitchFamily="34" charset="-122"/>
                <a:cs typeface="Arial" pitchFamily="34" charset="-120"/>
              </a:rPr>
              <a:t>3.12 x64 em ambiente virtual separado.</a:t>
            </a:r>
            <a:endParaRPr lang="en-US" sz="2700" dirty="0"/>
          </a:p>
        </p:txBody>
      </p:sp>
      <p:sp>
        <p:nvSpPr>
          <p:cNvPr id="17" name="Shape 15"/>
          <p:cNvSpPr/>
          <p:nvPr/>
        </p:nvSpPr>
        <p:spPr>
          <a:xfrm>
            <a:off x="1409664" y="9934574"/>
            <a:ext cx="17144572" cy="0"/>
          </a:xfrm>
          <a:prstGeom prst="line">
            <a:avLst/>
          </a:prstGeom>
          <a:solidFill>
            <a:srgbClr val="111C2D">
              <a:alpha val="0"/>
            </a:srgbClr>
          </a:solidFill>
          <a:ln w="9525">
            <a:solidFill>
              <a:srgbClr val="CBD5E1"/>
            </a:solidFill>
            <a:prstDash val="solid"/>
          </a:ln>
        </p:spPr>
        <p:txBody>
          <a:bodyPr/>
          <a:lstStyle/>
          <a:p>
            <a:endParaRPr lang="en-US"/>
          </a:p>
        </p:txBody>
      </p:sp>
      <p:sp>
        <p:nvSpPr>
          <p:cNvPr id="18" name="Text 16"/>
          <p:cNvSpPr/>
          <p:nvPr/>
        </p:nvSpPr>
        <p:spPr>
          <a:xfrm>
            <a:off x="1828754" y="8905875"/>
            <a:ext cx="5143372" cy="47625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800" b="1" dirty="0">
                <a:solidFill>
                  <a:srgbClr val="F1F5F9"/>
                </a:solidFill>
                <a:latin typeface="Aptos" pitchFamily="34" charset="0"/>
                <a:ea typeface="Arial" pitchFamily="34" charset="-122"/>
                <a:cs typeface="Arial" pitchFamily="34" charset="-120"/>
              </a:rPr>
              <a:t>Bibliotecas</a:t>
            </a:r>
            <a:endParaRPr lang="en-US" sz="3200" dirty="0"/>
          </a:p>
        </p:txBody>
      </p:sp>
      <p:sp>
        <p:nvSpPr>
          <p:cNvPr id="19" name="Text 17"/>
          <p:cNvSpPr/>
          <p:nvPr/>
        </p:nvSpPr>
        <p:spPr>
          <a:xfrm>
            <a:off x="6972126" y="8929689"/>
            <a:ext cx="11163020" cy="91440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700" dirty="0">
                <a:solidFill>
                  <a:srgbClr val="F1F5F9"/>
                </a:solidFill>
                <a:latin typeface="Aptos" pitchFamily="34" charset="0"/>
                <a:ea typeface="Arial" pitchFamily="34" charset="-122"/>
                <a:cs typeface="Arial" pitchFamily="34" charset="-120"/>
              </a:rPr>
              <a:t>PyJNIus 1.6.1 e MCP Python SDK 1.26.0.</a:t>
            </a:r>
            <a:endParaRPr lang="en-US" sz="2700" dirty="0"/>
          </a:p>
        </p:txBody>
      </p:sp>
      <p:sp>
        <p:nvSpPr>
          <p:cNvPr id="20" name="Shape 18"/>
          <p:cNvSpPr/>
          <p:nvPr/>
        </p:nvSpPr>
        <p:spPr>
          <a:xfrm>
            <a:off x="1409664" y="9944101"/>
            <a:ext cx="17144572" cy="1581150"/>
          </a:xfrm>
          <a:prstGeom prst="rect">
            <a:avLst/>
          </a:prstGeom>
          <a:solidFill>
            <a:srgbClr val="223147"/>
          </a:solidFill>
          <a:ln w="12700">
            <a:solidFill>
              <a:srgbClr val="FFFFFF">
                <a:alpha val="0"/>
              </a:srgbClr>
            </a:solidFill>
            <a:prstDash val="solid"/>
          </a:ln>
        </p:spPr>
        <p:txBody>
          <a:bodyPr/>
          <a:lstStyle/>
          <a:p>
            <a:endParaRPr lang="en-US"/>
          </a:p>
        </p:txBody>
      </p:sp>
      <p:sp>
        <p:nvSpPr>
          <p:cNvPr id="21" name="Shape 19"/>
          <p:cNvSpPr/>
          <p:nvPr/>
        </p:nvSpPr>
        <p:spPr>
          <a:xfrm>
            <a:off x="1409664" y="11515726"/>
            <a:ext cx="17144572" cy="0"/>
          </a:xfrm>
          <a:prstGeom prst="line">
            <a:avLst/>
          </a:prstGeom>
          <a:solidFill>
            <a:srgbClr val="111C2D">
              <a:alpha val="0"/>
            </a:srgbClr>
          </a:solidFill>
          <a:ln w="9525">
            <a:solidFill>
              <a:srgbClr val="CBD5E1"/>
            </a:solidFill>
            <a:prstDash val="solid"/>
          </a:ln>
        </p:spPr>
        <p:txBody>
          <a:bodyPr/>
          <a:lstStyle/>
          <a:p>
            <a:endParaRPr lang="en-US"/>
          </a:p>
        </p:txBody>
      </p:sp>
      <p:sp>
        <p:nvSpPr>
          <p:cNvPr id="22" name="Text 20"/>
          <p:cNvSpPr/>
          <p:nvPr/>
        </p:nvSpPr>
        <p:spPr>
          <a:xfrm>
            <a:off x="1828754" y="10487027"/>
            <a:ext cx="5143372" cy="47625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800" b="1" dirty="0">
                <a:solidFill>
                  <a:srgbClr val="F1F5F9"/>
                </a:solidFill>
                <a:latin typeface="Aptos" pitchFamily="34" charset="0"/>
                <a:ea typeface="Arial" pitchFamily="34" charset="-122"/>
                <a:cs typeface="Arial" pitchFamily="34" charset="-120"/>
              </a:rPr>
              <a:t>Cliente</a:t>
            </a:r>
            <a:endParaRPr lang="en-US" sz="3200" dirty="0"/>
          </a:p>
        </p:txBody>
      </p:sp>
      <p:sp>
        <p:nvSpPr>
          <p:cNvPr id="23" name="Text 21"/>
          <p:cNvSpPr/>
          <p:nvPr/>
        </p:nvSpPr>
        <p:spPr>
          <a:xfrm>
            <a:off x="6972126" y="10510839"/>
            <a:ext cx="11163020" cy="91440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700" dirty="0">
                <a:solidFill>
                  <a:srgbClr val="F1F5F9"/>
                </a:solidFill>
                <a:latin typeface="Aptos" pitchFamily="34" charset="0"/>
                <a:ea typeface="Arial" pitchFamily="34" charset="-122"/>
                <a:cs typeface="Arial" pitchFamily="34" charset="-120"/>
              </a:rPr>
              <a:t>Diagnóstico Python. OpenCode para a etapa com modelo.</a:t>
            </a:r>
            <a:endParaRPr lang="en-US" sz="2700" dirty="0"/>
          </a:p>
        </p:txBody>
      </p:sp>
      <p:sp>
        <p:nvSpPr>
          <p:cNvPr id="24" name="Text 22"/>
          <p:cNvSpPr/>
          <p:nvPr/>
        </p:nvSpPr>
        <p:spPr>
          <a:xfrm>
            <a:off x="1409664" y="12458701"/>
            <a:ext cx="17373600" cy="5943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400" dirty="0">
                <a:solidFill>
                  <a:srgbClr val="F1F5F9"/>
                </a:solidFill>
                <a:latin typeface="Aptos" pitchFamily="34" charset="0"/>
                <a:ea typeface="Arial" pitchFamily="34" charset="-122"/>
                <a:cs typeface="Arial" pitchFamily="34" charset="-120"/>
              </a:rPr>
              <a:t>As versões principais estão fixadas no pacote do laboratório.</a:t>
            </a:r>
            <a:endParaRPr lang="en-US" sz="2600" dirty="0"/>
          </a:p>
        </p:txBody>
      </p:sp>
      <p:sp>
        <p:nvSpPr>
          <p:cNvPr id="25" name="TextBox 24"/>
          <p:cNvSpPr txBox="1"/>
          <p:nvPr/>
        </p:nvSpPr>
        <p:spPr>
          <a:xfrm>
            <a:off x="21214080" y="12344400"/>
            <a:ext cx="2286000" cy="502920"/>
          </a:xfrm>
          <a:prstGeom prst="rect">
            <a:avLst/>
          </a:prstGeom>
          <a:noFill/>
        </p:spPr>
        <p:txBody>
          <a:bodyPr wrap="none" lIns="0" tIns="0" rIns="0" bIns="0">
            <a:noAutofit/>
          </a:bodyPr>
          <a:lstStyle/>
          <a:p>
            <a:pPr>
              <a:lnSpc>
                <a:spcPct val="108000"/>
              </a:lnSpc>
              <a:spcBef>
                <a:spcPts val="0"/>
              </a:spcBef>
              <a:spcAft>
                <a:spcPts val="0"/>
              </a:spcAft>
            </a:pPr>
            <a:r>
              <a:rPr lang="en-US" sz="2200">
                <a:solidFill>
                  <a:srgbClr val="15243B"/>
                </a:solidFill>
                <a:latin typeface="Aptos"/>
              </a:rPr>
              <a:t>12 / 70</a:t>
            </a:r>
            <a:endParaRPr sz="2200">
              <a:solidFill>
                <a:srgbClr val="15243B"/>
              </a:solidFill>
              <a:latin typeface="Aptos"/>
            </a:endParaRP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hape 0"/>
          <p:cNvSpPr/>
          <p:nvPr/>
        </p:nvSpPr>
        <p:spPr>
          <a:xfrm>
            <a:off x="1" y="0"/>
            <a:ext cx="24383390" cy="13716000"/>
          </a:xfrm>
          <a:prstGeom prst="rect">
            <a:avLst/>
          </a:prstGeom>
          <a:solidFill>
            <a:srgbClr val="111C2D"/>
          </a:solidFill>
          <a:ln w="12700">
            <a:solidFill>
              <a:srgbClr val="FFFFFF">
                <a:alpha val="0"/>
              </a:srgbClr>
            </a:solidFill>
            <a:prstDash val="solid"/>
          </a:ln>
        </p:spPr>
        <p:txBody>
          <a:bodyPr/>
          <a:lstStyle/>
          <a:p>
            <a:endParaRPr lang="en-US"/>
          </a:p>
        </p:txBody>
      </p:sp>
      <p:sp>
        <p:nvSpPr>
          <p:cNvPr id="3" name="Shape 1"/>
          <p:cNvSpPr/>
          <p:nvPr/>
        </p:nvSpPr>
        <p:spPr>
          <a:xfrm>
            <a:off x="0" y="0"/>
            <a:ext cx="19811504" cy="1219200"/>
          </a:xfrm>
          <a:prstGeom prst="rect">
            <a:avLst/>
          </a:prstGeom>
          <a:solidFill>
            <a:srgbClr val="D9DCDF"/>
          </a:solidFill>
          <a:ln w="12700">
            <a:solidFill>
              <a:srgbClr val="FFFFFF">
                <a:alpha val="0"/>
              </a:srgbClr>
            </a:solidFill>
            <a:prstDash val="solid"/>
          </a:ln>
        </p:spPr>
        <p:txBody>
          <a:bodyPr/>
          <a:lstStyle/>
          <a:p>
            <a:endParaRPr lang="en-US"/>
          </a:p>
        </p:txBody>
      </p:sp>
      <p:sp>
        <p:nvSpPr>
          <p:cNvPr id="4" name="Shape 2"/>
          <p:cNvSpPr/>
          <p:nvPr/>
        </p:nvSpPr>
        <p:spPr>
          <a:xfrm>
            <a:off x="20382990" y="0"/>
            <a:ext cx="4000400" cy="13716000"/>
          </a:xfrm>
          <a:prstGeom prst="rect">
            <a:avLst/>
          </a:prstGeom>
          <a:solidFill>
            <a:srgbClr val="F9B000"/>
          </a:solidFill>
          <a:ln w="12700">
            <a:solidFill>
              <a:srgbClr val="FFFFFF">
                <a:alpha val="0"/>
              </a:srgbClr>
            </a:solidFill>
            <a:prstDash val="solid"/>
          </a:ln>
        </p:spPr>
        <p:txBody>
          <a:bodyPr/>
          <a:lstStyle/>
          <a:p>
            <a:endParaRPr lang="en-US"/>
          </a:p>
        </p:txBody>
      </p:sp>
      <p:sp>
        <p:nvSpPr>
          <p:cNvPr id="5" name="Text 3"/>
          <p:cNvSpPr/>
          <p:nvPr/>
        </p:nvSpPr>
        <p:spPr>
          <a:xfrm>
            <a:off x="1371567" y="1676401"/>
            <a:ext cx="17525562" cy="164592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5400" b="1" dirty="0">
                <a:solidFill>
                  <a:srgbClr val="68BDF4"/>
                </a:solidFill>
                <a:latin typeface="Aptos Display" pitchFamily="34" charset="0"/>
                <a:ea typeface="Arial" pitchFamily="34" charset="-122"/>
                <a:cs typeface="Arial" pitchFamily="34" charset="-120"/>
              </a:rPr>
              <a:t>Organização dos arquivos</a:t>
            </a:r>
            <a:endParaRPr lang="en-US" sz="5700" dirty="0"/>
          </a:p>
        </p:txBody>
      </p:sp>
      <p:sp>
        <p:nvSpPr>
          <p:cNvPr id="6" name="Shape 4"/>
          <p:cNvSpPr/>
          <p:nvPr/>
        </p:nvSpPr>
        <p:spPr>
          <a:xfrm>
            <a:off x="1409665" y="3524250"/>
            <a:ext cx="12115800" cy="7810500"/>
          </a:xfrm>
          <a:prstGeom prst="rect">
            <a:avLst/>
          </a:prstGeom>
          <a:solidFill>
            <a:srgbClr val="0B2D5C"/>
          </a:solidFill>
          <a:ln w="12700">
            <a:solidFill>
              <a:srgbClr val="FFFFFF">
                <a:alpha val="0"/>
              </a:srgbClr>
            </a:solidFill>
            <a:prstDash val="solid"/>
          </a:ln>
        </p:spPr>
        <p:txBody>
          <a:bodyPr/>
          <a:lstStyle/>
          <a:p>
            <a:endParaRPr lang="en-US"/>
          </a:p>
        </p:txBody>
      </p:sp>
      <p:sp>
        <p:nvSpPr>
          <p:cNvPr id="7" name="Text 5"/>
          <p:cNvSpPr/>
          <p:nvPr/>
        </p:nvSpPr>
        <p:spPr>
          <a:xfrm>
            <a:off x="1783080" y="3767328"/>
            <a:ext cx="11567160" cy="7406640"/>
          </a:xfrm>
          <a:prstGeom prst="rect">
            <a:avLst/>
          </a:prstGeom>
          <a:noFill/>
          <a:ln/>
        </p:spPr>
        <p:txBody>
          <a:bodyPr wrap="non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C:\lab_iped\mcp\</a:t>
            </a:r>
            <a:endParaRPr lang="en-US" sz="2600" dirty="0">
              <a:solidFill>
                <a:srgbClr val="F1F5F9"/>
              </a:solidFill>
              <a:latin typeface="Consolas" pitchFamily="34" charset="0"/>
              <a:ea typeface="Consolas" pitchFamily="34" charset="-122"/>
              <a:cs typeface="Consolas" pitchFamily="34" charset="-120"/>
            </a:endParaRP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.venv\</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requirements.txt</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requirements_lock_windows.txt</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ponte_iped.py</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servidor_mcp.py</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inspecionar_mcp.py</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diagnosticar_jvm.py</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testar_integracao.py</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formatos_esperados.json</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opencode.json</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modelo_relatorio.md</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dados_sinteticos\</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formatos\</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consultas.jsonl</a:t>
            </a:r>
          </a:p>
        </p:txBody>
      </p:sp>
      <p:sp>
        <p:nvSpPr>
          <p:cNvPr id="8" name="Shape 6"/>
          <p:cNvSpPr/>
          <p:nvPr/>
        </p:nvSpPr>
        <p:spPr>
          <a:xfrm>
            <a:off x="13620410" y="3524250"/>
            <a:ext cx="4952876" cy="1484412"/>
          </a:xfrm>
          <a:prstGeom prst="rect">
            <a:avLst/>
          </a:prstGeom>
          <a:solidFill>
            <a:srgbClr val="223147"/>
          </a:solidFill>
          <a:ln w="12700">
            <a:solidFill>
              <a:srgbClr val="FFFFFF">
                <a:alpha val="0"/>
              </a:srgbClr>
            </a:solidFill>
            <a:prstDash val="solid"/>
          </a:ln>
        </p:spPr>
        <p:txBody>
          <a:bodyPr/>
          <a:lstStyle/>
          <a:p>
            <a:endParaRPr lang="en-US"/>
          </a:p>
        </p:txBody>
      </p:sp>
      <p:sp>
        <p:nvSpPr>
          <p:cNvPr id="9" name="Shape 7"/>
          <p:cNvSpPr/>
          <p:nvPr/>
        </p:nvSpPr>
        <p:spPr>
          <a:xfrm>
            <a:off x="13687082" y="3524250"/>
            <a:ext cx="0" cy="1484412"/>
          </a:xfrm>
          <a:prstGeom prst="line">
            <a:avLst/>
          </a:prstGeom>
          <a:solidFill>
            <a:srgbClr val="111C2D">
              <a:alpha val="0"/>
            </a:srgbClr>
          </a:solidFill>
          <a:ln w="66675">
            <a:solidFill>
              <a:srgbClr val="F9B000"/>
            </a:solidFill>
            <a:prstDash val="solid"/>
          </a:ln>
        </p:spPr>
        <p:txBody>
          <a:bodyPr/>
          <a:lstStyle/>
          <a:p>
            <a:endParaRPr lang="en-US"/>
          </a:p>
        </p:txBody>
      </p:sp>
      <p:sp>
        <p:nvSpPr>
          <p:cNvPr id="10" name="Text 8"/>
          <p:cNvSpPr/>
          <p:nvPr/>
        </p:nvSpPr>
        <p:spPr>
          <a:xfrm>
            <a:off x="14096649" y="3867150"/>
            <a:ext cx="4133746" cy="41910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700" b="1" dirty="0">
                <a:solidFill>
                  <a:srgbClr val="F1F5F9"/>
                </a:solidFill>
                <a:latin typeface="Aptos" pitchFamily="34" charset="0"/>
                <a:ea typeface="Arial" pitchFamily="34" charset="-122"/>
                <a:cs typeface="Arial" pitchFamily="34" charset="-120"/>
              </a:rPr>
              <a:t>Pacote</a:t>
            </a:r>
            <a:endParaRPr lang="en-US" sz="2900" dirty="0"/>
          </a:p>
        </p:txBody>
      </p:sp>
      <p:sp>
        <p:nvSpPr>
          <p:cNvPr id="11" name="Text 9"/>
          <p:cNvSpPr/>
          <p:nvPr/>
        </p:nvSpPr>
        <p:spPr>
          <a:xfrm>
            <a:off x="14096649" y="4286250"/>
            <a:ext cx="4133746" cy="8229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300" dirty="0">
                <a:solidFill>
                  <a:srgbClr val="F1F5F9"/>
                </a:solidFill>
                <a:latin typeface="Aptos" pitchFamily="34" charset="0"/>
                <a:ea typeface="Arial" pitchFamily="34" charset="-122"/>
                <a:cs typeface="Arial" pitchFamily="34" charset="-120"/>
              </a:rPr>
              <a:t>Extrair o laboratório completo.</a:t>
            </a:r>
            <a:endParaRPr lang="en-US" sz="2300" dirty="0"/>
          </a:p>
        </p:txBody>
      </p:sp>
      <p:sp>
        <p:nvSpPr>
          <p:cNvPr id="12" name="Shape 10"/>
          <p:cNvSpPr/>
          <p:nvPr/>
        </p:nvSpPr>
        <p:spPr>
          <a:xfrm>
            <a:off x="13620410" y="5313462"/>
            <a:ext cx="4952876" cy="1484412"/>
          </a:xfrm>
          <a:prstGeom prst="rect">
            <a:avLst/>
          </a:prstGeom>
          <a:solidFill>
            <a:srgbClr val="223147"/>
          </a:solidFill>
          <a:ln w="12700">
            <a:solidFill>
              <a:srgbClr val="FFFFFF">
                <a:alpha val="0"/>
              </a:srgbClr>
            </a:solidFill>
            <a:prstDash val="solid"/>
          </a:ln>
        </p:spPr>
        <p:txBody>
          <a:bodyPr/>
          <a:lstStyle/>
          <a:p>
            <a:endParaRPr lang="en-US"/>
          </a:p>
        </p:txBody>
      </p:sp>
      <p:sp>
        <p:nvSpPr>
          <p:cNvPr id="13" name="Shape 11"/>
          <p:cNvSpPr/>
          <p:nvPr/>
        </p:nvSpPr>
        <p:spPr>
          <a:xfrm>
            <a:off x="13687082" y="5313462"/>
            <a:ext cx="0" cy="1484412"/>
          </a:xfrm>
          <a:prstGeom prst="line">
            <a:avLst/>
          </a:prstGeom>
          <a:solidFill>
            <a:srgbClr val="111C2D">
              <a:alpha val="0"/>
            </a:srgbClr>
          </a:solidFill>
          <a:ln w="66675">
            <a:solidFill>
              <a:srgbClr val="F9B000"/>
            </a:solidFill>
            <a:prstDash val="solid"/>
          </a:ln>
        </p:spPr>
        <p:txBody>
          <a:bodyPr/>
          <a:lstStyle/>
          <a:p>
            <a:endParaRPr lang="en-US"/>
          </a:p>
        </p:txBody>
      </p:sp>
      <p:sp>
        <p:nvSpPr>
          <p:cNvPr id="14" name="Text 12"/>
          <p:cNvSpPr/>
          <p:nvPr/>
        </p:nvSpPr>
        <p:spPr>
          <a:xfrm>
            <a:off x="14096649" y="5656362"/>
            <a:ext cx="4133746" cy="41910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700" b="1" dirty="0">
                <a:solidFill>
                  <a:srgbClr val="F1F5F9"/>
                </a:solidFill>
                <a:latin typeface="Aptos" pitchFamily="34" charset="0"/>
                <a:ea typeface="Arial" pitchFamily="34" charset="-122"/>
                <a:cs typeface="Arial" pitchFamily="34" charset="-120"/>
              </a:rPr>
              <a:t>Caso</a:t>
            </a:r>
            <a:endParaRPr lang="en-US" sz="2900" dirty="0"/>
          </a:p>
        </p:txBody>
      </p:sp>
      <p:sp>
        <p:nvSpPr>
          <p:cNvPr id="15" name="Text 13"/>
          <p:cNvSpPr/>
          <p:nvPr/>
        </p:nvSpPr>
        <p:spPr>
          <a:xfrm>
            <a:off x="14096649" y="6075462"/>
            <a:ext cx="4133746" cy="8229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300" dirty="0">
                <a:solidFill>
                  <a:srgbClr val="F1F5F9"/>
                </a:solidFill>
                <a:latin typeface="Aptos" pitchFamily="34" charset="0"/>
                <a:ea typeface="Arial" pitchFamily="34" charset="-122"/>
                <a:cs typeface="Arial" pitchFamily="34" charset="-120"/>
              </a:rPr>
              <a:t>Processar em outra pasta.</a:t>
            </a:r>
            <a:endParaRPr lang="en-US" sz="2300" dirty="0"/>
          </a:p>
        </p:txBody>
      </p:sp>
      <p:sp>
        <p:nvSpPr>
          <p:cNvPr id="16" name="Shape 14"/>
          <p:cNvSpPr/>
          <p:nvPr/>
        </p:nvSpPr>
        <p:spPr>
          <a:xfrm>
            <a:off x="13620410" y="7102674"/>
            <a:ext cx="4952876" cy="1484412"/>
          </a:xfrm>
          <a:prstGeom prst="rect">
            <a:avLst/>
          </a:prstGeom>
          <a:solidFill>
            <a:srgbClr val="223147"/>
          </a:solidFill>
          <a:ln w="12700">
            <a:solidFill>
              <a:srgbClr val="FFFFFF">
                <a:alpha val="0"/>
              </a:srgbClr>
            </a:solidFill>
            <a:prstDash val="solid"/>
          </a:ln>
        </p:spPr>
        <p:txBody>
          <a:bodyPr/>
          <a:lstStyle/>
          <a:p>
            <a:endParaRPr lang="en-US"/>
          </a:p>
        </p:txBody>
      </p:sp>
      <p:sp>
        <p:nvSpPr>
          <p:cNvPr id="17" name="Shape 15"/>
          <p:cNvSpPr/>
          <p:nvPr/>
        </p:nvSpPr>
        <p:spPr>
          <a:xfrm>
            <a:off x="13687082" y="7102674"/>
            <a:ext cx="0" cy="1484412"/>
          </a:xfrm>
          <a:prstGeom prst="line">
            <a:avLst/>
          </a:prstGeom>
          <a:solidFill>
            <a:srgbClr val="111C2D">
              <a:alpha val="0"/>
            </a:srgbClr>
          </a:solidFill>
          <a:ln w="66675">
            <a:solidFill>
              <a:srgbClr val="F9B000"/>
            </a:solidFill>
            <a:prstDash val="solid"/>
          </a:ln>
        </p:spPr>
        <p:txBody>
          <a:bodyPr/>
          <a:lstStyle/>
          <a:p>
            <a:endParaRPr lang="en-US"/>
          </a:p>
        </p:txBody>
      </p:sp>
      <p:sp>
        <p:nvSpPr>
          <p:cNvPr id="18" name="Text 16"/>
          <p:cNvSpPr/>
          <p:nvPr/>
        </p:nvSpPr>
        <p:spPr>
          <a:xfrm>
            <a:off x="14096649" y="7445574"/>
            <a:ext cx="4133746" cy="41910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700" b="1" dirty="0">
                <a:solidFill>
                  <a:srgbClr val="F1F5F9"/>
                </a:solidFill>
                <a:latin typeface="Aptos" pitchFamily="34" charset="0"/>
                <a:ea typeface="Arial" pitchFamily="34" charset="-122"/>
                <a:cs typeface="Arial" pitchFamily="34" charset="-120"/>
              </a:rPr>
              <a:t>Fontes</a:t>
            </a:r>
            <a:endParaRPr lang="en-US" sz="2900" dirty="0"/>
          </a:p>
        </p:txBody>
      </p:sp>
      <p:sp>
        <p:nvSpPr>
          <p:cNvPr id="19" name="Text 17"/>
          <p:cNvSpPr/>
          <p:nvPr/>
        </p:nvSpPr>
        <p:spPr>
          <a:xfrm>
            <a:off x="14096649" y="7864674"/>
            <a:ext cx="4133746" cy="8229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300" dirty="0">
                <a:solidFill>
                  <a:srgbClr val="F1F5F9"/>
                </a:solidFill>
                <a:latin typeface="Aptos" pitchFamily="34" charset="0"/>
                <a:ea typeface="Arial" pitchFamily="34" charset="-122"/>
                <a:cs typeface="Arial" pitchFamily="34" charset="-120"/>
              </a:rPr>
              <a:t>Conservar os seis TXT.</a:t>
            </a:r>
            <a:endParaRPr lang="en-US" sz="2300" dirty="0"/>
          </a:p>
        </p:txBody>
      </p:sp>
      <p:sp>
        <p:nvSpPr>
          <p:cNvPr id="20" name="Shape 18"/>
          <p:cNvSpPr/>
          <p:nvPr/>
        </p:nvSpPr>
        <p:spPr>
          <a:xfrm>
            <a:off x="13620410" y="8891886"/>
            <a:ext cx="4952876" cy="1484412"/>
          </a:xfrm>
          <a:prstGeom prst="rect">
            <a:avLst/>
          </a:prstGeom>
          <a:solidFill>
            <a:srgbClr val="223147"/>
          </a:solidFill>
          <a:ln w="12700">
            <a:solidFill>
              <a:srgbClr val="FFFFFF">
                <a:alpha val="0"/>
              </a:srgbClr>
            </a:solidFill>
            <a:prstDash val="solid"/>
          </a:ln>
        </p:spPr>
        <p:txBody>
          <a:bodyPr/>
          <a:lstStyle/>
          <a:p>
            <a:endParaRPr lang="en-US"/>
          </a:p>
        </p:txBody>
      </p:sp>
      <p:sp>
        <p:nvSpPr>
          <p:cNvPr id="21" name="Shape 19"/>
          <p:cNvSpPr/>
          <p:nvPr/>
        </p:nvSpPr>
        <p:spPr>
          <a:xfrm>
            <a:off x="13687082" y="8891886"/>
            <a:ext cx="0" cy="1484412"/>
          </a:xfrm>
          <a:prstGeom prst="line">
            <a:avLst/>
          </a:prstGeom>
          <a:solidFill>
            <a:srgbClr val="111C2D">
              <a:alpha val="0"/>
            </a:srgbClr>
          </a:solidFill>
          <a:ln w="66675">
            <a:solidFill>
              <a:srgbClr val="F9B000"/>
            </a:solidFill>
            <a:prstDash val="solid"/>
          </a:ln>
        </p:spPr>
        <p:txBody>
          <a:bodyPr/>
          <a:lstStyle/>
          <a:p>
            <a:endParaRPr lang="en-US"/>
          </a:p>
        </p:txBody>
      </p:sp>
      <p:sp>
        <p:nvSpPr>
          <p:cNvPr id="22" name="Text 20"/>
          <p:cNvSpPr/>
          <p:nvPr/>
        </p:nvSpPr>
        <p:spPr>
          <a:xfrm>
            <a:off x="14096649" y="9234786"/>
            <a:ext cx="4133746" cy="41910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700" b="1" dirty="0">
                <a:solidFill>
                  <a:srgbClr val="F1F5F9"/>
                </a:solidFill>
                <a:latin typeface="Aptos" pitchFamily="34" charset="0"/>
                <a:ea typeface="Arial" pitchFamily="34" charset="-122"/>
                <a:cs typeface="Arial" pitchFamily="34" charset="-120"/>
              </a:rPr>
              <a:t>Registro</a:t>
            </a:r>
            <a:endParaRPr lang="en-US" sz="2900" dirty="0"/>
          </a:p>
        </p:txBody>
      </p:sp>
      <p:sp>
        <p:nvSpPr>
          <p:cNvPr id="23" name="Text 21"/>
          <p:cNvSpPr/>
          <p:nvPr/>
        </p:nvSpPr>
        <p:spPr>
          <a:xfrm>
            <a:off x="14096649" y="9653886"/>
            <a:ext cx="4133746" cy="8229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300" dirty="0">
                <a:solidFill>
                  <a:srgbClr val="F1F5F9"/>
                </a:solidFill>
                <a:latin typeface="Aptos" pitchFamily="34" charset="0"/>
                <a:ea typeface="Arial" pitchFamily="34" charset="-122"/>
                <a:cs typeface="Arial" pitchFamily="34" charset="-120"/>
              </a:rPr>
              <a:t>JSONL criado na execução.</a:t>
            </a:r>
            <a:endParaRPr lang="en-US" sz="2300" dirty="0"/>
          </a:p>
        </p:txBody>
      </p:sp>
      <p:sp>
        <p:nvSpPr>
          <p:cNvPr id="24" name="Text 22"/>
          <p:cNvSpPr/>
          <p:nvPr/>
        </p:nvSpPr>
        <p:spPr>
          <a:xfrm>
            <a:off x="1409665" y="12687300"/>
            <a:ext cx="17373600" cy="5943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400" dirty="0">
                <a:solidFill>
                  <a:srgbClr val="F1F5F9"/>
                </a:solidFill>
                <a:latin typeface="Aptos" pitchFamily="34" charset="0"/>
                <a:ea typeface="Arial" pitchFamily="34" charset="-122"/>
                <a:cs typeface="Arial" pitchFamily="34" charset="-120"/>
              </a:rPr>
              <a:t>Código completo no ZIP. Os slides apresentam recortes explicados.</a:t>
            </a:r>
            <a:endParaRPr lang="en-US" sz="2100" dirty="0"/>
          </a:p>
        </p:txBody>
      </p:sp>
      <p:sp>
        <p:nvSpPr>
          <p:cNvPr id="25" name="TextBox 24"/>
          <p:cNvSpPr txBox="1"/>
          <p:nvPr/>
        </p:nvSpPr>
        <p:spPr>
          <a:xfrm>
            <a:off x="21214080" y="12344400"/>
            <a:ext cx="2286000" cy="502920"/>
          </a:xfrm>
          <a:prstGeom prst="rect">
            <a:avLst/>
          </a:prstGeom>
          <a:noFill/>
        </p:spPr>
        <p:txBody>
          <a:bodyPr wrap="none" lIns="0" tIns="0" rIns="0" bIns="0">
            <a:noAutofit/>
          </a:bodyPr>
          <a:lstStyle/>
          <a:p>
            <a:pPr>
              <a:lnSpc>
                <a:spcPct val="108000"/>
              </a:lnSpc>
              <a:spcBef>
                <a:spcPts val="0"/>
              </a:spcBef>
              <a:spcAft>
                <a:spcPts val="0"/>
              </a:spcAft>
            </a:pPr>
            <a:r>
              <a:rPr lang="en-US" sz="2200">
                <a:solidFill>
                  <a:srgbClr val="15243B"/>
                </a:solidFill>
                <a:latin typeface="Aptos"/>
              </a:rPr>
              <a:t>13 / 70</a:t>
            </a:r>
            <a:endParaRPr sz="2200">
              <a:solidFill>
                <a:srgbClr val="15243B"/>
              </a:solidFill>
              <a:latin typeface="Aptos"/>
            </a:endParaRP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hape 0"/>
          <p:cNvSpPr/>
          <p:nvPr/>
        </p:nvSpPr>
        <p:spPr>
          <a:xfrm>
            <a:off x="1" y="0"/>
            <a:ext cx="24383390" cy="13716000"/>
          </a:xfrm>
          <a:prstGeom prst="rect">
            <a:avLst/>
          </a:prstGeom>
          <a:solidFill>
            <a:srgbClr val="111C2D"/>
          </a:solidFill>
          <a:ln w="12700">
            <a:solidFill>
              <a:srgbClr val="FFFFFF">
                <a:alpha val="0"/>
              </a:srgbClr>
            </a:solidFill>
            <a:prstDash val="solid"/>
          </a:ln>
        </p:spPr>
        <p:txBody>
          <a:bodyPr/>
          <a:lstStyle/>
          <a:p>
            <a:endParaRPr lang="en-US"/>
          </a:p>
        </p:txBody>
      </p:sp>
      <p:sp>
        <p:nvSpPr>
          <p:cNvPr id="3" name="Shape 1"/>
          <p:cNvSpPr/>
          <p:nvPr/>
        </p:nvSpPr>
        <p:spPr>
          <a:xfrm>
            <a:off x="0" y="0"/>
            <a:ext cx="19811504" cy="1219200"/>
          </a:xfrm>
          <a:prstGeom prst="rect">
            <a:avLst/>
          </a:prstGeom>
          <a:solidFill>
            <a:srgbClr val="D9DCDF"/>
          </a:solidFill>
          <a:ln w="12700">
            <a:solidFill>
              <a:srgbClr val="FFFFFF">
                <a:alpha val="0"/>
              </a:srgbClr>
            </a:solidFill>
            <a:prstDash val="solid"/>
          </a:ln>
        </p:spPr>
        <p:txBody>
          <a:bodyPr/>
          <a:lstStyle/>
          <a:p>
            <a:endParaRPr lang="en-US"/>
          </a:p>
        </p:txBody>
      </p:sp>
      <p:sp>
        <p:nvSpPr>
          <p:cNvPr id="4" name="Shape 2"/>
          <p:cNvSpPr/>
          <p:nvPr/>
        </p:nvSpPr>
        <p:spPr>
          <a:xfrm>
            <a:off x="20382990" y="0"/>
            <a:ext cx="4000400" cy="13716000"/>
          </a:xfrm>
          <a:prstGeom prst="rect">
            <a:avLst/>
          </a:prstGeom>
          <a:solidFill>
            <a:srgbClr val="F9B000"/>
          </a:solidFill>
          <a:ln w="12700">
            <a:solidFill>
              <a:srgbClr val="FFFFFF">
                <a:alpha val="0"/>
              </a:srgbClr>
            </a:solidFill>
            <a:prstDash val="solid"/>
          </a:ln>
        </p:spPr>
        <p:txBody>
          <a:bodyPr/>
          <a:lstStyle/>
          <a:p>
            <a:endParaRPr lang="en-US"/>
          </a:p>
        </p:txBody>
      </p:sp>
      <p:sp>
        <p:nvSpPr>
          <p:cNvPr id="5" name="Text 3"/>
          <p:cNvSpPr/>
          <p:nvPr/>
        </p:nvSpPr>
        <p:spPr>
          <a:xfrm>
            <a:off x="1371567" y="1676401"/>
            <a:ext cx="17525562" cy="164592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5400" b="1" dirty="0">
                <a:solidFill>
                  <a:srgbClr val="68BDF4"/>
                </a:solidFill>
                <a:latin typeface="Aptos Display" pitchFamily="34" charset="0"/>
                <a:ea typeface="Arial" pitchFamily="34" charset="-122"/>
                <a:cs typeface="Arial" pitchFamily="34" charset="-120"/>
              </a:rPr>
              <a:t>Ambiente Python</a:t>
            </a:r>
            <a:endParaRPr lang="en-US" sz="5700" dirty="0"/>
          </a:p>
        </p:txBody>
      </p:sp>
      <p:sp>
        <p:nvSpPr>
          <p:cNvPr id="6" name="Shape 4"/>
          <p:cNvSpPr/>
          <p:nvPr/>
        </p:nvSpPr>
        <p:spPr>
          <a:xfrm>
            <a:off x="1409665" y="3524250"/>
            <a:ext cx="12115800" cy="7810500"/>
          </a:xfrm>
          <a:prstGeom prst="rect">
            <a:avLst/>
          </a:prstGeom>
          <a:solidFill>
            <a:srgbClr val="0B2D5C"/>
          </a:solidFill>
          <a:ln w="12700">
            <a:solidFill>
              <a:srgbClr val="FFFFFF">
                <a:alpha val="0"/>
              </a:srgbClr>
            </a:solidFill>
            <a:prstDash val="solid"/>
          </a:ln>
        </p:spPr>
        <p:txBody>
          <a:bodyPr/>
          <a:lstStyle/>
          <a:p>
            <a:endParaRPr lang="en-US"/>
          </a:p>
        </p:txBody>
      </p:sp>
      <p:sp>
        <p:nvSpPr>
          <p:cNvPr id="7" name="Text 5"/>
          <p:cNvSpPr/>
          <p:nvPr/>
        </p:nvSpPr>
        <p:spPr>
          <a:xfrm>
            <a:off x="1783080" y="3767328"/>
            <a:ext cx="11567160" cy="7406640"/>
          </a:xfrm>
          <a:prstGeom prst="rect">
            <a:avLst/>
          </a:prstGeom>
          <a:noFill/>
          <a:ln/>
        </p:spPr>
        <p:txBody>
          <a:bodyPr wrap="non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Set-Location 'C:\lab_iped\mcp'</a:t>
            </a:r>
            <a:endParaRPr lang="en-US" sz="2600" dirty="0">
              <a:solidFill>
                <a:srgbClr val="F1F5F9"/>
              </a:solidFill>
              <a:latin typeface="Consolas" pitchFamily="34" charset="0"/>
              <a:ea typeface="Consolas" pitchFamily="34" charset="-122"/>
              <a:cs typeface="Consolas" pitchFamily="34" charset="-120"/>
            </a:endParaRP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py -3.12 -m venv .venv</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.\.venv\Scripts\python.exe -m pip install `</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-r requirements_lock_windows.txt</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Versões principais do laboratório:</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mcp==1.26.0</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pyjnius==1.6.1</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.\.venv\Scripts\python.exe -c `</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"import struct; print(8*struct.calcsize('P'))"</a:t>
            </a:r>
          </a:p>
        </p:txBody>
      </p:sp>
      <p:sp>
        <p:nvSpPr>
          <p:cNvPr id="8" name="Shape 6"/>
          <p:cNvSpPr/>
          <p:nvPr/>
        </p:nvSpPr>
        <p:spPr>
          <a:xfrm>
            <a:off x="13620410" y="3524250"/>
            <a:ext cx="4952876" cy="1484412"/>
          </a:xfrm>
          <a:prstGeom prst="rect">
            <a:avLst/>
          </a:prstGeom>
          <a:solidFill>
            <a:srgbClr val="223147"/>
          </a:solidFill>
          <a:ln w="12700">
            <a:solidFill>
              <a:srgbClr val="FFFFFF">
                <a:alpha val="0"/>
              </a:srgbClr>
            </a:solidFill>
            <a:prstDash val="solid"/>
          </a:ln>
        </p:spPr>
        <p:txBody>
          <a:bodyPr/>
          <a:lstStyle/>
          <a:p>
            <a:endParaRPr lang="en-US"/>
          </a:p>
        </p:txBody>
      </p:sp>
      <p:sp>
        <p:nvSpPr>
          <p:cNvPr id="9" name="Shape 7"/>
          <p:cNvSpPr/>
          <p:nvPr/>
        </p:nvSpPr>
        <p:spPr>
          <a:xfrm>
            <a:off x="13687082" y="3524250"/>
            <a:ext cx="0" cy="1484412"/>
          </a:xfrm>
          <a:prstGeom prst="line">
            <a:avLst/>
          </a:prstGeom>
          <a:solidFill>
            <a:srgbClr val="111C2D">
              <a:alpha val="0"/>
            </a:srgbClr>
          </a:solidFill>
          <a:ln w="66675">
            <a:solidFill>
              <a:srgbClr val="F9B000"/>
            </a:solidFill>
            <a:prstDash val="solid"/>
          </a:ln>
        </p:spPr>
        <p:txBody>
          <a:bodyPr/>
          <a:lstStyle/>
          <a:p>
            <a:endParaRPr lang="en-US"/>
          </a:p>
        </p:txBody>
      </p:sp>
      <p:sp>
        <p:nvSpPr>
          <p:cNvPr id="10" name="Text 8"/>
          <p:cNvSpPr/>
          <p:nvPr/>
        </p:nvSpPr>
        <p:spPr>
          <a:xfrm>
            <a:off x="14096649" y="3867150"/>
            <a:ext cx="4133746" cy="41910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700" b="1" dirty="0">
                <a:solidFill>
                  <a:srgbClr val="F1F5F9"/>
                </a:solidFill>
                <a:latin typeface="Aptos" pitchFamily="34" charset="0"/>
                <a:ea typeface="Arial" pitchFamily="34" charset="-122"/>
                <a:cs typeface="Arial" pitchFamily="34" charset="-120"/>
              </a:rPr>
              <a:t>Isolamento</a:t>
            </a:r>
            <a:endParaRPr lang="en-US" sz="2900" dirty="0"/>
          </a:p>
        </p:txBody>
      </p:sp>
      <p:sp>
        <p:nvSpPr>
          <p:cNvPr id="11" name="Text 9"/>
          <p:cNvSpPr/>
          <p:nvPr/>
        </p:nvSpPr>
        <p:spPr>
          <a:xfrm>
            <a:off x="14096649" y="4286250"/>
            <a:ext cx="4133746" cy="8229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300" dirty="0">
                <a:solidFill>
                  <a:srgbClr val="F1F5F9"/>
                </a:solidFill>
                <a:latin typeface="Aptos" pitchFamily="34" charset="0"/>
                <a:ea typeface="Arial" pitchFamily="34" charset="-122"/>
                <a:cs typeface="Arial" pitchFamily="34" charset="-120"/>
              </a:rPr>
              <a:t>Venv próprio para o servidor.</a:t>
            </a:r>
            <a:endParaRPr lang="en-US" sz="2300" dirty="0"/>
          </a:p>
        </p:txBody>
      </p:sp>
      <p:sp>
        <p:nvSpPr>
          <p:cNvPr id="12" name="Shape 10"/>
          <p:cNvSpPr/>
          <p:nvPr/>
        </p:nvSpPr>
        <p:spPr>
          <a:xfrm>
            <a:off x="13620410" y="5313462"/>
            <a:ext cx="4952876" cy="1484412"/>
          </a:xfrm>
          <a:prstGeom prst="rect">
            <a:avLst/>
          </a:prstGeom>
          <a:solidFill>
            <a:srgbClr val="223147"/>
          </a:solidFill>
          <a:ln w="12700">
            <a:solidFill>
              <a:srgbClr val="FFFFFF">
                <a:alpha val="0"/>
              </a:srgbClr>
            </a:solidFill>
            <a:prstDash val="solid"/>
          </a:ln>
        </p:spPr>
        <p:txBody>
          <a:bodyPr/>
          <a:lstStyle/>
          <a:p>
            <a:endParaRPr lang="en-US"/>
          </a:p>
        </p:txBody>
      </p:sp>
      <p:sp>
        <p:nvSpPr>
          <p:cNvPr id="13" name="Shape 11"/>
          <p:cNvSpPr/>
          <p:nvPr/>
        </p:nvSpPr>
        <p:spPr>
          <a:xfrm>
            <a:off x="13687082" y="5313462"/>
            <a:ext cx="0" cy="1484412"/>
          </a:xfrm>
          <a:prstGeom prst="line">
            <a:avLst/>
          </a:prstGeom>
          <a:solidFill>
            <a:srgbClr val="111C2D">
              <a:alpha val="0"/>
            </a:srgbClr>
          </a:solidFill>
          <a:ln w="66675">
            <a:solidFill>
              <a:srgbClr val="F9B000"/>
            </a:solidFill>
            <a:prstDash val="solid"/>
          </a:ln>
        </p:spPr>
        <p:txBody>
          <a:bodyPr/>
          <a:lstStyle/>
          <a:p>
            <a:endParaRPr lang="en-US"/>
          </a:p>
        </p:txBody>
      </p:sp>
      <p:sp>
        <p:nvSpPr>
          <p:cNvPr id="14" name="Text 12"/>
          <p:cNvSpPr/>
          <p:nvPr/>
        </p:nvSpPr>
        <p:spPr>
          <a:xfrm>
            <a:off x="14096649" y="5656362"/>
            <a:ext cx="4133746" cy="41910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700" b="1" dirty="0">
                <a:solidFill>
                  <a:srgbClr val="F1F5F9"/>
                </a:solidFill>
                <a:latin typeface="Aptos" pitchFamily="34" charset="0"/>
                <a:ea typeface="Arial" pitchFamily="34" charset="-122"/>
                <a:cs typeface="Arial" pitchFamily="34" charset="-120"/>
              </a:rPr>
              <a:t>Versões</a:t>
            </a:r>
            <a:endParaRPr lang="en-US" sz="2900" dirty="0"/>
          </a:p>
        </p:txBody>
      </p:sp>
      <p:sp>
        <p:nvSpPr>
          <p:cNvPr id="15" name="Text 13"/>
          <p:cNvSpPr/>
          <p:nvPr/>
        </p:nvSpPr>
        <p:spPr>
          <a:xfrm>
            <a:off x="14096649" y="6075462"/>
            <a:ext cx="4133746" cy="8229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300" dirty="0">
                <a:solidFill>
                  <a:srgbClr val="F1F5F9"/>
                </a:solidFill>
                <a:latin typeface="Aptos" pitchFamily="34" charset="0"/>
                <a:ea typeface="Arial" pitchFamily="34" charset="-122"/>
                <a:cs typeface="Arial" pitchFamily="34" charset="-120"/>
              </a:rPr>
              <a:t>Lock do ambiente Windows.</a:t>
            </a:r>
            <a:endParaRPr lang="en-US" sz="2300" dirty="0"/>
          </a:p>
        </p:txBody>
      </p:sp>
      <p:sp>
        <p:nvSpPr>
          <p:cNvPr id="16" name="Shape 14"/>
          <p:cNvSpPr/>
          <p:nvPr/>
        </p:nvSpPr>
        <p:spPr>
          <a:xfrm>
            <a:off x="13620410" y="7102674"/>
            <a:ext cx="4952876" cy="1484412"/>
          </a:xfrm>
          <a:prstGeom prst="rect">
            <a:avLst/>
          </a:prstGeom>
          <a:solidFill>
            <a:srgbClr val="223147"/>
          </a:solidFill>
          <a:ln w="12700">
            <a:solidFill>
              <a:srgbClr val="FFFFFF">
                <a:alpha val="0"/>
              </a:srgbClr>
            </a:solidFill>
            <a:prstDash val="solid"/>
          </a:ln>
        </p:spPr>
        <p:txBody>
          <a:bodyPr/>
          <a:lstStyle/>
          <a:p>
            <a:endParaRPr lang="en-US"/>
          </a:p>
        </p:txBody>
      </p:sp>
      <p:sp>
        <p:nvSpPr>
          <p:cNvPr id="17" name="Shape 15"/>
          <p:cNvSpPr/>
          <p:nvPr/>
        </p:nvSpPr>
        <p:spPr>
          <a:xfrm>
            <a:off x="13687082" y="7102674"/>
            <a:ext cx="0" cy="1484412"/>
          </a:xfrm>
          <a:prstGeom prst="line">
            <a:avLst/>
          </a:prstGeom>
          <a:solidFill>
            <a:srgbClr val="111C2D">
              <a:alpha val="0"/>
            </a:srgbClr>
          </a:solidFill>
          <a:ln w="66675">
            <a:solidFill>
              <a:srgbClr val="F9B000"/>
            </a:solidFill>
            <a:prstDash val="solid"/>
          </a:ln>
        </p:spPr>
        <p:txBody>
          <a:bodyPr/>
          <a:lstStyle/>
          <a:p>
            <a:endParaRPr lang="en-US"/>
          </a:p>
        </p:txBody>
      </p:sp>
      <p:sp>
        <p:nvSpPr>
          <p:cNvPr id="18" name="Text 16"/>
          <p:cNvSpPr/>
          <p:nvPr/>
        </p:nvSpPr>
        <p:spPr>
          <a:xfrm>
            <a:off x="14096649" y="7445574"/>
            <a:ext cx="4133746" cy="41910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700" b="1" dirty="0">
                <a:solidFill>
                  <a:srgbClr val="F1F5F9"/>
                </a:solidFill>
                <a:latin typeface="Aptos" pitchFamily="34" charset="0"/>
                <a:ea typeface="Arial" pitchFamily="34" charset="-122"/>
                <a:cs typeface="Arial" pitchFamily="34" charset="-120"/>
              </a:rPr>
              <a:t>Arquitetura</a:t>
            </a:r>
            <a:endParaRPr lang="en-US" sz="2900" dirty="0"/>
          </a:p>
        </p:txBody>
      </p:sp>
      <p:sp>
        <p:nvSpPr>
          <p:cNvPr id="19" name="Text 17"/>
          <p:cNvSpPr/>
          <p:nvPr/>
        </p:nvSpPr>
        <p:spPr>
          <a:xfrm>
            <a:off x="14096649" y="7864674"/>
            <a:ext cx="4133746" cy="8229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300" dirty="0">
                <a:solidFill>
                  <a:srgbClr val="F1F5F9"/>
                </a:solidFill>
                <a:latin typeface="Aptos" pitchFamily="34" charset="0"/>
                <a:ea typeface="Arial" pitchFamily="34" charset="-122"/>
                <a:cs typeface="Arial" pitchFamily="34" charset="-120"/>
              </a:rPr>
              <a:t>Resultado esperado: 64.</a:t>
            </a:r>
            <a:endParaRPr lang="en-US" sz="2300" dirty="0"/>
          </a:p>
        </p:txBody>
      </p:sp>
      <p:sp>
        <p:nvSpPr>
          <p:cNvPr id="20" name="Shape 18"/>
          <p:cNvSpPr/>
          <p:nvPr/>
        </p:nvSpPr>
        <p:spPr>
          <a:xfrm>
            <a:off x="13620410" y="8891886"/>
            <a:ext cx="4952876" cy="1484412"/>
          </a:xfrm>
          <a:prstGeom prst="rect">
            <a:avLst/>
          </a:prstGeom>
          <a:solidFill>
            <a:srgbClr val="223147"/>
          </a:solidFill>
          <a:ln w="12700">
            <a:solidFill>
              <a:srgbClr val="FFFFFF">
                <a:alpha val="0"/>
              </a:srgbClr>
            </a:solidFill>
            <a:prstDash val="solid"/>
          </a:ln>
        </p:spPr>
        <p:txBody>
          <a:bodyPr/>
          <a:lstStyle/>
          <a:p>
            <a:endParaRPr lang="en-US"/>
          </a:p>
        </p:txBody>
      </p:sp>
      <p:sp>
        <p:nvSpPr>
          <p:cNvPr id="21" name="Shape 19"/>
          <p:cNvSpPr/>
          <p:nvPr/>
        </p:nvSpPr>
        <p:spPr>
          <a:xfrm>
            <a:off x="13687082" y="8891886"/>
            <a:ext cx="0" cy="1484412"/>
          </a:xfrm>
          <a:prstGeom prst="line">
            <a:avLst/>
          </a:prstGeom>
          <a:solidFill>
            <a:srgbClr val="111C2D">
              <a:alpha val="0"/>
            </a:srgbClr>
          </a:solidFill>
          <a:ln w="66675">
            <a:solidFill>
              <a:srgbClr val="F9B000"/>
            </a:solidFill>
            <a:prstDash val="solid"/>
          </a:ln>
        </p:spPr>
        <p:txBody>
          <a:bodyPr/>
          <a:lstStyle/>
          <a:p>
            <a:endParaRPr lang="en-US"/>
          </a:p>
        </p:txBody>
      </p:sp>
      <p:sp>
        <p:nvSpPr>
          <p:cNvPr id="22" name="Text 20"/>
          <p:cNvSpPr/>
          <p:nvPr/>
        </p:nvSpPr>
        <p:spPr>
          <a:xfrm>
            <a:off x="14096649" y="9234786"/>
            <a:ext cx="4133746" cy="41910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700" b="1" dirty="0">
                <a:solidFill>
                  <a:srgbClr val="F1F5F9"/>
                </a:solidFill>
                <a:latin typeface="Aptos" pitchFamily="34" charset="0"/>
                <a:ea typeface="Arial" pitchFamily="34" charset="-122"/>
                <a:cs typeface="Arial" pitchFamily="34" charset="-120"/>
              </a:rPr>
              <a:t>Importação</a:t>
            </a:r>
            <a:endParaRPr lang="en-US" sz="2900" dirty="0"/>
          </a:p>
        </p:txBody>
      </p:sp>
      <p:sp>
        <p:nvSpPr>
          <p:cNvPr id="23" name="Text 21"/>
          <p:cNvSpPr/>
          <p:nvPr/>
        </p:nvSpPr>
        <p:spPr>
          <a:xfrm>
            <a:off x="14096649" y="9653886"/>
            <a:ext cx="4133746" cy="8229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300" dirty="0">
                <a:solidFill>
                  <a:srgbClr val="F1F5F9"/>
                </a:solidFill>
                <a:latin typeface="Aptos" pitchFamily="34" charset="0"/>
                <a:ea typeface="Arial" pitchFamily="34" charset="-122"/>
                <a:cs typeface="Arial" pitchFamily="34" charset="-120"/>
              </a:rPr>
              <a:t>JVM só após a configuração.</a:t>
            </a:r>
            <a:endParaRPr lang="en-US" sz="2300" dirty="0"/>
          </a:p>
        </p:txBody>
      </p:sp>
      <p:sp>
        <p:nvSpPr>
          <p:cNvPr id="24" name="Text 22"/>
          <p:cNvSpPr/>
          <p:nvPr/>
        </p:nvSpPr>
        <p:spPr>
          <a:xfrm>
            <a:off x="1409665" y="12687300"/>
            <a:ext cx="17373600" cy="5943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400" dirty="0">
                <a:solidFill>
                  <a:srgbClr val="F1F5F9"/>
                </a:solidFill>
                <a:latin typeface="Aptos" pitchFamily="34" charset="0"/>
                <a:ea typeface="Arial" pitchFamily="34" charset="-122"/>
                <a:cs typeface="Arial" pitchFamily="34" charset="-120"/>
              </a:rPr>
              <a:t>A instalação dos pacotes antecede a aula prática.</a:t>
            </a:r>
            <a:endParaRPr lang="en-US" sz="2100" dirty="0"/>
          </a:p>
        </p:txBody>
      </p:sp>
      <p:sp>
        <p:nvSpPr>
          <p:cNvPr id="25" name="TextBox 24"/>
          <p:cNvSpPr txBox="1"/>
          <p:nvPr/>
        </p:nvSpPr>
        <p:spPr>
          <a:xfrm>
            <a:off x="21214080" y="12344400"/>
            <a:ext cx="2286000" cy="502920"/>
          </a:xfrm>
          <a:prstGeom prst="rect">
            <a:avLst/>
          </a:prstGeom>
          <a:noFill/>
        </p:spPr>
        <p:txBody>
          <a:bodyPr wrap="none" lIns="0" tIns="0" rIns="0" bIns="0">
            <a:noAutofit/>
          </a:bodyPr>
          <a:lstStyle/>
          <a:p>
            <a:pPr>
              <a:lnSpc>
                <a:spcPct val="108000"/>
              </a:lnSpc>
              <a:spcBef>
                <a:spcPts val="0"/>
              </a:spcBef>
              <a:spcAft>
                <a:spcPts val="0"/>
              </a:spcAft>
            </a:pPr>
            <a:r>
              <a:rPr lang="en-US" sz="2200">
                <a:solidFill>
                  <a:srgbClr val="15243B"/>
                </a:solidFill>
                <a:latin typeface="Aptos"/>
              </a:rPr>
              <a:t>14 / 70</a:t>
            </a:r>
            <a:endParaRPr sz="2200">
              <a:solidFill>
                <a:srgbClr val="15243B"/>
              </a:solidFill>
              <a:latin typeface="Aptos"/>
            </a:endParaRP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hape 0"/>
          <p:cNvSpPr/>
          <p:nvPr/>
        </p:nvSpPr>
        <p:spPr>
          <a:xfrm>
            <a:off x="1" y="0"/>
            <a:ext cx="24383390" cy="13716000"/>
          </a:xfrm>
          <a:prstGeom prst="rect">
            <a:avLst/>
          </a:prstGeom>
          <a:solidFill>
            <a:srgbClr val="111C2D"/>
          </a:solidFill>
          <a:ln w="12700">
            <a:solidFill>
              <a:srgbClr val="FFFFFF">
                <a:alpha val="0"/>
              </a:srgbClr>
            </a:solidFill>
            <a:prstDash val="solid"/>
          </a:ln>
        </p:spPr>
        <p:txBody>
          <a:bodyPr/>
          <a:lstStyle/>
          <a:p>
            <a:endParaRPr lang="en-US"/>
          </a:p>
        </p:txBody>
      </p:sp>
      <p:sp>
        <p:nvSpPr>
          <p:cNvPr id="3" name="Shape 1"/>
          <p:cNvSpPr/>
          <p:nvPr/>
        </p:nvSpPr>
        <p:spPr>
          <a:xfrm>
            <a:off x="0" y="0"/>
            <a:ext cx="19811504" cy="1219200"/>
          </a:xfrm>
          <a:prstGeom prst="rect">
            <a:avLst/>
          </a:prstGeom>
          <a:solidFill>
            <a:srgbClr val="D9DCDF"/>
          </a:solidFill>
          <a:ln w="12700">
            <a:solidFill>
              <a:srgbClr val="FFFFFF">
                <a:alpha val="0"/>
              </a:srgbClr>
            </a:solidFill>
            <a:prstDash val="solid"/>
          </a:ln>
        </p:spPr>
        <p:txBody>
          <a:bodyPr/>
          <a:lstStyle/>
          <a:p>
            <a:endParaRPr lang="en-US"/>
          </a:p>
        </p:txBody>
      </p:sp>
      <p:sp>
        <p:nvSpPr>
          <p:cNvPr id="4" name="Shape 2"/>
          <p:cNvSpPr/>
          <p:nvPr/>
        </p:nvSpPr>
        <p:spPr>
          <a:xfrm>
            <a:off x="20382990" y="0"/>
            <a:ext cx="4000400" cy="13716000"/>
          </a:xfrm>
          <a:prstGeom prst="rect">
            <a:avLst/>
          </a:prstGeom>
          <a:solidFill>
            <a:srgbClr val="F9B000"/>
          </a:solidFill>
          <a:ln w="12700">
            <a:solidFill>
              <a:srgbClr val="FFFFFF">
                <a:alpha val="0"/>
              </a:srgbClr>
            </a:solidFill>
            <a:prstDash val="solid"/>
          </a:ln>
        </p:spPr>
        <p:txBody>
          <a:bodyPr/>
          <a:lstStyle/>
          <a:p>
            <a:endParaRPr lang="en-US"/>
          </a:p>
        </p:txBody>
      </p:sp>
      <p:sp>
        <p:nvSpPr>
          <p:cNvPr id="5" name="Text 3"/>
          <p:cNvSpPr/>
          <p:nvPr/>
        </p:nvSpPr>
        <p:spPr>
          <a:xfrm>
            <a:off x="1371567" y="1676401"/>
            <a:ext cx="17525562" cy="164592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5400" b="1" dirty="0">
                <a:solidFill>
                  <a:srgbClr val="68BDF4"/>
                </a:solidFill>
                <a:latin typeface="Aptos Display" pitchFamily="34" charset="0"/>
                <a:ea typeface="Arial" pitchFamily="34" charset="-122"/>
                <a:cs typeface="Arial" pitchFamily="34" charset="-120"/>
              </a:rPr>
              <a:t>Variáveis da sessão</a:t>
            </a:r>
            <a:endParaRPr lang="en-US" sz="5700" dirty="0"/>
          </a:p>
        </p:txBody>
      </p:sp>
      <p:sp>
        <p:nvSpPr>
          <p:cNvPr id="6" name="Shape 4"/>
          <p:cNvSpPr/>
          <p:nvPr/>
        </p:nvSpPr>
        <p:spPr>
          <a:xfrm>
            <a:off x="1409665" y="3524250"/>
            <a:ext cx="12115800" cy="7810500"/>
          </a:xfrm>
          <a:prstGeom prst="rect">
            <a:avLst/>
          </a:prstGeom>
          <a:solidFill>
            <a:srgbClr val="0B2D5C"/>
          </a:solidFill>
          <a:ln w="12700">
            <a:solidFill>
              <a:srgbClr val="FFFFFF">
                <a:alpha val="0"/>
              </a:srgbClr>
            </a:solidFill>
            <a:prstDash val="solid"/>
          </a:ln>
        </p:spPr>
        <p:txBody>
          <a:bodyPr/>
          <a:lstStyle/>
          <a:p>
            <a:endParaRPr lang="en-US"/>
          </a:p>
        </p:txBody>
      </p:sp>
      <p:sp>
        <p:nvSpPr>
          <p:cNvPr id="7" name="Text 5"/>
          <p:cNvSpPr/>
          <p:nvPr/>
        </p:nvSpPr>
        <p:spPr>
          <a:xfrm>
            <a:off x="1783080" y="3767328"/>
            <a:ext cx="11567160" cy="7406640"/>
          </a:xfrm>
          <a:prstGeom prst="rect">
            <a:avLst/>
          </a:prstGeom>
          <a:noFill/>
          <a:ln/>
        </p:spPr>
        <p:txBody>
          <a:bodyPr wrap="non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$env:IPED_HOME = `</a:t>
            </a:r>
            <a:endParaRPr lang="en-US" sz="2600" dirty="0">
              <a:solidFill>
                <a:srgbClr val="F1F5F9"/>
              </a:solidFill>
              <a:latin typeface="Consolas" pitchFamily="34" charset="0"/>
              <a:ea typeface="Consolas" pitchFamily="34" charset="-122"/>
              <a:cs typeface="Consolas" pitchFamily="34" charset="-120"/>
            </a:endParaRP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'D:\IPED-4.3.1_and_java_plugins\iped-4.3.1'</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$env:JAVA_HOME = "$env:IPED_HOME\jre"</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$env:IPED_CASE = 'C:\lab_iped\caso_aurora'</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$env:IPED_CASE_LABEL = 'AURORA_SINTETICO'</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$env:IPED_ALLOW_BOOKMARK_WRITE = '1'</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$env:PATH = "$env:JAVA_HOME\bin;" + `</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"$env:JAVA_HOME\bin\server;$env:PATH"</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Test-Path "$env:IPED_HOME\iped.jar"</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Test-Path "$env:JAVA_HOME\bin\server\jvm.dll"</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Test-Path "$env:IPED_CASE\iped\index"</a:t>
            </a:r>
          </a:p>
        </p:txBody>
      </p:sp>
      <p:sp>
        <p:nvSpPr>
          <p:cNvPr id="8" name="Shape 6"/>
          <p:cNvSpPr/>
          <p:nvPr/>
        </p:nvSpPr>
        <p:spPr>
          <a:xfrm>
            <a:off x="13620410" y="3524250"/>
            <a:ext cx="4952876" cy="1484412"/>
          </a:xfrm>
          <a:prstGeom prst="rect">
            <a:avLst/>
          </a:prstGeom>
          <a:solidFill>
            <a:srgbClr val="223147"/>
          </a:solidFill>
          <a:ln w="12700">
            <a:solidFill>
              <a:srgbClr val="FFFFFF">
                <a:alpha val="0"/>
              </a:srgbClr>
            </a:solidFill>
            <a:prstDash val="solid"/>
          </a:ln>
        </p:spPr>
        <p:txBody>
          <a:bodyPr/>
          <a:lstStyle/>
          <a:p>
            <a:endParaRPr lang="en-US"/>
          </a:p>
        </p:txBody>
      </p:sp>
      <p:sp>
        <p:nvSpPr>
          <p:cNvPr id="9" name="Shape 7"/>
          <p:cNvSpPr/>
          <p:nvPr/>
        </p:nvSpPr>
        <p:spPr>
          <a:xfrm>
            <a:off x="13687082" y="3524250"/>
            <a:ext cx="0" cy="1484412"/>
          </a:xfrm>
          <a:prstGeom prst="line">
            <a:avLst/>
          </a:prstGeom>
          <a:solidFill>
            <a:srgbClr val="111C2D">
              <a:alpha val="0"/>
            </a:srgbClr>
          </a:solidFill>
          <a:ln w="66675">
            <a:solidFill>
              <a:srgbClr val="F9B000"/>
            </a:solidFill>
            <a:prstDash val="solid"/>
          </a:ln>
        </p:spPr>
        <p:txBody>
          <a:bodyPr/>
          <a:lstStyle/>
          <a:p>
            <a:endParaRPr lang="en-US"/>
          </a:p>
        </p:txBody>
      </p:sp>
      <p:sp>
        <p:nvSpPr>
          <p:cNvPr id="10" name="Text 8"/>
          <p:cNvSpPr/>
          <p:nvPr/>
        </p:nvSpPr>
        <p:spPr>
          <a:xfrm>
            <a:off x="14096649" y="3867150"/>
            <a:ext cx="4133746" cy="41910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700" b="1" dirty="0">
                <a:solidFill>
                  <a:srgbClr val="F1F5F9"/>
                </a:solidFill>
                <a:latin typeface="Aptos" pitchFamily="34" charset="0"/>
                <a:ea typeface="Arial" pitchFamily="34" charset="-122"/>
                <a:cs typeface="Arial" pitchFamily="34" charset="-120"/>
              </a:rPr>
              <a:t>Instalação</a:t>
            </a:r>
            <a:endParaRPr lang="en-US" sz="2900" dirty="0"/>
          </a:p>
        </p:txBody>
      </p:sp>
      <p:sp>
        <p:nvSpPr>
          <p:cNvPr id="11" name="Text 9"/>
          <p:cNvSpPr/>
          <p:nvPr/>
        </p:nvSpPr>
        <p:spPr>
          <a:xfrm>
            <a:off x="14096649" y="4286250"/>
            <a:ext cx="4133746" cy="8229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300" dirty="0">
                <a:solidFill>
                  <a:srgbClr val="F1F5F9"/>
                </a:solidFill>
                <a:latin typeface="Aptos" pitchFamily="34" charset="0"/>
                <a:ea typeface="Arial" pitchFamily="34" charset="-122"/>
                <a:cs typeface="Arial" pitchFamily="34" charset="-120"/>
              </a:rPr>
              <a:t>Classes e libs do IPED.</a:t>
            </a:r>
            <a:endParaRPr lang="en-US" sz="2300" dirty="0"/>
          </a:p>
        </p:txBody>
      </p:sp>
      <p:sp>
        <p:nvSpPr>
          <p:cNvPr id="12" name="Shape 10"/>
          <p:cNvSpPr/>
          <p:nvPr/>
        </p:nvSpPr>
        <p:spPr>
          <a:xfrm>
            <a:off x="13620410" y="5313462"/>
            <a:ext cx="4952876" cy="1484412"/>
          </a:xfrm>
          <a:prstGeom prst="rect">
            <a:avLst/>
          </a:prstGeom>
          <a:solidFill>
            <a:srgbClr val="223147"/>
          </a:solidFill>
          <a:ln w="12700">
            <a:solidFill>
              <a:srgbClr val="FFFFFF">
                <a:alpha val="0"/>
              </a:srgbClr>
            </a:solidFill>
            <a:prstDash val="solid"/>
          </a:ln>
        </p:spPr>
        <p:txBody>
          <a:bodyPr/>
          <a:lstStyle/>
          <a:p>
            <a:endParaRPr lang="en-US"/>
          </a:p>
        </p:txBody>
      </p:sp>
      <p:sp>
        <p:nvSpPr>
          <p:cNvPr id="13" name="Shape 11"/>
          <p:cNvSpPr/>
          <p:nvPr/>
        </p:nvSpPr>
        <p:spPr>
          <a:xfrm>
            <a:off x="13687082" y="5313462"/>
            <a:ext cx="0" cy="1484412"/>
          </a:xfrm>
          <a:prstGeom prst="line">
            <a:avLst/>
          </a:prstGeom>
          <a:solidFill>
            <a:srgbClr val="111C2D">
              <a:alpha val="0"/>
            </a:srgbClr>
          </a:solidFill>
          <a:ln w="66675">
            <a:solidFill>
              <a:srgbClr val="F9B000"/>
            </a:solidFill>
            <a:prstDash val="solid"/>
          </a:ln>
        </p:spPr>
        <p:txBody>
          <a:bodyPr/>
          <a:lstStyle/>
          <a:p>
            <a:endParaRPr lang="en-US"/>
          </a:p>
        </p:txBody>
      </p:sp>
      <p:sp>
        <p:nvSpPr>
          <p:cNvPr id="14" name="Text 12"/>
          <p:cNvSpPr/>
          <p:nvPr/>
        </p:nvSpPr>
        <p:spPr>
          <a:xfrm>
            <a:off x="14096649" y="5656362"/>
            <a:ext cx="4133746" cy="41910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700" b="1" dirty="0">
                <a:solidFill>
                  <a:srgbClr val="F1F5F9"/>
                </a:solidFill>
                <a:latin typeface="Aptos" pitchFamily="34" charset="0"/>
                <a:ea typeface="Arial" pitchFamily="34" charset="-122"/>
                <a:cs typeface="Arial" pitchFamily="34" charset="-120"/>
              </a:rPr>
              <a:t>JVM</a:t>
            </a:r>
            <a:endParaRPr lang="en-US" sz="2900" dirty="0"/>
          </a:p>
        </p:txBody>
      </p:sp>
      <p:sp>
        <p:nvSpPr>
          <p:cNvPr id="15" name="Text 13"/>
          <p:cNvSpPr/>
          <p:nvPr/>
        </p:nvSpPr>
        <p:spPr>
          <a:xfrm>
            <a:off x="14096649" y="6075462"/>
            <a:ext cx="4133746" cy="8229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300" dirty="0">
                <a:solidFill>
                  <a:srgbClr val="F1F5F9"/>
                </a:solidFill>
                <a:latin typeface="Aptos" pitchFamily="34" charset="0"/>
                <a:ea typeface="Arial" pitchFamily="34" charset="-122"/>
                <a:cs typeface="Arial" pitchFamily="34" charset="-120"/>
              </a:rPr>
              <a:t>JRE da mesma distribuição.</a:t>
            </a:r>
            <a:endParaRPr lang="en-US" sz="2300" dirty="0"/>
          </a:p>
        </p:txBody>
      </p:sp>
      <p:sp>
        <p:nvSpPr>
          <p:cNvPr id="16" name="Shape 14"/>
          <p:cNvSpPr/>
          <p:nvPr/>
        </p:nvSpPr>
        <p:spPr>
          <a:xfrm>
            <a:off x="13620410" y="7102674"/>
            <a:ext cx="4952876" cy="1484412"/>
          </a:xfrm>
          <a:prstGeom prst="rect">
            <a:avLst/>
          </a:prstGeom>
          <a:solidFill>
            <a:srgbClr val="223147"/>
          </a:solidFill>
          <a:ln w="12700">
            <a:solidFill>
              <a:srgbClr val="FFFFFF">
                <a:alpha val="0"/>
              </a:srgbClr>
            </a:solidFill>
            <a:prstDash val="solid"/>
          </a:ln>
        </p:spPr>
        <p:txBody>
          <a:bodyPr/>
          <a:lstStyle/>
          <a:p>
            <a:endParaRPr lang="en-US"/>
          </a:p>
        </p:txBody>
      </p:sp>
      <p:sp>
        <p:nvSpPr>
          <p:cNvPr id="17" name="Shape 15"/>
          <p:cNvSpPr/>
          <p:nvPr/>
        </p:nvSpPr>
        <p:spPr>
          <a:xfrm>
            <a:off x="13687082" y="7102674"/>
            <a:ext cx="0" cy="1484412"/>
          </a:xfrm>
          <a:prstGeom prst="line">
            <a:avLst/>
          </a:prstGeom>
          <a:solidFill>
            <a:srgbClr val="111C2D">
              <a:alpha val="0"/>
            </a:srgbClr>
          </a:solidFill>
          <a:ln w="66675">
            <a:solidFill>
              <a:srgbClr val="F9B000"/>
            </a:solidFill>
            <a:prstDash val="solid"/>
          </a:ln>
        </p:spPr>
        <p:txBody>
          <a:bodyPr/>
          <a:lstStyle/>
          <a:p>
            <a:endParaRPr lang="en-US"/>
          </a:p>
        </p:txBody>
      </p:sp>
      <p:sp>
        <p:nvSpPr>
          <p:cNvPr id="18" name="Text 16"/>
          <p:cNvSpPr/>
          <p:nvPr/>
        </p:nvSpPr>
        <p:spPr>
          <a:xfrm>
            <a:off x="14096649" y="7445574"/>
            <a:ext cx="4133746" cy="41910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700" b="1" dirty="0">
                <a:solidFill>
                  <a:srgbClr val="F1F5F9"/>
                </a:solidFill>
                <a:latin typeface="Aptos" pitchFamily="34" charset="0"/>
                <a:ea typeface="Arial" pitchFamily="34" charset="-122"/>
                <a:cs typeface="Arial" pitchFamily="34" charset="-120"/>
              </a:rPr>
              <a:t>Caso</a:t>
            </a:r>
            <a:endParaRPr lang="en-US" sz="2900" dirty="0"/>
          </a:p>
        </p:txBody>
      </p:sp>
      <p:sp>
        <p:nvSpPr>
          <p:cNvPr id="19" name="Text 17"/>
          <p:cNvSpPr/>
          <p:nvPr/>
        </p:nvSpPr>
        <p:spPr>
          <a:xfrm>
            <a:off x="14096649" y="7864674"/>
            <a:ext cx="4133746" cy="8229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300" dirty="0">
                <a:solidFill>
                  <a:srgbClr val="F1F5F9"/>
                </a:solidFill>
                <a:latin typeface="Aptos" pitchFamily="34" charset="0"/>
                <a:ea typeface="Arial" pitchFamily="34" charset="-122"/>
                <a:cs typeface="Arial" pitchFamily="34" charset="-120"/>
              </a:rPr>
              <a:t>Raiz da saída processada.</a:t>
            </a:r>
            <a:endParaRPr lang="en-US" sz="2300" dirty="0"/>
          </a:p>
        </p:txBody>
      </p:sp>
      <p:sp>
        <p:nvSpPr>
          <p:cNvPr id="20" name="Shape 18"/>
          <p:cNvSpPr/>
          <p:nvPr/>
        </p:nvSpPr>
        <p:spPr>
          <a:xfrm>
            <a:off x="13620410" y="8891886"/>
            <a:ext cx="4952876" cy="1484412"/>
          </a:xfrm>
          <a:prstGeom prst="rect">
            <a:avLst/>
          </a:prstGeom>
          <a:solidFill>
            <a:srgbClr val="223147"/>
          </a:solidFill>
          <a:ln w="12700">
            <a:solidFill>
              <a:srgbClr val="FFFFFF">
                <a:alpha val="0"/>
              </a:srgbClr>
            </a:solidFill>
            <a:prstDash val="solid"/>
          </a:ln>
        </p:spPr>
        <p:txBody>
          <a:bodyPr/>
          <a:lstStyle/>
          <a:p>
            <a:endParaRPr lang="en-US"/>
          </a:p>
        </p:txBody>
      </p:sp>
      <p:sp>
        <p:nvSpPr>
          <p:cNvPr id="21" name="Shape 19"/>
          <p:cNvSpPr/>
          <p:nvPr/>
        </p:nvSpPr>
        <p:spPr>
          <a:xfrm>
            <a:off x="13687082" y="8891886"/>
            <a:ext cx="0" cy="1484412"/>
          </a:xfrm>
          <a:prstGeom prst="line">
            <a:avLst/>
          </a:prstGeom>
          <a:solidFill>
            <a:srgbClr val="111C2D">
              <a:alpha val="0"/>
            </a:srgbClr>
          </a:solidFill>
          <a:ln w="66675">
            <a:solidFill>
              <a:srgbClr val="F9B000"/>
            </a:solidFill>
            <a:prstDash val="solid"/>
          </a:ln>
        </p:spPr>
        <p:txBody>
          <a:bodyPr/>
          <a:lstStyle/>
          <a:p>
            <a:endParaRPr lang="en-US"/>
          </a:p>
        </p:txBody>
      </p:sp>
      <p:sp>
        <p:nvSpPr>
          <p:cNvPr id="22" name="Text 20"/>
          <p:cNvSpPr/>
          <p:nvPr/>
        </p:nvSpPr>
        <p:spPr>
          <a:xfrm>
            <a:off x="14096649" y="9234786"/>
            <a:ext cx="4133746" cy="41910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700" b="1" dirty="0">
                <a:solidFill>
                  <a:srgbClr val="F1F5F9"/>
                </a:solidFill>
                <a:latin typeface="Aptos" pitchFamily="34" charset="0"/>
                <a:ea typeface="Arial" pitchFamily="34" charset="-122"/>
                <a:cs typeface="Arial" pitchFamily="34" charset="-120"/>
              </a:rPr>
              <a:t>Herança</a:t>
            </a:r>
            <a:endParaRPr lang="en-US" sz="2900" dirty="0"/>
          </a:p>
        </p:txBody>
      </p:sp>
      <p:sp>
        <p:nvSpPr>
          <p:cNvPr id="23" name="Text 21"/>
          <p:cNvSpPr/>
          <p:nvPr/>
        </p:nvSpPr>
        <p:spPr>
          <a:xfrm>
            <a:off x="14096649" y="9653886"/>
            <a:ext cx="4133746" cy="8229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300" dirty="0">
                <a:solidFill>
                  <a:srgbClr val="F1F5F9"/>
                </a:solidFill>
                <a:latin typeface="Aptos" pitchFamily="34" charset="0"/>
                <a:ea typeface="Arial" pitchFamily="34" charset="-122"/>
                <a:cs typeface="Arial" pitchFamily="34" charset="-120"/>
              </a:rPr>
              <a:t>Cliente recebe estas variáveis.</a:t>
            </a:r>
            <a:endParaRPr lang="en-US" sz="2300" dirty="0"/>
          </a:p>
        </p:txBody>
      </p:sp>
      <p:sp>
        <p:nvSpPr>
          <p:cNvPr id="24" name="Text 22"/>
          <p:cNvSpPr/>
          <p:nvPr/>
        </p:nvSpPr>
        <p:spPr>
          <a:xfrm>
            <a:off x="1409665" y="12687300"/>
            <a:ext cx="17373600" cy="5943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400" dirty="0">
                <a:solidFill>
                  <a:srgbClr val="F1F5F9"/>
                </a:solidFill>
                <a:latin typeface="Aptos" pitchFamily="34" charset="0"/>
                <a:ea typeface="Arial" pitchFamily="34" charset="-122"/>
                <a:cs typeface="Arial" pitchFamily="34" charset="-120"/>
              </a:rPr>
              <a:t>Definir as variáveis no terminal que iniciará o cliente.</a:t>
            </a:r>
            <a:endParaRPr lang="en-US" sz="2100" dirty="0"/>
          </a:p>
        </p:txBody>
      </p:sp>
      <p:sp>
        <p:nvSpPr>
          <p:cNvPr id="25" name="TextBox 24"/>
          <p:cNvSpPr txBox="1"/>
          <p:nvPr/>
        </p:nvSpPr>
        <p:spPr>
          <a:xfrm>
            <a:off x="21214080" y="12344400"/>
            <a:ext cx="2286000" cy="502920"/>
          </a:xfrm>
          <a:prstGeom prst="rect">
            <a:avLst/>
          </a:prstGeom>
          <a:noFill/>
        </p:spPr>
        <p:txBody>
          <a:bodyPr wrap="none" lIns="0" tIns="0" rIns="0" bIns="0">
            <a:noAutofit/>
          </a:bodyPr>
          <a:lstStyle/>
          <a:p>
            <a:pPr>
              <a:lnSpc>
                <a:spcPct val="108000"/>
              </a:lnSpc>
              <a:spcBef>
                <a:spcPts val="0"/>
              </a:spcBef>
              <a:spcAft>
                <a:spcPts val="0"/>
              </a:spcAft>
            </a:pPr>
            <a:r>
              <a:rPr lang="en-US" sz="2200">
                <a:solidFill>
                  <a:srgbClr val="15243B"/>
                </a:solidFill>
                <a:latin typeface="Aptos"/>
              </a:rPr>
              <a:t>15 / 70</a:t>
            </a:r>
            <a:endParaRPr sz="2200">
              <a:solidFill>
                <a:srgbClr val="15243B"/>
              </a:solidFill>
              <a:latin typeface="Aptos"/>
            </a:endParaRP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hape 0"/>
          <p:cNvSpPr/>
          <p:nvPr/>
        </p:nvSpPr>
        <p:spPr>
          <a:xfrm>
            <a:off x="1" y="0"/>
            <a:ext cx="24383390" cy="13716000"/>
          </a:xfrm>
          <a:prstGeom prst="rect">
            <a:avLst/>
          </a:prstGeom>
          <a:solidFill>
            <a:srgbClr val="111C2D"/>
          </a:solidFill>
          <a:ln w="12700">
            <a:solidFill>
              <a:srgbClr val="FFFFFF">
                <a:alpha val="0"/>
              </a:srgbClr>
            </a:solidFill>
            <a:prstDash val="solid"/>
          </a:ln>
        </p:spPr>
        <p:txBody>
          <a:bodyPr/>
          <a:lstStyle/>
          <a:p>
            <a:endParaRPr lang="en-US"/>
          </a:p>
        </p:txBody>
      </p:sp>
      <p:sp>
        <p:nvSpPr>
          <p:cNvPr id="3" name="Shape 1"/>
          <p:cNvSpPr/>
          <p:nvPr/>
        </p:nvSpPr>
        <p:spPr>
          <a:xfrm>
            <a:off x="0" y="0"/>
            <a:ext cx="19811504" cy="1219200"/>
          </a:xfrm>
          <a:prstGeom prst="rect">
            <a:avLst/>
          </a:prstGeom>
          <a:solidFill>
            <a:srgbClr val="D9DCDF"/>
          </a:solidFill>
          <a:ln w="12700">
            <a:solidFill>
              <a:srgbClr val="FFFFFF">
                <a:alpha val="0"/>
              </a:srgbClr>
            </a:solidFill>
            <a:prstDash val="solid"/>
          </a:ln>
        </p:spPr>
        <p:txBody>
          <a:bodyPr/>
          <a:lstStyle/>
          <a:p>
            <a:endParaRPr lang="en-US"/>
          </a:p>
        </p:txBody>
      </p:sp>
      <p:sp>
        <p:nvSpPr>
          <p:cNvPr id="4" name="Shape 2"/>
          <p:cNvSpPr/>
          <p:nvPr/>
        </p:nvSpPr>
        <p:spPr>
          <a:xfrm>
            <a:off x="20382990" y="0"/>
            <a:ext cx="4000400" cy="13716000"/>
          </a:xfrm>
          <a:prstGeom prst="rect">
            <a:avLst/>
          </a:prstGeom>
          <a:solidFill>
            <a:srgbClr val="F9B000"/>
          </a:solidFill>
          <a:ln w="12700">
            <a:solidFill>
              <a:srgbClr val="FFFFFF">
                <a:alpha val="0"/>
              </a:srgbClr>
            </a:solidFill>
            <a:prstDash val="solid"/>
          </a:ln>
        </p:spPr>
        <p:txBody>
          <a:bodyPr/>
          <a:lstStyle/>
          <a:p>
            <a:endParaRPr lang="en-US"/>
          </a:p>
        </p:txBody>
      </p:sp>
      <p:sp>
        <p:nvSpPr>
          <p:cNvPr id="5" name="Text 3"/>
          <p:cNvSpPr/>
          <p:nvPr/>
        </p:nvSpPr>
        <p:spPr>
          <a:xfrm>
            <a:off x="1371567" y="1676401"/>
            <a:ext cx="17525562" cy="164592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5400" b="1" dirty="0">
                <a:solidFill>
                  <a:srgbClr val="68BDF4"/>
                </a:solidFill>
                <a:latin typeface="Aptos Display" pitchFamily="34" charset="0"/>
                <a:ea typeface="Arial" pitchFamily="34" charset="-122"/>
                <a:cs typeface="Arial" pitchFamily="34" charset="-120"/>
              </a:rPr>
              <a:t>Diagnóstico da JVM</a:t>
            </a:r>
            <a:endParaRPr lang="en-US" sz="5700" dirty="0"/>
          </a:p>
        </p:txBody>
      </p:sp>
      <p:sp>
        <p:nvSpPr>
          <p:cNvPr id="6" name="Shape 4"/>
          <p:cNvSpPr/>
          <p:nvPr/>
        </p:nvSpPr>
        <p:spPr>
          <a:xfrm>
            <a:off x="1409665" y="3524250"/>
            <a:ext cx="12115800" cy="7810500"/>
          </a:xfrm>
          <a:prstGeom prst="rect">
            <a:avLst/>
          </a:prstGeom>
          <a:solidFill>
            <a:srgbClr val="0B2D5C"/>
          </a:solidFill>
          <a:ln w="12700">
            <a:solidFill>
              <a:srgbClr val="FFFFFF">
                <a:alpha val="0"/>
              </a:srgbClr>
            </a:solidFill>
            <a:prstDash val="solid"/>
          </a:ln>
        </p:spPr>
        <p:txBody>
          <a:bodyPr/>
          <a:lstStyle/>
          <a:p>
            <a:endParaRPr lang="en-US"/>
          </a:p>
        </p:txBody>
      </p:sp>
      <p:sp>
        <p:nvSpPr>
          <p:cNvPr id="7" name="Text 5"/>
          <p:cNvSpPr/>
          <p:nvPr/>
        </p:nvSpPr>
        <p:spPr>
          <a:xfrm>
            <a:off x="1783080" y="3767328"/>
            <a:ext cx="11567160" cy="7406640"/>
          </a:xfrm>
          <a:prstGeom prst="rect">
            <a:avLst/>
          </a:prstGeom>
          <a:noFill/>
          <a:ln/>
        </p:spPr>
        <p:txBody>
          <a:bodyPr wrap="non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Processo curto, sem abrir o caso:</a:t>
            </a:r>
            <a:endParaRPr lang="en-US" sz="2600" dirty="0">
              <a:solidFill>
                <a:srgbClr val="F1F5F9"/>
              </a:solidFill>
              <a:latin typeface="Consolas" pitchFamily="34" charset="0"/>
              <a:ea typeface="Consolas" pitchFamily="34" charset="-122"/>
              <a:cs typeface="Consolas" pitchFamily="34" charset="-120"/>
            </a:endParaRP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.\.venv\Scripts\python.exe diagnosticar_jvm.py</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Saída conferida na instalação:</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Python: 64 bits</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Java: 11.0.13</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Arquitetura Java: amd64</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No programa de diagnóstico:</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from jnius import autoclass</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System = autoclass("java.lang.System")</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print(System.getProperty("java.version"))</a:t>
            </a:r>
          </a:p>
        </p:txBody>
      </p:sp>
      <p:sp>
        <p:nvSpPr>
          <p:cNvPr id="8" name="Shape 6"/>
          <p:cNvSpPr/>
          <p:nvPr/>
        </p:nvSpPr>
        <p:spPr>
          <a:xfrm>
            <a:off x="13620410" y="3524250"/>
            <a:ext cx="4952876" cy="1484412"/>
          </a:xfrm>
          <a:prstGeom prst="rect">
            <a:avLst/>
          </a:prstGeom>
          <a:solidFill>
            <a:srgbClr val="223147"/>
          </a:solidFill>
          <a:ln w="12700">
            <a:solidFill>
              <a:srgbClr val="FFFFFF">
                <a:alpha val="0"/>
              </a:srgbClr>
            </a:solidFill>
            <a:prstDash val="solid"/>
          </a:ln>
        </p:spPr>
        <p:txBody>
          <a:bodyPr/>
          <a:lstStyle/>
          <a:p>
            <a:endParaRPr lang="en-US"/>
          </a:p>
        </p:txBody>
      </p:sp>
      <p:sp>
        <p:nvSpPr>
          <p:cNvPr id="9" name="Shape 7"/>
          <p:cNvSpPr/>
          <p:nvPr/>
        </p:nvSpPr>
        <p:spPr>
          <a:xfrm>
            <a:off x="13687082" y="3524250"/>
            <a:ext cx="0" cy="1484412"/>
          </a:xfrm>
          <a:prstGeom prst="line">
            <a:avLst/>
          </a:prstGeom>
          <a:solidFill>
            <a:srgbClr val="111C2D">
              <a:alpha val="0"/>
            </a:srgbClr>
          </a:solidFill>
          <a:ln w="66675">
            <a:solidFill>
              <a:srgbClr val="F9B000"/>
            </a:solidFill>
            <a:prstDash val="solid"/>
          </a:ln>
        </p:spPr>
        <p:txBody>
          <a:bodyPr/>
          <a:lstStyle/>
          <a:p>
            <a:endParaRPr lang="en-US"/>
          </a:p>
        </p:txBody>
      </p:sp>
      <p:sp>
        <p:nvSpPr>
          <p:cNvPr id="10" name="Text 8"/>
          <p:cNvSpPr/>
          <p:nvPr/>
        </p:nvSpPr>
        <p:spPr>
          <a:xfrm>
            <a:off x="14096649" y="3867150"/>
            <a:ext cx="4133746" cy="41910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700" b="1" dirty="0">
                <a:solidFill>
                  <a:srgbClr val="F1F5F9"/>
                </a:solidFill>
                <a:latin typeface="Aptos" pitchFamily="34" charset="0"/>
                <a:ea typeface="Arial" pitchFamily="34" charset="-122"/>
                <a:cs typeface="Arial" pitchFamily="34" charset="-120"/>
              </a:rPr>
              <a:t>Primeiro teste</a:t>
            </a:r>
            <a:endParaRPr lang="en-US" sz="2900" dirty="0"/>
          </a:p>
        </p:txBody>
      </p:sp>
      <p:sp>
        <p:nvSpPr>
          <p:cNvPr id="11" name="Text 9"/>
          <p:cNvSpPr/>
          <p:nvPr/>
        </p:nvSpPr>
        <p:spPr>
          <a:xfrm>
            <a:off x="14096649" y="4286250"/>
            <a:ext cx="4133746" cy="8229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300" dirty="0">
                <a:solidFill>
                  <a:srgbClr val="F1F5F9"/>
                </a:solidFill>
                <a:latin typeface="Aptos" pitchFamily="34" charset="0"/>
                <a:ea typeface="Arial" pitchFamily="34" charset="-122"/>
                <a:cs typeface="Arial" pitchFamily="34" charset="-120"/>
              </a:rPr>
              <a:t>Carregamento de jvm.dll.</a:t>
            </a:r>
            <a:endParaRPr lang="en-US" sz="2300" dirty="0"/>
          </a:p>
        </p:txBody>
      </p:sp>
      <p:sp>
        <p:nvSpPr>
          <p:cNvPr id="12" name="Shape 10"/>
          <p:cNvSpPr/>
          <p:nvPr/>
        </p:nvSpPr>
        <p:spPr>
          <a:xfrm>
            <a:off x="13620410" y="5313462"/>
            <a:ext cx="4952876" cy="1484412"/>
          </a:xfrm>
          <a:prstGeom prst="rect">
            <a:avLst/>
          </a:prstGeom>
          <a:solidFill>
            <a:srgbClr val="223147"/>
          </a:solidFill>
          <a:ln w="12700">
            <a:solidFill>
              <a:srgbClr val="FFFFFF">
                <a:alpha val="0"/>
              </a:srgbClr>
            </a:solidFill>
            <a:prstDash val="solid"/>
          </a:ln>
        </p:spPr>
        <p:txBody>
          <a:bodyPr/>
          <a:lstStyle/>
          <a:p>
            <a:endParaRPr lang="en-US"/>
          </a:p>
        </p:txBody>
      </p:sp>
      <p:sp>
        <p:nvSpPr>
          <p:cNvPr id="13" name="Shape 11"/>
          <p:cNvSpPr/>
          <p:nvPr/>
        </p:nvSpPr>
        <p:spPr>
          <a:xfrm>
            <a:off x="13687082" y="5313462"/>
            <a:ext cx="0" cy="1484412"/>
          </a:xfrm>
          <a:prstGeom prst="line">
            <a:avLst/>
          </a:prstGeom>
          <a:solidFill>
            <a:srgbClr val="111C2D">
              <a:alpha val="0"/>
            </a:srgbClr>
          </a:solidFill>
          <a:ln w="66675">
            <a:solidFill>
              <a:srgbClr val="F9B000"/>
            </a:solidFill>
            <a:prstDash val="solid"/>
          </a:ln>
        </p:spPr>
        <p:txBody>
          <a:bodyPr/>
          <a:lstStyle/>
          <a:p>
            <a:endParaRPr lang="en-US"/>
          </a:p>
        </p:txBody>
      </p:sp>
      <p:sp>
        <p:nvSpPr>
          <p:cNvPr id="14" name="Text 12"/>
          <p:cNvSpPr/>
          <p:nvPr/>
        </p:nvSpPr>
        <p:spPr>
          <a:xfrm>
            <a:off x="14096649" y="5656362"/>
            <a:ext cx="4133746" cy="41910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700" b="1" dirty="0">
                <a:solidFill>
                  <a:srgbClr val="F1F5F9"/>
                </a:solidFill>
                <a:latin typeface="Aptos" pitchFamily="34" charset="0"/>
                <a:ea typeface="Arial" pitchFamily="34" charset="-122"/>
                <a:cs typeface="Arial" pitchFamily="34" charset="-120"/>
              </a:rPr>
              <a:t>Segundo teste</a:t>
            </a:r>
            <a:endParaRPr lang="en-US" sz="2900" dirty="0"/>
          </a:p>
        </p:txBody>
      </p:sp>
      <p:sp>
        <p:nvSpPr>
          <p:cNvPr id="15" name="Text 13"/>
          <p:cNvSpPr/>
          <p:nvPr/>
        </p:nvSpPr>
        <p:spPr>
          <a:xfrm>
            <a:off x="14096649" y="6075462"/>
            <a:ext cx="4133746" cy="8229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300" dirty="0">
                <a:solidFill>
                  <a:srgbClr val="F1F5F9"/>
                </a:solidFill>
                <a:latin typeface="Aptos" pitchFamily="34" charset="0"/>
                <a:ea typeface="Arial" pitchFamily="34" charset="-122"/>
                <a:cs typeface="Arial" pitchFamily="34" charset="-120"/>
              </a:rPr>
              <a:t>Classe Java básica.</a:t>
            </a:r>
            <a:endParaRPr lang="en-US" sz="2300" dirty="0"/>
          </a:p>
        </p:txBody>
      </p:sp>
      <p:sp>
        <p:nvSpPr>
          <p:cNvPr id="16" name="Shape 14"/>
          <p:cNvSpPr/>
          <p:nvPr/>
        </p:nvSpPr>
        <p:spPr>
          <a:xfrm>
            <a:off x="13620410" y="7102674"/>
            <a:ext cx="4952876" cy="1484412"/>
          </a:xfrm>
          <a:prstGeom prst="rect">
            <a:avLst/>
          </a:prstGeom>
          <a:solidFill>
            <a:srgbClr val="223147"/>
          </a:solidFill>
          <a:ln w="12700">
            <a:solidFill>
              <a:srgbClr val="FFFFFF">
                <a:alpha val="0"/>
              </a:srgbClr>
            </a:solidFill>
            <a:prstDash val="solid"/>
          </a:ln>
        </p:spPr>
        <p:txBody>
          <a:bodyPr/>
          <a:lstStyle/>
          <a:p>
            <a:endParaRPr lang="en-US"/>
          </a:p>
        </p:txBody>
      </p:sp>
      <p:sp>
        <p:nvSpPr>
          <p:cNvPr id="17" name="Shape 15"/>
          <p:cNvSpPr/>
          <p:nvPr/>
        </p:nvSpPr>
        <p:spPr>
          <a:xfrm>
            <a:off x="13687082" y="7102674"/>
            <a:ext cx="0" cy="1484412"/>
          </a:xfrm>
          <a:prstGeom prst="line">
            <a:avLst/>
          </a:prstGeom>
          <a:solidFill>
            <a:srgbClr val="111C2D">
              <a:alpha val="0"/>
            </a:srgbClr>
          </a:solidFill>
          <a:ln w="66675">
            <a:solidFill>
              <a:srgbClr val="F9B000"/>
            </a:solidFill>
            <a:prstDash val="solid"/>
          </a:ln>
        </p:spPr>
        <p:txBody>
          <a:bodyPr/>
          <a:lstStyle/>
          <a:p>
            <a:endParaRPr lang="en-US"/>
          </a:p>
        </p:txBody>
      </p:sp>
      <p:sp>
        <p:nvSpPr>
          <p:cNvPr id="18" name="Text 16"/>
          <p:cNvSpPr/>
          <p:nvPr/>
        </p:nvSpPr>
        <p:spPr>
          <a:xfrm>
            <a:off x="14096649" y="7445574"/>
            <a:ext cx="4133746" cy="41910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700" b="1" dirty="0">
                <a:solidFill>
                  <a:srgbClr val="F1F5F9"/>
                </a:solidFill>
                <a:latin typeface="Aptos" pitchFamily="34" charset="0"/>
                <a:ea typeface="Arial" pitchFamily="34" charset="-122"/>
                <a:cs typeface="Arial" pitchFamily="34" charset="-120"/>
              </a:rPr>
              <a:t>Isolamento</a:t>
            </a:r>
            <a:endParaRPr lang="en-US" sz="2900" dirty="0"/>
          </a:p>
        </p:txBody>
      </p:sp>
      <p:sp>
        <p:nvSpPr>
          <p:cNvPr id="19" name="Text 17"/>
          <p:cNvSpPr/>
          <p:nvPr/>
        </p:nvSpPr>
        <p:spPr>
          <a:xfrm>
            <a:off x="14096649" y="7864674"/>
            <a:ext cx="4133746" cy="8229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300" dirty="0">
                <a:solidFill>
                  <a:srgbClr val="F1F5F9"/>
                </a:solidFill>
                <a:latin typeface="Aptos" pitchFamily="34" charset="0"/>
                <a:ea typeface="Arial" pitchFamily="34" charset="-122"/>
                <a:cs typeface="Arial" pitchFamily="34" charset="-120"/>
              </a:rPr>
              <a:t>Sem IPEDSource nesta etapa.</a:t>
            </a:r>
            <a:endParaRPr lang="en-US" sz="2300" dirty="0"/>
          </a:p>
        </p:txBody>
      </p:sp>
      <p:sp>
        <p:nvSpPr>
          <p:cNvPr id="20" name="Shape 18"/>
          <p:cNvSpPr/>
          <p:nvPr/>
        </p:nvSpPr>
        <p:spPr>
          <a:xfrm>
            <a:off x="13620410" y="8891886"/>
            <a:ext cx="4952876" cy="1484412"/>
          </a:xfrm>
          <a:prstGeom prst="rect">
            <a:avLst/>
          </a:prstGeom>
          <a:solidFill>
            <a:srgbClr val="223147"/>
          </a:solidFill>
          <a:ln w="12700">
            <a:solidFill>
              <a:srgbClr val="FFFFFF">
                <a:alpha val="0"/>
              </a:srgbClr>
            </a:solidFill>
            <a:prstDash val="solid"/>
          </a:ln>
        </p:spPr>
        <p:txBody>
          <a:bodyPr/>
          <a:lstStyle/>
          <a:p>
            <a:endParaRPr lang="en-US"/>
          </a:p>
        </p:txBody>
      </p:sp>
      <p:sp>
        <p:nvSpPr>
          <p:cNvPr id="21" name="Shape 19"/>
          <p:cNvSpPr/>
          <p:nvPr/>
        </p:nvSpPr>
        <p:spPr>
          <a:xfrm>
            <a:off x="13687082" y="8891886"/>
            <a:ext cx="0" cy="1484412"/>
          </a:xfrm>
          <a:prstGeom prst="line">
            <a:avLst/>
          </a:prstGeom>
          <a:solidFill>
            <a:srgbClr val="111C2D">
              <a:alpha val="0"/>
            </a:srgbClr>
          </a:solidFill>
          <a:ln w="66675">
            <a:solidFill>
              <a:srgbClr val="F9B000"/>
            </a:solidFill>
            <a:prstDash val="solid"/>
          </a:ln>
        </p:spPr>
        <p:txBody>
          <a:bodyPr/>
          <a:lstStyle/>
          <a:p>
            <a:endParaRPr lang="en-US"/>
          </a:p>
        </p:txBody>
      </p:sp>
      <p:sp>
        <p:nvSpPr>
          <p:cNvPr id="22" name="Text 20"/>
          <p:cNvSpPr/>
          <p:nvPr/>
        </p:nvSpPr>
        <p:spPr>
          <a:xfrm>
            <a:off x="14096649" y="9234786"/>
            <a:ext cx="4133746" cy="41910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700" b="1" dirty="0">
                <a:solidFill>
                  <a:srgbClr val="F1F5F9"/>
                </a:solidFill>
                <a:latin typeface="Aptos" pitchFamily="34" charset="0"/>
                <a:ea typeface="Arial" pitchFamily="34" charset="-122"/>
                <a:cs typeface="Arial" pitchFamily="34" charset="-120"/>
              </a:rPr>
              <a:t>Reinício</a:t>
            </a:r>
            <a:endParaRPr lang="en-US" sz="2900" dirty="0"/>
          </a:p>
        </p:txBody>
      </p:sp>
      <p:sp>
        <p:nvSpPr>
          <p:cNvPr id="23" name="Text 21"/>
          <p:cNvSpPr/>
          <p:nvPr/>
        </p:nvSpPr>
        <p:spPr>
          <a:xfrm>
            <a:off x="14096649" y="9653886"/>
            <a:ext cx="4133746" cy="8229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300" dirty="0">
                <a:solidFill>
                  <a:srgbClr val="F1F5F9"/>
                </a:solidFill>
                <a:latin typeface="Aptos" pitchFamily="34" charset="0"/>
                <a:ea typeface="Arial" pitchFamily="34" charset="-122"/>
                <a:cs typeface="Arial" pitchFamily="34" charset="-120"/>
              </a:rPr>
              <a:t>Novo processo para a ponte.</a:t>
            </a:r>
            <a:endParaRPr lang="en-US" sz="2300" dirty="0"/>
          </a:p>
        </p:txBody>
      </p:sp>
      <p:sp>
        <p:nvSpPr>
          <p:cNvPr id="24" name="Text 22"/>
          <p:cNvSpPr/>
          <p:nvPr/>
        </p:nvSpPr>
        <p:spPr>
          <a:xfrm>
            <a:off x="1409665" y="12687300"/>
            <a:ext cx="17373600" cy="5943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400" dirty="0">
                <a:solidFill>
                  <a:srgbClr val="F1F5F9"/>
                </a:solidFill>
                <a:latin typeface="Aptos" pitchFamily="34" charset="0"/>
                <a:ea typeface="Arial" pitchFamily="34" charset="-122"/>
                <a:cs typeface="Arial" pitchFamily="34" charset="-120"/>
              </a:rPr>
              <a:t>O diagnóstico encerra antes de configurar o classpath do IPED.</a:t>
            </a:r>
            <a:endParaRPr lang="en-US" sz="2100" dirty="0"/>
          </a:p>
        </p:txBody>
      </p:sp>
      <p:sp>
        <p:nvSpPr>
          <p:cNvPr id="25" name="TextBox 24"/>
          <p:cNvSpPr txBox="1"/>
          <p:nvPr/>
        </p:nvSpPr>
        <p:spPr>
          <a:xfrm>
            <a:off x="21214080" y="12344400"/>
            <a:ext cx="2286000" cy="502920"/>
          </a:xfrm>
          <a:prstGeom prst="rect">
            <a:avLst/>
          </a:prstGeom>
          <a:noFill/>
        </p:spPr>
        <p:txBody>
          <a:bodyPr wrap="none" lIns="0" tIns="0" rIns="0" bIns="0">
            <a:noAutofit/>
          </a:bodyPr>
          <a:lstStyle/>
          <a:p>
            <a:pPr>
              <a:lnSpc>
                <a:spcPct val="108000"/>
              </a:lnSpc>
              <a:spcBef>
                <a:spcPts val="0"/>
              </a:spcBef>
              <a:spcAft>
                <a:spcPts val="0"/>
              </a:spcAft>
            </a:pPr>
            <a:r>
              <a:rPr lang="en-US" sz="2200">
                <a:solidFill>
                  <a:srgbClr val="15243B"/>
                </a:solidFill>
                <a:latin typeface="Aptos"/>
              </a:rPr>
              <a:t>16 / 70</a:t>
            </a:r>
            <a:endParaRPr sz="2200">
              <a:solidFill>
                <a:srgbClr val="15243B"/>
              </a:solidFill>
              <a:latin typeface="Aptos"/>
            </a:endParaRP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hape 0"/>
          <p:cNvSpPr/>
          <p:nvPr/>
        </p:nvSpPr>
        <p:spPr>
          <a:xfrm>
            <a:off x="1" y="0"/>
            <a:ext cx="24383390" cy="13716000"/>
          </a:xfrm>
          <a:prstGeom prst="rect">
            <a:avLst/>
          </a:prstGeom>
          <a:solidFill>
            <a:srgbClr val="111C2D"/>
          </a:solidFill>
          <a:ln w="12700">
            <a:solidFill>
              <a:srgbClr val="FFFFFF">
                <a:alpha val="0"/>
              </a:srgbClr>
            </a:solidFill>
            <a:prstDash val="solid"/>
          </a:ln>
        </p:spPr>
        <p:txBody>
          <a:bodyPr/>
          <a:lstStyle/>
          <a:p>
            <a:endParaRPr lang="en-US"/>
          </a:p>
        </p:txBody>
      </p:sp>
      <p:sp>
        <p:nvSpPr>
          <p:cNvPr id="3" name="Shape 1"/>
          <p:cNvSpPr/>
          <p:nvPr/>
        </p:nvSpPr>
        <p:spPr>
          <a:xfrm>
            <a:off x="0" y="0"/>
            <a:ext cx="19811504" cy="1219200"/>
          </a:xfrm>
          <a:prstGeom prst="rect">
            <a:avLst/>
          </a:prstGeom>
          <a:solidFill>
            <a:srgbClr val="D9DCDF"/>
          </a:solidFill>
          <a:ln w="12700">
            <a:solidFill>
              <a:srgbClr val="FFFFFF">
                <a:alpha val="0"/>
              </a:srgbClr>
            </a:solidFill>
            <a:prstDash val="solid"/>
          </a:ln>
        </p:spPr>
        <p:txBody>
          <a:bodyPr/>
          <a:lstStyle/>
          <a:p>
            <a:endParaRPr lang="en-US"/>
          </a:p>
        </p:txBody>
      </p:sp>
      <p:sp>
        <p:nvSpPr>
          <p:cNvPr id="4" name="Shape 2"/>
          <p:cNvSpPr/>
          <p:nvPr/>
        </p:nvSpPr>
        <p:spPr>
          <a:xfrm>
            <a:off x="20382990" y="0"/>
            <a:ext cx="4000400" cy="13716000"/>
          </a:xfrm>
          <a:prstGeom prst="rect">
            <a:avLst/>
          </a:prstGeom>
          <a:solidFill>
            <a:srgbClr val="F9B000"/>
          </a:solidFill>
          <a:ln w="12700">
            <a:solidFill>
              <a:srgbClr val="FFFFFF">
                <a:alpha val="0"/>
              </a:srgbClr>
            </a:solidFill>
            <a:prstDash val="solid"/>
          </a:ln>
        </p:spPr>
        <p:txBody>
          <a:bodyPr/>
          <a:lstStyle/>
          <a:p>
            <a:endParaRPr lang="en-US"/>
          </a:p>
        </p:txBody>
      </p:sp>
      <p:sp>
        <p:nvSpPr>
          <p:cNvPr id="5" name="Text 3"/>
          <p:cNvSpPr/>
          <p:nvPr/>
        </p:nvSpPr>
        <p:spPr>
          <a:xfrm>
            <a:off x="1371567" y="1676400"/>
            <a:ext cx="17525562" cy="164592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5400" b="1" dirty="0">
                <a:solidFill>
                  <a:srgbClr val="68BDF4"/>
                </a:solidFill>
                <a:latin typeface="Aptos Display" pitchFamily="34" charset="0"/>
                <a:ea typeface="Arial" pitchFamily="34" charset="-122"/>
                <a:cs typeface="Arial" pitchFamily="34" charset="-120"/>
              </a:rPr>
              <a:t>Caso sintético Aurora</a:t>
            </a:r>
            <a:endParaRPr lang="en-US" sz="5600" dirty="0"/>
          </a:p>
        </p:txBody>
      </p:sp>
      <p:sp>
        <p:nvSpPr>
          <p:cNvPr id="6" name="Shape 4"/>
          <p:cNvSpPr/>
          <p:nvPr/>
        </p:nvSpPr>
        <p:spPr>
          <a:xfrm>
            <a:off x="1409664" y="3619500"/>
            <a:ext cx="8400840" cy="3543300"/>
          </a:xfrm>
          <a:prstGeom prst="rect">
            <a:avLst/>
          </a:prstGeom>
          <a:solidFill>
            <a:srgbClr val="223147"/>
          </a:solidFill>
          <a:ln w="12700">
            <a:solidFill>
              <a:srgbClr val="FFFFFF">
                <a:alpha val="0"/>
              </a:srgbClr>
            </a:solidFill>
            <a:prstDash val="solid"/>
          </a:ln>
        </p:spPr>
        <p:txBody>
          <a:bodyPr/>
          <a:lstStyle/>
          <a:p>
            <a:endParaRPr lang="en-US"/>
          </a:p>
        </p:txBody>
      </p:sp>
      <p:sp>
        <p:nvSpPr>
          <p:cNvPr id="7" name="Shape 5"/>
          <p:cNvSpPr/>
          <p:nvPr/>
        </p:nvSpPr>
        <p:spPr>
          <a:xfrm>
            <a:off x="1476338" y="3619500"/>
            <a:ext cx="0" cy="3543300"/>
          </a:xfrm>
          <a:prstGeom prst="line">
            <a:avLst/>
          </a:prstGeom>
          <a:solidFill>
            <a:srgbClr val="111C2D">
              <a:alpha val="0"/>
            </a:srgbClr>
          </a:solidFill>
          <a:ln w="66675">
            <a:solidFill>
              <a:srgbClr val="0B6FBD"/>
            </a:solidFill>
            <a:prstDash val="solid"/>
          </a:ln>
        </p:spPr>
        <p:txBody>
          <a:bodyPr/>
          <a:lstStyle/>
          <a:p>
            <a:endParaRPr lang="en-US"/>
          </a:p>
        </p:txBody>
      </p:sp>
      <p:sp>
        <p:nvSpPr>
          <p:cNvPr id="8" name="Text 6"/>
          <p:cNvSpPr/>
          <p:nvPr/>
        </p:nvSpPr>
        <p:spPr>
          <a:xfrm>
            <a:off x="2000200" y="4076701"/>
            <a:ext cx="7353116" cy="51435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3200" b="1" dirty="0">
                <a:solidFill>
                  <a:srgbClr val="F1F5F9"/>
                </a:solidFill>
                <a:latin typeface="Aptos" pitchFamily="34" charset="0"/>
                <a:ea typeface="Arial" pitchFamily="34" charset="-122"/>
                <a:cs typeface="Arial" pitchFamily="34" charset="-120"/>
              </a:rPr>
              <a:t>Documentos</a:t>
            </a:r>
            <a:endParaRPr lang="en-US" sz="3500" dirty="0"/>
          </a:p>
        </p:txBody>
      </p:sp>
      <p:sp>
        <p:nvSpPr>
          <p:cNvPr id="9" name="Text 7"/>
          <p:cNvSpPr/>
          <p:nvPr/>
        </p:nvSpPr>
        <p:spPr>
          <a:xfrm>
            <a:off x="2000200" y="4591051"/>
            <a:ext cx="7353116" cy="19659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800" dirty="0">
                <a:solidFill>
                  <a:srgbClr val="F1F5F9"/>
                </a:solidFill>
                <a:latin typeface="Aptos" pitchFamily="34" charset="0"/>
                <a:ea typeface="Arial" pitchFamily="34" charset="-122"/>
                <a:cs typeface="Arial" pitchFamily="34" charset="-120"/>
              </a:rPr>
              <a:t>Seis registros fictícios para a missão Aurora.</a:t>
            </a:r>
            <a:endParaRPr lang="en-US" sz="2700" dirty="0"/>
          </a:p>
        </p:txBody>
      </p:sp>
      <p:sp>
        <p:nvSpPr>
          <p:cNvPr id="10" name="Shape 8"/>
          <p:cNvSpPr/>
          <p:nvPr/>
        </p:nvSpPr>
        <p:spPr>
          <a:xfrm>
            <a:off x="10153396" y="3619500"/>
            <a:ext cx="8400840" cy="3543300"/>
          </a:xfrm>
          <a:prstGeom prst="rect">
            <a:avLst/>
          </a:prstGeom>
          <a:solidFill>
            <a:srgbClr val="223147"/>
          </a:solidFill>
          <a:ln w="12700">
            <a:solidFill>
              <a:srgbClr val="FFFFFF">
                <a:alpha val="0"/>
              </a:srgbClr>
            </a:solidFill>
            <a:prstDash val="solid"/>
          </a:ln>
        </p:spPr>
        <p:txBody>
          <a:bodyPr/>
          <a:lstStyle/>
          <a:p>
            <a:endParaRPr lang="en-US"/>
          </a:p>
        </p:txBody>
      </p:sp>
      <p:sp>
        <p:nvSpPr>
          <p:cNvPr id="11" name="Shape 9"/>
          <p:cNvSpPr/>
          <p:nvPr/>
        </p:nvSpPr>
        <p:spPr>
          <a:xfrm>
            <a:off x="10220070" y="3619500"/>
            <a:ext cx="0" cy="3543300"/>
          </a:xfrm>
          <a:prstGeom prst="line">
            <a:avLst/>
          </a:prstGeom>
          <a:solidFill>
            <a:srgbClr val="111C2D">
              <a:alpha val="0"/>
            </a:srgbClr>
          </a:solidFill>
          <a:ln w="66675">
            <a:solidFill>
              <a:srgbClr val="0B6FBD"/>
            </a:solidFill>
            <a:prstDash val="solid"/>
          </a:ln>
        </p:spPr>
        <p:txBody>
          <a:bodyPr/>
          <a:lstStyle/>
          <a:p>
            <a:endParaRPr lang="en-US"/>
          </a:p>
        </p:txBody>
      </p:sp>
      <p:sp>
        <p:nvSpPr>
          <p:cNvPr id="12" name="Text 10"/>
          <p:cNvSpPr/>
          <p:nvPr/>
        </p:nvSpPr>
        <p:spPr>
          <a:xfrm>
            <a:off x="10743932" y="4076701"/>
            <a:ext cx="7353116" cy="51435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3200" b="1" dirty="0">
                <a:solidFill>
                  <a:srgbClr val="F1F5F9"/>
                </a:solidFill>
                <a:latin typeface="Aptos" pitchFamily="34" charset="0"/>
                <a:ea typeface="Arial" pitchFamily="34" charset="-122"/>
                <a:cs typeface="Arial" pitchFamily="34" charset="-120"/>
              </a:rPr>
              <a:t>Formatos</a:t>
            </a:r>
            <a:endParaRPr lang="en-US" sz="3500" dirty="0"/>
          </a:p>
        </p:txBody>
      </p:sp>
      <p:sp>
        <p:nvSpPr>
          <p:cNvPr id="13" name="Text 11"/>
          <p:cNvSpPr/>
          <p:nvPr/>
        </p:nvSpPr>
        <p:spPr>
          <a:xfrm>
            <a:off x="10743932" y="4591051"/>
            <a:ext cx="7353116" cy="19659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800" dirty="0">
                <a:solidFill>
                  <a:srgbClr val="F1F5F9"/>
                </a:solidFill>
                <a:latin typeface="Aptos" pitchFamily="34" charset="0"/>
                <a:ea typeface="Arial" pitchFamily="34" charset="-122"/>
                <a:cs typeface="Arial" pitchFamily="34" charset="-120"/>
              </a:rPr>
              <a:t>PDF, DOCX, HTML, e-mail, CSV, JSON e outros itens.</a:t>
            </a:r>
            <a:endParaRPr lang="en-US" sz="2700" dirty="0"/>
          </a:p>
        </p:txBody>
      </p:sp>
      <p:sp>
        <p:nvSpPr>
          <p:cNvPr id="14" name="Shape 12"/>
          <p:cNvSpPr/>
          <p:nvPr/>
        </p:nvSpPr>
        <p:spPr>
          <a:xfrm>
            <a:off x="1409664" y="7505700"/>
            <a:ext cx="8400840" cy="3543300"/>
          </a:xfrm>
          <a:prstGeom prst="rect">
            <a:avLst/>
          </a:prstGeom>
          <a:solidFill>
            <a:srgbClr val="223147"/>
          </a:solidFill>
          <a:ln w="12700">
            <a:solidFill>
              <a:srgbClr val="FFFFFF">
                <a:alpha val="0"/>
              </a:srgbClr>
            </a:solidFill>
            <a:prstDash val="solid"/>
          </a:ln>
        </p:spPr>
        <p:txBody>
          <a:bodyPr/>
          <a:lstStyle/>
          <a:p>
            <a:endParaRPr lang="en-US"/>
          </a:p>
        </p:txBody>
      </p:sp>
      <p:sp>
        <p:nvSpPr>
          <p:cNvPr id="15" name="Shape 13"/>
          <p:cNvSpPr/>
          <p:nvPr/>
        </p:nvSpPr>
        <p:spPr>
          <a:xfrm>
            <a:off x="1476338" y="7505700"/>
            <a:ext cx="0" cy="3543300"/>
          </a:xfrm>
          <a:prstGeom prst="line">
            <a:avLst/>
          </a:prstGeom>
          <a:solidFill>
            <a:srgbClr val="111C2D">
              <a:alpha val="0"/>
            </a:srgbClr>
          </a:solidFill>
          <a:ln w="66675">
            <a:solidFill>
              <a:srgbClr val="F9B000"/>
            </a:solidFill>
            <a:prstDash val="solid"/>
          </a:ln>
        </p:spPr>
        <p:txBody>
          <a:bodyPr/>
          <a:lstStyle/>
          <a:p>
            <a:endParaRPr lang="en-US"/>
          </a:p>
        </p:txBody>
      </p:sp>
      <p:sp>
        <p:nvSpPr>
          <p:cNvPr id="16" name="Text 14"/>
          <p:cNvSpPr/>
          <p:nvPr/>
        </p:nvSpPr>
        <p:spPr>
          <a:xfrm>
            <a:off x="2000200" y="7962901"/>
            <a:ext cx="7353116" cy="51435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3200" b="1" dirty="0">
                <a:solidFill>
                  <a:srgbClr val="F1F5F9"/>
                </a:solidFill>
                <a:latin typeface="Aptos" pitchFamily="34" charset="0"/>
                <a:ea typeface="Arial" pitchFamily="34" charset="-122"/>
                <a:cs typeface="Arial" pitchFamily="34" charset="-120"/>
              </a:rPr>
              <a:t>Unicode</a:t>
            </a:r>
            <a:endParaRPr lang="en-US" sz="3500" dirty="0"/>
          </a:p>
        </p:txBody>
      </p:sp>
      <p:sp>
        <p:nvSpPr>
          <p:cNvPr id="17" name="Text 15"/>
          <p:cNvSpPr/>
          <p:nvPr/>
        </p:nvSpPr>
        <p:spPr>
          <a:xfrm>
            <a:off x="2000200" y="8477251"/>
            <a:ext cx="7353116" cy="19659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800" dirty="0">
                <a:solidFill>
                  <a:srgbClr val="F1F5F9"/>
                </a:solidFill>
                <a:latin typeface="Aptos" pitchFamily="34" charset="0"/>
                <a:ea typeface="Arial" pitchFamily="34" charset="-122"/>
                <a:cs typeface="Arial" pitchFamily="34" charset="-120"/>
              </a:rPr>
              <a:t>Texto longo com acentos, emoji e ideogramas.</a:t>
            </a:r>
            <a:endParaRPr lang="en-US" sz="2700" dirty="0"/>
          </a:p>
        </p:txBody>
      </p:sp>
      <p:sp>
        <p:nvSpPr>
          <p:cNvPr id="18" name="Shape 16"/>
          <p:cNvSpPr/>
          <p:nvPr/>
        </p:nvSpPr>
        <p:spPr>
          <a:xfrm>
            <a:off x="10153396" y="7505700"/>
            <a:ext cx="8400840" cy="3543300"/>
          </a:xfrm>
          <a:prstGeom prst="rect">
            <a:avLst/>
          </a:prstGeom>
          <a:solidFill>
            <a:srgbClr val="223147"/>
          </a:solidFill>
          <a:ln w="12700">
            <a:solidFill>
              <a:srgbClr val="FFFFFF">
                <a:alpha val="0"/>
              </a:srgbClr>
            </a:solidFill>
            <a:prstDash val="solid"/>
          </a:ln>
        </p:spPr>
        <p:txBody>
          <a:bodyPr/>
          <a:lstStyle/>
          <a:p>
            <a:endParaRPr lang="en-US"/>
          </a:p>
        </p:txBody>
      </p:sp>
      <p:sp>
        <p:nvSpPr>
          <p:cNvPr id="19" name="Shape 17"/>
          <p:cNvSpPr/>
          <p:nvPr/>
        </p:nvSpPr>
        <p:spPr>
          <a:xfrm>
            <a:off x="10220070" y="7505700"/>
            <a:ext cx="0" cy="3543300"/>
          </a:xfrm>
          <a:prstGeom prst="line">
            <a:avLst/>
          </a:prstGeom>
          <a:solidFill>
            <a:srgbClr val="111C2D">
              <a:alpha val="0"/>
            </a:srgbClr>
          </a:solidFill>
          <a:ln w="66675">
            <a:solidFill>
              <a:srgbClr val="F9B000"/>
            </a:solidFill>
            <a:prstDash val="solid"/>
          </a:ln>
        </p:spPr>
        <p:txBody>
          <a:bodyPr/>
          <a:lstStyle/>
          <a:p>
            <a:endParaRPr lang="en-US"/>
          </a:p>
        </p:txBody>
      </p:sp>
      <p:sp>
        <p:nvSpPr>
          <p:cNvPr id="20" name="Text 18"/>
          <p:cNvSpPr/>
          <p:nvPr/>
        </p:nvSpPr>
        <p:spPr>
          <a:xfrm>
            <a:off x="10743932" y="7962901"/>
            <a:ext cx="7353116" cy="51435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3200" b="1" dirty="0">
                <a:solidFill>
                  <a:srgbClr val="F1F5F9"/>
                </a:solidFill>
                <a:latin typeface="Aptos" pitchFamily="34" charset="0"/>
                <a:ea typeface="Arial" pitchFamily="34" charset="-122"/>
                <a:cs typeface="Arial" pitchFamily="34" charset="-120"/>
              </a:rPr>
              <a:t>Dado adversarial</a:t>
            </a:r>
            <a:endParaRPr lang="en-US" sz="3500" dirty="0"/>
          </a:p>
        </p:txBody>
      </p:sp>
      <p:sp>
        <p:nvSpPr>
          <p:cNvPr id="21" name="Text 19"/>
          <p:cNvSpPr/>
          <p:nvPr/>
        </p:nvSpPr>
        <p:spPr>
          <a:xfrm>
            <a:off x="10743932" y="8477251"/>
            <a:ext cx="7353116" cy="19659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800" dirty="0">
                <a:solidFill>
                  <a:srgbClr val="F1F5F9"/>
                </a:solidFill>
                <a:latin typeface="Aptos" pitchFamily="34" charset="0"/>
                <a:ea typeface="Arial" pitchFamily="34" charset="-122"/>
                <a:cs typeface="Arial" pitchFamily="34" charset="-120"/>
              </a:rPr>
              <a:t>Um documento tenta impor uma conclusão ao leitor.</a:t>
            </a:r>
            <a:endParaRPr lang="en-US" sz="2700" dirty="0"/>
          </a:p>
        </p:txBody>
      </p:sp>
      <p:sp>
        <p:nvSpPr>
          <p:cNvPr id="22" name="Text 20"/>
          <p:cNvSpPr/>
          <p:nvPr/>
        </p:nvSpPr>
        <p:spPr>
          <a:xfrm>
            <a:off x="1409664" y="11734801"/>
            <a:ext cx="17144572" cy="112395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500" dirty="0">
                <a:solidFill>
                  <a:srgbClr val="F1F5F9"/>
                </a:solidFill>
                <a:latin typeface="Aptos" pitchFamily="34" charset="0"/>
                <a:ea typeface="Arial" pitchFamily="34" charset="-122"/>
                <a:cs typeface="Arial" pitchFamily="34" charset="-120"/>
              </a:rPr>
              <a:t>A conclusão precisa distinguir o que o documento diz do que ocorreu.</a:t>
            </a:r>
            <a:endParaRPr lang="en-US" sz="3000" dirty="0"/>
          </a:p>
        </p:txBody>
      </p:sp>
      <p:sp>
        <p:nvSpPr>
          <p:cNvPr id="23" name="TextBox 22"/>
          <p:cNvSpPr txBox="1"/>
          <p:nvPr/>
        </p:nvSpPr>
        <p:spPr>
          <a:xfrm>
            <a:off x="21214080" y="12344400"/>
            <a:ext cx="2286000" cy="502920"/>
          </a:xfrm>
          <a:prstGeom prst="rect">
            <a:avLst/>
          </a:prstGeom>
          <a:noFill/>
        </p:spPr>
        <p:txBody>
          <a:bodyPr wrap="none" lIns="0" tIns="0" rIns="0" bIns="0">
            <a:noAutofit/>
          </a:bodyPr>
          <a:lstStyle/>
          <a:p>
            <a:pPr>
              <a:lnSpc>
                <a:spcPct val="108000"/>
              </a:lnSpc>
              <a:spcBef>
                <a:spcPts val="0"/>
              </a:spcBef>
              <a:spcAft>
                <a:spcPts val="0"/>
              </a:spcAft>
            </a:pPr>
            <a:r>
              <a:rPr lang="en-US" sz="2200">
                <a:solidFill>
                  <a:srgbClr val="15243B"/>
                </a:solidFill>
                <a:latin typeface="Aptos"/>
              </a:rPr>
              <a:t>17 / 70</a:t>
            </a:r>
            <a:endParaRPr sz="2200">
              <a:solidFill>
                <a:srgbClr val="15243B"/>
              </a:solidFill>
              <a:latin typeface="Aptos"/>
            </a:endParaRP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hape 0"/>
          <p:cNvSpPr/>
          <p:nvPr/>
        </p:nvSpPr>
        <p:spPr>
          <a:xfrm>
            <a:off x="1" y="0"/>
            <a:ext cx="24383390" cy="13716000"/>
          </a:xfrm>
          <a:prstGeom prst="rect">
            <a:avLst/>
          </a:prstGeom>
          <a:solidFill>
            <a:srgbClr val="111C2D"/>
          </a:solidFill>
          <a:ln w="12700">
            <a:solidFill>
              <a:srgbClr val="FFFFFF">
                <a:alpha val="0"/>
              </a:srgbClr>
            </a:solidFill>
            <a:prstDash val="solid"/>
          </a:ln>
        </p:spPr>
        <p:txBody>
          <a:bodyPr/>
          <a:lstStyle/>
          <a:p>
            <a:endParaRPr lang="en-US"/>
          </a:p>
        </p:txBody>
      </p:sp>
      <p:sp>
        <p:nvSpPr>
          <p:cNvPr id="3" name="Shape 1"/>
          <p:cNvSpPr/>
          <p:nvPr/>
        </p:nvSpPr>
        <p:spPr>
          <a:xfrm>
            <a:off x="0" y="0"/>
            <a:ext cx="19811504" cy="1219200"/>
          </a:xfrm>
          <a:prstGeom prst="rect">
            <a:avLst/>
          </a:prstGeom>
          <a:solidFill>
            <a:srgbClr val="D9DCDF"/>
          </a:solidFill>
          <a:ln w="12700">
            <a:solidFill>
              <a:srgbClr val="FFFFFF">
                <a:alpha val="0"/>
              </a:srgbClr>
            </a:solidFill>
            <a:prstDash val="solid"/>
          </a:ln>
        </p:spPr>
        <p:txBody>
          <a:bodyPr/>
          <a:lstStyle/>
          <a:p>
            <a:endParaRPr lang="en-US"/>
          </a:p>
        </p:txBody>
      </p:sp>
      <p:sp>
        <p:nvSpPr>
          <p:cNvPr id="4" name="Shape 2"/>
          <p:cNvSpPr/>
          <p:nvPr/>
        </p:nvSpPr>
        <p:spPr>
          <a:xfrm>
            <a:off x="20382990" y="0"/>
            <a:ext cx="4000400" cy="13716000"/>
          </a:xfrm>
          <a:prstGeom prst="rect">
            <a:avLst/>
          </a:prstGeom>
          <a:solidFill>
            <a:srgbClr val="F9B000"/>
          </a:solidFill>
          <a:ln w="12700">
            <a:solidFill>
              <a:srgbClr val="FFFFFF">
                <a:alpha val="0"/>
              </a:srgbClr>
            </a:solidFill>
            <a:prstDash val="solid"/>
          </a:ln>
        </p:spPr>
        <p:txBody>
          <a:bodyPr/>
          <a:lstStyle/>
          <a:p>
            <a:endParaRPr lang="en-US"/>
          </a:p>
        </p:txBody>
      </p:sp>
      <p:sp>
        <p:nvSpPr>
          <p:cNvPr id="5" name="Text 3"/>
          <p:cNvSpPr/>
          <p:nvPr/>
        </p:nvSpPr>
        <p:spPr>
          <a:xfrm>
            <a:off x="1371567" y="1676401"/>
            <a:ext cx="17525562" cy="164592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5400" b="1" dirty="0">
                <a:solidFill>
                  <a:srgbClr val="68BDF4"/>
                </a:solidFill>
                <a:latin typeface="Aptos Display" pitchFamily="34" charset="0"/>
                <a:ea typeface="Arial" pitchFamily="34" charset="-122"/>
                <a:cs typeface="Arial" pitchFamily="34" charset="-120"/>
              </a:rPr>
              <a:t>Processamento dos dados sintéticos</a:t>
            </a:r>
            <a:endParaRPr lang="en-US" sz="5700" dirty="0"/>
          </a:p>
        </p:txBody>
      </p:sp>
      <p:sp>
        <p:nvSpPr>
          <p:cNvPr id="6" name="Shape 4"/>
          <p:cNvSpPr/>
          <p:nvPr/>
        </p:nvSpPr>
        <p:spPr>
          <a:xfrm>
            <a:off x="1409665" y="3524250"/>
            <a:ext cx="12115800" cy="7810500"/>
          </a:xfrm>
          <a:prstGeom prst="rect">
            <a:avLst/>
          </a:prstGeom>
          <a:solidFill>
            <a:srgbClr val="0B2D5C"/>
          </a:solidFill>
          <a:ln w="12700">
            <a:solidFill>
              <a:srgbClr val="FFFFFF">
                <a:alpha val="0"/>
              </a:srgbClr>
            </a:solidFill>
            <a:prstDash val="solid"/>
          </a:ln>
        </p:spPr>
        <p:txBody>
          <a:bodyPr/>
          <a:lstStyle/>
          <a:p>
            <a:endParaRPr lang="en-US"/>
          </a:p>
        </p:txBody>
      </p:sp>
      <p:sp>
        <p:nvSpPr>
          <p:cNvPr id="7" name="Text 5"/>
          <p:cNvSpPr/>
          <p:nvPr/>
        </p:nvSpPr>
        <p:spPr>
          <a:xfrm>
            <a:off x="1783080" y="3767328"/>
            <a:ext cx="11567160" cy="7406640"/>
          </a:xfrm>
          <a:prstGeom prst="rect">
            <a:avLst/>
          </a:prstGeom>
          <a:noFill/>
          <a:ln/>
        </p:spPr>
        <p:txBody>
          <a:bodyPr wrap="non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Executar antes da aula, com saída nova:</a:t>
            </a:r>
            <a:endParaRPr lang="en-US" sz="2600" dirty="0">
              <a:solidFill>
                <a:srgbClr val="F1F5F9"/>
              </a:solidFill>
              <a:latin typeface="Consolas" pitchFamily="34" charset="0"/>
              <a:ea typeface="Consolas" pitchFamily="34" charset="-122"/>
              <a:cs typeface="Consolas" pitchFamily="34" charset="-120"/>
            </a:endParaRP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&amp; "$env:JAVA_HOME\bin\java.exe" -jar `</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"$env:IPED_HOME\iped.jar" -Xmx6g `</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-d 'C:\lab_iped\mcp\dados_sinteticos' `</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-o 'C:\lab_iped\caso_aurora' `</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-profile triage --nogui --nologfile</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Conferência após conclusão:</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Test-Path "$env:IPED_CASE\iped\index"</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Abrir o caso no IPED e buscar aurora.</a:t>
            </a:r>
          </a:p>
        </p:txBody>
      </p:sp>
      <p:sp>
        <p:nvSpPr>
          <p:cNvPr id="8" name="Shape 6"/>
          <p:cNvSpPr/>
          <p:nvPr/>
        </p:nvSpPr>
        <p:spPr>
          <a:xfrm>
            <a:off x="13620410" y="3524250"/>
            <a:ext cx="4952876" cy="1484412"/>
          </a:xfrm>
          <a:prstGeom prst="rect">
            <a:avLst/>
          </a:prstGeom>
          <a:solidFill>
            <a:srgbClr val="223147"/>
          </a:solidFill>
          <a:ln w="12700">
            <a:solidFill>
              <a:srgbClr val="FFFFFF">
                <a:alpha val="0"/>
              </a:srgbClr>
            </a:solidFill>
            <a:prstDash val="solid"/>
          </a:ln>
        </p:spPr>
        <p:txBody>
          <a:bodyPr/>
          <a:lstStyle/>
          <a:p>
            <a:endParaRPr lang="en-US"/>
          </a:p>
        </p:txBody>
      </p:sp>
      <p:sp>
        <p:nvSpPr>
          <p:cNvPr id="9" name="Shape 7"/>
          <p:cNvSpPr/>
          <p:nvPr/>
        </p:nvSpPr>
        <p:spPr>
          <a:xfrm>
            <a:off x="13687082" y="3524250"/>
            <a:ext cx="0" cy="1484412"/>
          </a:xfrm>
          <a:prstGeom prst="line">
            <a:avLst/>
          </a:prstGeom>
          <a:solidFill>
            <a:srgbClr val="111C2D">
              <a:alpha val="0"/>
            </a:srgbClr>
          </a:solidFill>
          <a:ln w="66675">
            <a:solidFill>
              <a:srgbClr val="F9B000"/>
            </a:solidFill>
            <a:prstDash val="solid"/>
          </a:ln>
        </p:spPr>
        <p:txBody>
          <a:bodyPr/>
          <a:lstStyle/>
          <a:p>
            <a:endParaRPr lang="en-US"/>
          </a:p>
        </p:txBody>
      </p:sp>
      <p:sp>
        <p:nvSpPr>
          <p:cNvPr id="10" name="Text 8"/>
          <p:cNvSpPr/>
          <p:nvPr/>
        </p:nvSpPr>
        <p:spPr>
          <a:xfrm>
            <a:off x="14096649" y="3867150"/>
            <a:ext cx="4133746" cy="41910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700" b="1" dirty="0">
                <a:solidFill>
                  <a:srgbClr val="F1F5F9"/>
                </a:solidFill>
                <a:latin typeface="Aptos" pitchFamily="34" charset="0"/>
                <a:ea typeface="Arial" pitchFamily="34" charset="-122"/>
                <a:cs typeface="Arial" pitchFamily="34" charset="-120"/>
              </a:rPr>
              <a:t>Entrada</a:t>
            </a:r>
            <a:endParaRPr lang="en-US" sz="2900" dirty="0"/>
          </a:p>
        </p:txBody>
      </p:sp>
      <p:sp>
        <p:nvSpPr>
          <p:cNvPr id="11" name="Text 9"/>
          <p:cNvSpPr/>
          <p:nvPr/>
        </p:nvSpPr>
        <p:spPr>
          <a:xfrm>
            <a:off x="14096649" y="4286250"/>
            <a:ext cx="4133746" cy="8229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300" dirty="0">
                <a:solidFill>
                  <a:srgbClr val="F1F5F9"/>
                </a:solidFill>
                <a:latin typeface="Aptos" pitchFamily="34" charset="0"/>
                <a:ea typeface="Arial" pitchFamily="34" charset="-122"/>
                <a:cs typeface="Arial" pitchFamily="34" charset="-120"/>
              </a:rPr>
              <a:t>Somente os textos do pacote.</a:t>
            </a:r>
            <a:endParaRPr lang="en-US" sz="2300" dirty="0"/>
          </a:p>
        </p:txBody>
      </p:sp>
      <p:sp>
        <p:nvSpPr>
          <p:cNvPr id="12" name="Shape 10"/>
          <p:cNvSpPr/>
          <p:nvPr/>
        </p:nvSpPr>
        <p:spPr>
          <a:xfrm>
            <a:off x="13620410" y="5313462"/>
            <a:ext cx="4952876" cy="1484412"/>
          </a:xfrm>
          <a:prstGeom prst="rect">
            <a:avLst/>
          </a:prstGeom>
          <a:solidFill>
            <a:srgbClr val="223147"/>
          </a:solidFill>
          <a:ln w="12700">
            <a:solidFill>
              <a:srgbClr val="FFFFFF">
                <a:alpha val="0"/>
              </a:srgbClr>
            </a:solidFill>
            <a:prstDash val="solid"/>
          </a:ln>
        </p:spPr>
        <p:txBody>
          <a:bodyPr/>
          <a:lstStyle/>
          <a:p>
            <a:endParaRPr lang="en-US"/>
          </a:p>
        </p:txBody>
      </p:sp>
      <p:sp>
        <p:nvSpPr>
          <p:cNvPr id="13" name="Shape 11"/>
          <p:cNvSpPr/>
          <p:nvPr/>
        </p:nvSpPr>
        <p:spPr>
          <a:xfrm>
            <a:off x="13687082" y="5313462"/>
            <a:ext cx="0" cy="1484412"/>
          </a:xfrm>
          <a:prstGeom prst="line">
            <a:avLst/>
          </a:prstGeom>
          <a:solidFill>
            <a:srgbClr val="111C2D">
              <a:alpha val="0"/>
            </a:srgbClr>
          </a:solidFill>
          <a:ln w="66675">
            <a:solidFill>
              <a:srgbClr val="F9B000"/>
            </a:solidFill>
            <a:prstDash val="solid"/>
          </a:ln>
        </p:spPr>
        <p:txBody>
          <a:bodyPr/>
          <a:lstStyle/>
          <a:p>
            <a:endParaRPr lang="en-US"/>
          </a:p>
        </p:txBody>
      </p:sp>
      <p:sp>
        <p:nvSpPr>
          <p:cNvPr id="14" name="Text 12"/>
          <p:cNvSpPr/>
          <p:nvPr/>
        </p:nvSpPr>
        <p:spPr>
          <a:xfrm>
            <a:off x="14096649" y="5656362"/>
            <a:ext cx="4133746" cy="41910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700" b="1" dirty="0">
                <a:solidFill>
                  <a:srgbClr val="F1F5F9"/>
                </a:solidFill>
                <a:latin typeface="Aptos" pitchFamily="34" charset="0"/>
                <a:ea typeface="Arial" pitchFamily="34" charset="-122"/>
                <a:cs typeface="Arial" pitchFamily="34" charset="-120"/>
              </a:rPr>
              <a:t>Saída</a:t>
            </a:r>
            <a:endParaRPr lang="en-US" sz="2900" dirty="0"/>
          </a:p>
        </p:txBody>
      </p:sp>
      <p:sp>
        <p:nvSpPr>
          <p:cNvPr id="15" name="Text 13"/>
          <p:cNvSpPr/>
          <p:nvPr/>
        </p:nvSpPr>
        <p:spPr>
          <a:xfrm>
            <a:off x="14096649" y="6075462"/>
            <a:ext cx="4133746" cy="8229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300" dirty="0">
                <a:solidFill>
                  <a:srgbClr val="F1F5F9"/>
                </a:solidFill>
                <a:latin typeface="Aptos" pitchFamily="34" charset="0"/>
                <a:ea typeface="Arial" pitchFamily="34" charset="-122"/>
                <a:cs typeface="Arial" pitchFamily="34" charset="-120"/>
              </a:rPr>
              <a:t>Pasta nova ou vazia.</a:t>
            </a:r>
            <a:endParaRPr lang="en-US" sz="2300" dirty="0"/>
          </a:p>
        </p:txBody>
      </p:sp>
      <p:sp>
        <p:nvSpPr>
          <p:cNvPr id="16" name="Shape 14"/>
          <p:cNvSpPr/>
          <p:nvPr/>
        </p:nvSpPr>
        <p:spPr>
          <a:xfrm>
            <a:off x="13620410" y="7102674"/>
            <a:ext cx="4952876" cy="1484412"/>
          </a:xfrm>
          <a:prstGeom prst="rect">
            <a:avLst/>
          </a:prstGeom>
          <a:solidFill>
            <a:srgbClr val="223147"/>
          </a:solidFill>
          <a:ln w="12700">
            <a:solidFill>
              <a:srgbClr val="FFFFFF">
                <a:alpha val="0"/>
              </a:srgbClr>
            </a:solidFill>
            <a:prstDash val="solid"/>
          </a:ln>
        </p:spPr>
        <p:txBody>
          <a:bodyPr/>
          <a:lstStyle/>
          <a:p>
            <a:endParaRPr lang="en-US"/>
          </a:p>
        </p:txBody>
      </p:sp>
      <p:sp>
        <p:nvSpPr>
          <p:cNvPr id="17" name="Shape 15"/>
          <p:cNvSpPr/>
          <p:nvPr/>
        </p:nvSpPr>
        <p:spPr>
          <a:xfrm>
            <a:off x="13687082" y="7102674"/>
            <a:ext cx="0" cy="1484412"/>
          </a:xfrm>
          <a:prstGeom prst="line">
            <a:avLst/>
          </a:prstGeom>
          <a:solidFill>
            <a:srgbClr val="111C2D">
              <a:alpha val="0"/>
            </a:srgbClr>
          </a:solidFill>
          <a:ln w="66675">
            <a:solidFill>
              <a:srgbClr val="F9B000"/>
            </a:solidFill>
            <a:prstDash val="solid"/>
          </a:ln>
        </p:spPr>
        <p:txBody>
          <a:bodyPr/>
          <a:lstStyle/>
          <a:p>
            <a:endParaRPr lang="en-US"/>
          </a:p>
        </p:txBody>
      </p:sp>
      <p:sp>
        <p:nvSpPr>
          <p:cNvPr id="18" name="Text 16"/>
          <p:cNvSpPr/>
          <p:nvPr/>
        </p:nvSpPr>
        <p:spPr>
          <a:xfrm>
            <a:off x="14096649" y="7445574"/>
            <a:ext cx="4133746" cy="41910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700" b="1" dirty="0">
                <a:solidFill>
                  <a:srgbClr val="F1F5F9"/>
                </a:solidFill>
                <a:latin typeface="Aptos" pitchFamily="34" charset="0"/>
                <a:ea typeface="Arial" pitchFamily="34" charset="-122"/>
                <a:cs typeface="Arial" pitchFamily="34" charset="-120"/>
              </a:rPr>
              <a:t>Perfil</a:t>
            </a:r>
            <a:endParaRPr lang="en-US" sz="2900" dirty="0"/>
          </a:p>
        </p:txBody>
      </p:sp>
      <p:sp>
        <p:nvSpPr>
          <p:cNvPr id="19" name="Text 17"/>
          <p:cNvSpPr/>
          <p:nvPr/>
        </p:nvSpPr>
        <p:spPr>
          <a:xfrm>
            <a:off x="14096649" y="7864674"/>
            <a:ext cx="4133746" cy="8229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300" dirty="0">
                <a:solidFill>
                  <a:srgbClr val="F1F5F9"/>
                </a:solidFill>
                <a:latin typeface="Aptos" pitchFamily="34" charset="0"/>
                <a:ea typeface="Arial" pitchFamily="34" charset="-122"/>
                <a:cs typeface="Arial" pitchFamily="34" charset="-120"/>
              </a:rPr>
              <a:t>triage indexa conteúdo.</a:t>
            </a:r>
            <a:endParaRPr lang="en-US" sz="2300" dirty="0"/>
          </a:p>
        </p:txBody>
      </p:sp>
      <p:sp>
        <p:nvSpPr>
          <p:cNvPr id="20" name="Shape 18"/>
          <p:cNvSpPr/>
          <p:nvPr/>
        </p:nvSpPr>
        <p:spPr>
          <a:xfrm>
            <a:off x="13620410" y="8891886"/>
            <a:ext cx="4952876" cy="1484412"/>
          </a:xfrm>
          <a:prstGeom prst="rect">
            <a:avLst/>
          </a:prstGeom>
          <a:solidFill>
            <a:srgbClr val="223147"/>
          </a:solidFill>
          <a:ln w="12700">
            <a:solidFill>
              <a:srgbClr val="FFFFFF">
                <a:alpha val="0"/>
              </a:srgbClr>
            </a:solidFill>
            <a:prstDash val="solid"/>
          </a:ln>
        </p:spPr>
        <p:txBody>
          <a:bodyPr/>
          <a:lstStyle/>
          <a:p>
            <a:endParaRPr lang="en-US"/>
          </a:p>
        </p:txBody>
      </p:sp>
      <p:sp>
        <p:nvSpPr>
          <p:cNvPr id="21" name="Shape 19"/>
          <p:cNvSpPr/>
          <p:nvPr/>
        </p:nvSpPr>
        <p:spPr>
          <a:xfrm>
            <a:off x="13687082" y="8891886"/>
            <a:ext cx="0" cy="1484412"/>
          </a:xfrm>
          <a:prstGeom prst="line">
            <a:avLst/>
          </a:prstGeom>
          <a:solidFill>
            <a:srgbClr val="111C2D">
              <a:alpha val="0"/>
            </a:srgbClr>
          </a:solidFill>
          <a:ln w="66675">
            <a:solidFill>
              <a:srgbClr val="F9B000"/>
            </a:solidFill>
            <a:prstDash val="solid"/>
          </a:ln>
        </p:spPr>
        <p:txBody>
          <a:bodyPr/>
          <a:lstStyle/>
          <a:p>
            <a:endParaRPr lang="en-US"/>
          </a:p>
        </p:txBody>
      </p:sp>
      <p:sp>
        <p:nvSpPr>
          <p:cNvPr id="22" name="Text 20"/>
          <p:cNvSpPr/>
          <p:nvPr/>
        </p:nvSpPr>
        <p:spPr>
          <a:xfrm>
            <a:off x="14096649" y="9234786"/>
            <a:ext cx="4133746" cy="41910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700" b="1" dirty="0">
                <a:solidFill>
                  <a:srgbClr val="F1F5F9"/>
                </a:solidFill>
                <a:latin typeface="Aptos" pitchFamily="34" charset="0"/>
                <a:ea typeface="Arial" pitchFamily="34" charset="-122"/>
                <a:cs typeface="Arial" pitchFamily="34" charset="-120"/>
              </a:rPr>
              <a:t>Memória</a:t>
            </a:r>
            <a:endParaRPr lang="en-US" sz="2900" dirty="0"/>
          </a:p>
        </p:txBody>
      </p:sp>
      <p:sp>
        <p:nvSpPr>
          <p:cNvPr id="23" name="Text 21"/>
          <p:cNvSpPr/>
          <p:nvPr/>
        </p:nvSpPr>
        <p:spPr>
          <a:xfrm>
            <a:off x="14096649" y="9653886"/>
            <a:ext cx="4133746" cy="8229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300" dirty="0">
                <a:solidFill>
                  <a:srgbClr val="F1F5F9"/>
                </a:solidFill>
                <a:latin typeface="Aptos" pitchFamily="34" charset="0"/>
                <a:ea typeface="Arial" pitchFamily="34" charset="-122"/>
                <a:cs typeface="Arial" pitchFamily="34" charset="-120"/>
              </a:rPr>
              <a:t>Ajustar ao ambiente disponível.</a:t>
            </a:r>
            <a:endParaRPr lang="en-US" sz="2300" dirty="0"/>
          </a:p>
        </p:txBody>
      </p:sp>
      <p:sp>
        <p:nvSpPr>
          <p:cNvPr id="24" name="Text 22"/>
          <p:cNvSpPr/>
          <p:nvPr/>
        </p:nvSpPr>
        <p:spPr>
          <a:xfrm>
            <a:off x="1409665" y="12687300"/>
            <a:ext cx="17373600" cy="5943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400" dirty="0">
                <a:solidFill>
                  <a:srgbClr val="F1F5F9"/>
                </a:solidFill>
                <a:latin typeface="Aptos" pitchFamily="34" charset="0"/>
                <a:ea typeface="Arial" pitchFamily="34" charset="-122"/>
                <a:cs typeface="Arial" pitchFamily="34" charset="-120"/>
              </a:rPr>
              <a:t>O iniciador do IPED exige -Xmx depois de iped.jar.</a:t>
            </a:r>
            <a:endParaRPr lang="en-US" sz="2100" dirty="0"/>
          </a:p>
        </p:txBody>
      </p:sp>
      <p:sp>
        <p:nvSpPr>
          <p:cNvPr id="25" name="TextBox 24"/>
          <p:cNvSpPr txBox="1"/>
          <p:nvPr/>
        </p:nvSpPr>
        <p:spPr>
          <a:xfrm>
            <a:off x="21214080" y="12344400"/>
            <a:ext cx="2286000" cy="502920"/>
          </a:xfrm>
          <a:prstGeom prst="rect">
            <a:avLst/>
          </a:prstGeom>
          <a:noFill/>
        </p:spPr>
        <p:txBody>
          <a:bodyPr wrap="none" lIns="0" tIns="0" rIns="0" bIns="0">
            <a:noAutofit/>
          </a:bodyPr>
          <a:lstStyle/>
          <a:p>
            <a:pPr>
              <a:lnSpc>
                <a:spcPct val="108000"/>
              </a:lnSpc>
              <a:spcBef>
                <a:spcPts val="0"/>
              </a:spcBef>
              <a:spcAft>
                <a:spcPts val="0"/>
              </a:spcAft>
            </a:pPr>
            <a:r>
              <a:rPr lang="en-US" sz="2200">
                <a:solidFill>
                  <a:srgbClr val="15243B"/>
                </a:solidFill>
                <a:latin typeface="Aptos"/>
              </a:rPr>
              <a:t>18 / 70</a:t>
            </a:r>
            <a:endParaRPr sz="2200">
              <a:solidFill>
                <a:srgbClr val="15243B"/>
              </a:solidFill>
              <a:latin typeface="Aptos"/>
            </a:endParaRP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hape 0"/>
          <p:cNvSpPr/>
          <p:nvPr/>
        </p:nvSpPr>
        <p:spPr>
          <a:xfrm>
            <a:off x="1" y="0"/>
            <a:ext cx="24383390" cy="13716000"/>
          </a:xfrm>
          <a:prstGeom prst="rect">
            <a:avLst/>
          </a:prstGeom>
          <a:solidFill>
            <a:srgbClr val="111C2D"/>
          </a:solidFill>
          <a:ln w="12700">
            <a:solidFill>
              <a:srgbClr val="FFFFFF">
                <a:alpha val="0"/>
              </a:srgbClr>
            </a:solidFill>
            <a:prstDash val="solid"/>
          </a:ln>
        </p:spPr>
        <p:txBody>
          <a:bodyPr/>
          <a:lstStyle/>
          <a:p>
            <a:endParaRPr lang="en-US"/>
          </a:p>
        </p:txBody>
      </p:sp>
      <p:sp>
        <p:nvSpPr>
          <p:cNvPr id="3" name="Shape 1"/>
          <p:cNvSpPr/>
          <p:nvPr/>
        </p:nvSpPr>
        <p:spPr>
          <a:xfrm>
            <a:off x="0" y="0"/>
            <a:ext cx="19811504" cy="1219200"/>
          </a:xfrm>
          <a:prstGeom prst="rect">
            <a:avLst/>
          </a:prstGeom>
          <a:solidFill>
            <a:srgbClr val="D9DCDF"/>
          </a:solidFill>
          <a:ln w="12700">
            <a:solidFill>
              <a:srgbClr val="FFFFFF">
                <a:alpha val="0"/>
              </a:srgbClr>
            </a:solidFill>
            <a:prstDash val="solid"/>
          </a:ln>
        </p:spPr>
        <p:txBody>
          <a:bodyPr/>
          <a:lstStyle/>
          <a:p>
            <a:endParaRPr lang="en-US"/>
          </a:p>
        </p:txBody>
      </p:sp>
      <p:sp>
        <p:nvSpPr>
          <p:cNvPr id="4" name="Shape 2"/>
          <p:cNvSpPr/>
          <p:nvPr/>
        </p:nvSpPr>
        <p:spPr>
          <a:xfrm>
            <a:off x="20382990" y="0"/>
            <a:ext cx="4000400" cy="13716000"/>
          </a:xfrm>
          <a:prstGeom prst="rect">
            <a:avLst/>
          </a:prstGeom>
          <a:solidFill>
            <a:srgbClr val="F9B000"/>
          </a:solidFill>
          <a:ln w="12700">
            <a:solidFill>
              <a:srgbClr val="FFFFFF">
                <a:alpha val="0"/>
              </a:srgbClr>
            </a:solidFill>
            <a:prstDash val="solid"/>
          </a:ln>
        </p:spPr>
        <p:txBody>
          <a:bodyPr/>
          <a:lstStyle/>
          <a:p>
            <a:endParaRPr lang="en-US"/>
          </a:p>
        </p:txBody>
      </p:sp>
      <p:sp>
        <p:nvSpPr>
          <p:cNvPr id="5" name="Text 3"/>
          <p:cNvSpPr/>
          <p:nvPr/>
        </p:nvSpPr>
        <p:spPr>
          <a:xfrm>
            <a:off x="1371567" y="1676400"/>
            <a:ext cx="17335066" cy="164592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5400" b="1" dirty="0">
                <a:solidFill>
                  <a:srgbClr val="68BDF4"/>
                </a:solidFill>
                <a:latin typeface="Aptos Display" pitchFamily="34" charset="0"/>
                <a:ea typeface="Arial" pitchFamily="34" charset="-122"/>
                <a:cs typeface="Arial" pitchFamily="34" charset="-120"/>
              </a:rPr>
              <a:t>Camadas de diagnóstico</a:t>
            </a:r>
            <a:endParaRPr lang="en-US" sz="5600" dirty="0"/>
          </a:p>
        </p:txBody>
      </p:sp>
      <p:sp>
        <p:nvSpPr>
          <p:cNvPr id="6" name="Shape 4"/>
          <p:cNvSpPr/>
          <p:nvPr/>
        </p:nvSpPr>
        <p:spPr>
          <a:xfrm>
            <a:off x="1409664" y="3619501"/>
            <a:ext cx="17144572" cy="1581150"/>
          </a:xfrm>
          <a:prstGeom prst="rect">
            <a:avLst/>
          </a:prstGeom>
          <a:solidFill>
            <a:srgbClr val="223147"/>
          </a:solidFill>
          <a:ln w="12700">
            <a:solidFill>
              <a:srgbClr val="FFFFFF">
                <a:alpha val="0"/>
              </a:srgbClr>
            </a:solidFill>
            <a:prstDash val="solid"/>
          </a:ln>
        </p:spPr>
        <p:txBody>
          <a:bodyPr/>
          <a:lstStyle/>
          <a:p>
            <a:endParaRPr lang="en-US"/>
          </a:p>
        </p:txBody>
      </p:sp>
      <p:sp>
        <p:nvSpPr>
          <p:cNvPr id="7" name="Shape 5"/>
          <p:cNvSpPr/>
          <p:nvPr/>
        </p:nvSpPr>
        <p:spPr>
          <a:xfrm>
            <a:off x="1409664" y="5191126"/>
            <a:ext cx="17144572" cy="0"/>
          </a:xfrm>
          <a:prstGeom prst="line">
            <a:avLst/>
          </a:prstGeom>
          <a:solidFill>
            <a:srgbClr val="111C2D">
              <a:alpha val="0"/>
            </a:srgbClr>
          </a:solidFill>
          <a:ln w="9525">
            <a:solidFill>
              <a:srgbClr val="CBD5E1"/>
            </a:solidFill>
            <a:prstDash val="solid"/>
          </a:ln>
        </p:spPr>
        <p:txBody>
          <a:bodyPr/>
          <a:lstStyle/>
          <a:p>
            <a:endParaRPr lang="en-US"/>
          </a:p>
        </p:txBody>
      </p:sp>
      <p:sp>
        <p:nvSpPr>
          <p:cNvPr id="8" name="Text 6"/>
          <p:cNvSpPr/>
          <p:nvPr/>
        </p:nvSpPr>
        <p:spPr>
          <a:xfrm>
            <a:off x="1828754" y="4162425"/>
            <a:ext cx="5143372" cy="47625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800" b="1" dirty="0">
                <a:solidFill>
                  <a:srgbClr val="F1F5F9"/>
                </a:solidFill>
                <a:latin typeface="Aptos" pitchFamily="34" charset="0"/>
                <a:ea typeface="Arial" pitchFamily="34" charset="-122"/>
                <a:cs typeface="Arial" pitchFamily="34" charset="-120"/>
              </a:rPr>
              <a:t>JVM</a:t>
            </a:r>
            <a:endParaRPr lang="en-US" sz="3200" dirty="0"/>
          </a:p>
        </p:txBody>
      </p:sp>
      <p:sp>
        <p:nvSpPr>
          <p:cNvPr id="9" name="Text 7"/>
          <p:cNvSpPr/>
          <p:nvPr/>
        </p:nvSpPr>
        <p:spPr>
          <a:xfrm>
            <a:off x="6972126" y="4186239"/>
            <a:ext cx="11163020" cy="91440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700" dirty="0">
                <a:solidFill>
                  <a:srgbClr val="F1F5F9"/>
                </a:solidFill>
                <a:latin typeface="Aptos" pitchFamily="34" charset="0"/>
                <a:ea typeface="Arial" pitchFamily="34" charset="-122"/>
                <a:cs typeface="Arial" pitchFamily="34" charset="-120"/>
              </a:rPr>
              <a:t>PyJNIus carrega Java e lê java.version.</a:t>
            </a:r>
            <a:endParaRPr lang="en-US" sz="2700" dirty="0"/>
          </a:p>
        </p:txBody>
      </p:sp>
      <p:sp>
        <p:nvSpPr>
          <p:cNvPr id="10" name="Shape 8"/>
          <p:cNvSpPr/>
          <p:nvPr/>
        </p:nvSpPr>
        <p:spPr>
          <a:xfrm>
            <a:off x="1409664" y="6772276"/>
            <a:ext cx="17144572" cy="0"/>
          </a:xfrm>
          <a:prstGeom prst="line">
            <a:avLst/>
          </a:prstGeom>
          <a:solidFill>
            <a:srgbClr val="111C2D">
              <a:alpha val="0"/>
            </a:srgbClr>
          </a:solidFill>
          <a:ln w="9525">
            <a:solidFill>
              <a:srgbClr val="CBD5E1"/>
            </a:solidFill>
            <a:prstDash val="solid"/>
          </a:ln>
        </p:spPr>
        <p:txBody>
          <a:bodyPr/>
          <a:lstStyle/>
          <a:p>
            <a:endParaRPr lang="en-US"/>
          </a:p>
        </p:txBody>
      </p:sp>
      <p:sp>
        <p:nvSpPr>
          <p:cNvPr id="11" name="Text 9"/>
          <p:cNvSpPr/>
          <p:nvPr/>
        </p:nvSpPr>
        <p:spPr>
          <a:xfrm>
            <a:off x="1828754" y="5743577"/>
            <a:ext cx="5143372" cy="47625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800" b="1" dirty="0">
                <a:solidFill>
                  <a:srgbClr val="F1F5F9"/>
                </a:solidFill>
                <a:latin typeface="Aptos" pitchFamily="34" charset="0"/>
                <a:ea typeface="Arial" pitchFamily="34" charset="-122"/>
                <a:cs typeface="Arial" pitchFamily="34" charset="-120"/>
              </a:rPr>
              <a:t>Classes</a:t>
            </a:r>
            <a:endParaRPr lang="en-US" sz="3200" dirty="0"/>
          </a:p>
        </p:txBody>
      </p:sp>
      <p:sp>
        <p:nvSpPr>
          <p:cNvPr id="12" name="Text 10"/>
          <p:cNvSpPr/>
          <p:nvPr/>
        </p:nvSpPr>
        <p:spPr>
          <a:xfrm>
            <a:off x="6972126" y="5767389"/>
            <a:ext cx="11163020" cy="91440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700" dirty="0">
                <a:solidFill>
                  <a:srgbClr val="F1F5F9"/>
                </a:solidFill>
                <a:latin typeface="Aptos" pitchFamily="34" charset="0"/>
                <a:ea typeface="Arial" pitchFamily="34" charset="-122"/>
                <a:cs typeface="Arial" pitchFamily="34" charset="-120"/>
              </a:rPr>
              <a:t>autoclass encontra IPEDSource e IPEDSearcher.</a:t>
            </a:r>
            <a:endParaRPr lang="en-US" sz="2700" dirty="0"/>
          </a:p>
        </p:txBody>
      </p:sp>
      <p:sp>
        <p:nvSpPr>
          <p:cNvPr id="13" name="Shape 11"/>
          <p:cNvSpPr/>
          <p:nvPr/>
        </p:nvSpPr>
        <p:spPr>
          <a:xfrm>
            <a:off x="1409664" y="6781801"/>
            <a:ext cx="17144572" cy="1581150"/>
          </a:xfrm>
          <a:prstGeom prst="rect">
            <a:avLst/>
          </a:prstGeom>
          <a:solidFill>
            <a:srgbClr val="223147"/>
          </a:solidFill>
          <a:ln w="12700">
            <a:solidFill>
              <a:srgbClr val="FFFFFF">
                <a:alpha val="0"/>
              </a:srgbClr>
            </a:solidFill>
            <a:prstDash val="solid"/>
          </a:ln>
        </p:spPr>
        <p:txBody>
          <a:bodyPr/>
          <a:lstStyle/>
          <a:p>
            <a:endParaRPr lang="en-US"/>
          </a:p>
        </p:txBody>
      </p:sp>
      <p:sp>
        <p:nvSpPr>
          <p:cNvPr id="14" name="Shape 12"/>
          <p:cNvSpPr/>
          <p:nvPr/>
        </p:nvSpPr>
        <p:spPr>
          <a:xfrm>
            <a:off x="1409664" y="8353424"/>
            <a:ext cx="17144572" cy="0"/>
          </a:xfrm>
          <a:prstGeom prst="line">
            <a:avLst/>
          </a:prstGeom>
          <a:solidFill>
            <a:srgbClr val="111C2D">
              <a:alpha val="0"/>
            </a:srgbClr>
          </a:solidFill>
          <a:ln w="9525">
            <a:solidFill>
              <a:srgbClr val="CBD5E1"/>
            </a:solidFill>
            <a:prstDash val="solid"/>
          </a:ln>
        </p:spPr>
        <p:txBody>
          <a:bodyPr/>
          <a:lstStyle/>
          <a:p>
            <a:endParaRPr lang="en-US"/>
          </a:p>
        </p:txBody>
      </p:sp>
      <p:sp>
        <p:nvSpPr>
          <p:cNvPr id="15" name="Text 13"/>
          <p:cNvSpPr/>
          <p:nvPr/>
        </p:nvSpPr>
        <p:spPr>
          <a:xfrm>
            <a:off x="1828754" y="7324725"/>
            <a:ext cx="5143372" cy="47625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800" b="1" dirty="0">
                <a:solidFill>
                  <a:srgbClr val="F1F5F9"/>
                </a:solidFill>
                <a:latin typeface="Aptos" pitchFamily="34" charset="0"/>
                <a:ea typeface="Arial" pitchFamily="34" charset="-122"/>
                <a:cs typeface="Arial" pitchFamily="34" charset="-120"/>
              </a:rPr>
              <a:t>Caso</a:t>
            </a:r>
            <a:endParaRPr lang="en-US" sz="3200" dirty="0"/>
          </a:p>
        </p:txBody>
      </p:sp>
      <p:sp>
        <p:nvSpPr>
          <p:cNvPr id="16" name="Text 14"/>
          <p:cNvSpPr/>
          <p:nvPr/>
        </p:nvSpPr>
        <p:spPr>
          <a:xfrm>
            <a:off x="6972126" y="7348539"/>
            <a:ext cx="11163020" cy="91440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700" dirty="0">
                <a:solidFill>
                  <a:srgbClr val="F1F5F9"/>
                </a:solidFill>
                <a:latin typeface="Aptos" pitchFamily="34" charset="0"/>
                <a:ea typeface="Arial" pitchFamily="34" charset="-122"/>
                <a:cs typeface="Arial" pitchFamily="34" charset="-120"/>
              </a:rPr>
              <a:t>A API abre a raiz processada sem erro.</a:t>
            </a:r>
            <a:endParaRPr lang="en-US" sz="2700" dirty="0"/>
          </a:p>
        </p:txBody>
      </p:sp>
      <p:sp>
        <p:nvSpPr>
          <p:cNvPr id="17" name="Shape 15"/>
          <p:cNvSpPr/>
          <p:nvPr/>
        </p:nvSpPr>
        <p:spPr>
          <a:xfrm>
            <a:off x="1409664" y="9934574"/>
            <a:ext cx="17144572" cy="0"/>
          </a:xfrm>
          <a:prstGeom prst="line">
            <a:avLst/>
          </a:prstGeom>
          <a:solidFill>
            <a:srgbClr val="111C2D">
              <a:alpha val="0"/>
            </a:srgbClr>
          </a:solidFill>
          <a:ln w="9525">
            <a:solidFill>
              <a:srgbClr val="CBD5E1"/>
            </a:solidFill>
            <a:prstDash val="solid"/>
          </a:ln>
        </p:spPr>
        <p:txBody>
          <a:bodyPr/>
          <a:lstStyle/>
          <a:p>
            <a:endParaRPr lang="en-US"/>
          </a:p>
        </p:txBody>
      </p:sp>
      <p:sp>
        <p:nvSpPr>
          <p:cNvPr id="18" name="Text 16"/>
          <p:cNvSpPr/>
          <p:nvPr/>
        </p:nvSpPr>
        <p:spPr>
          <a:xfrm>
            <a:off x="1828754" y="8905875"/>
            <a:ext cx="5143372" cy="47625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800" b="1" dirty="0">
                <a:solidFill>
                  <a:srgbClr val="F1F5F9"/>
                </a:solidFill>
                <a:latin typeface="Aptos" pitchFamily="34" charset="0"/>
                <a:ea typeface="Arial" pitchFamily="34" charset="-122"/>
                <a:cs typeface="Arial" pitchFamily="34" charset="-120"/>
              </a:rPr>
              <a:t>Busca</a:t>
            </a:r>
            <a:endParaRPr lang="en-US" sz="3200" dirty="0"/>
          </a:p>
        </p:txBody>
      </p:sp>
      <p:sp>
        <p:nvSpPr>
          <p:cNvPr id="19" name="Text 17"/>
          <p:cNvSpPr/>
          <p:nvPr/>
        </p:nvSpPr>
        <p:spPr>
          <a:xfrm>
            <a:off x="6972126" y="8929689"/>
            <a:ext cx="11163020" cy="91440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700" dirty="0">
                <a:solidFill>
                  <a:srgbClr val="F1F5F9"/>
                </a:solidFill>
                <a:latin typeface="Aptos" pitchFamily="34" charset="0"/>
                <a:ea typeface="Arial" pitchFamily="34" charset="-122"/>
                <a:cs typeface="Arial" pitchFamily="34" charset="-120"/>
              </a:rPr>
              <a:t>aurora devolve itens e IDs coerentes.</a:t>
            </a:r>
            <a:endParaRPr lang="en-US" sz="2700" dirty="0"/>
          </a:p>
        </p:txBody>
      </p:sp>
      <p:sp>
        <p:nvSpPr>
          <p:cNvPr id="20" name="Shape 18"/>
          <p:cNvSpPr/>
          <p:nvPr/>
        </p:nvSpPr>
        <p:spPr>
          <a:xfrm>
            <a:off x="1409664" y="9944101"/>
            <a:ext cx="17144572" cy="1581150"/>
          </a:xfrm>
          <a:prstGeom prst="rect">
            <a:avLst/>
          </a:prstGeom>
          <a:solidFill>
            <a:srgbClr val="223147"/>
          </a:solidFill>
          <a:ln w="12700">
            <a:solidFill>
              <a:srgbClr val="FFFFFF">
                <a:alpha val="0"/>
              </a:srgbClr>
            </a:solidFill>
            <a:prstDash val="solid"/>
          </a:ln>
        </p:spPr>
        <p:txBody>
          <a:bodyPr/>
          <a:lstStyle/>
          <a:p>
            <a:endParaRPr lang="en-US"/>
          </a:p>
        </p:txBody>
      </p:sp>
      <p:sp>
        <p:nvSpPr>
          <p:cNvPr id="21" name="Shape 19"/>
          <p:cNvSpPr/>
          <p:nvPr/>
        </p:nvSpPr>
        <p:spPr>
          <a:xfrm>
            <a:off x="1409664" y="11515726"/>
            <a:ext cx="17144572" cy="0"/>
          </a:xfrm>
          <a:prstGeom prst="line">
            <a:avLst/>
          </a:prstGeom>
          <a:solidFill>
            <a:srgbClr val="111C2D">
              <a:alpha val="0"/>
            </a:srgbClr>
          </a:solidFill>
          <a:ln w="9525">
            <a:solidFill>
              <a:srgbClr val="CBD5E1"/>
            </a:solidFill>
            <a:prstDash val="solid"/>
          </a:ln>
        </p:spPr>
        <p:txBody>
          <a:bodyPr/>
          <a:lstStyle/>
          <a:p>
            <a:endParaRPr lang="en-US"/>
          </a:p>
        </p:txBody>
      </p:sp>
      <p:sp>
        <p:nvSpPr>
          <p:cNvPr id="22" name="Text 20"/>
          <p:cNvSpPr/>
          <p:nvPr/>
        </p:nvSpPr>
        <p:spPr>
          <a:xfrm>
            <a:off x="1828754" y="10487027"/>
            <a:ext cx="5143372" cy="47625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800" b="1" dirty="0">
                <a:solidFill>
                  <a:srgbClr val="F1F5F9"/>
                </a:solidFill>
                <a:latin typeface="Aptos" pitchFamily="34" charset="0"/>
                <a:ea typeface="Arial" pitchFamily="34" charset="-122"/>
                <a:cs typeface="Arial" pitchFamily="34" charset="-120"/>
              </a:rPr>
              <a:t>MCP</a:t>
            </a:r>
            <a:endParaRPr lang="en-US" sz="3200" dirty="0"/>
          </a:p>
        </p:txBody>
      </p:sp>
      <p:sp>
        <p:nvSpPr>
          <p:cNvPr id="23" name="Text 21"/>
          <p:cNvSpPr/>
          <p:nvPr/>
        </p:nvSpPr>
        <p:spPr>
          <a:xfrm>
            <a:off x="6972126" y="10510839"/>
            <a:ext cx="11163020" cy="91440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700" dirty="0">
                <a:solidFill>
                  <a:srgbClr val="F1F5F9"/>
                </a:solidFill>
                <a:latin typeface="Aptos" pitchFamily="34" charset="0"/>
                <a:ea typeface="Arial" pitchFamily="34" charset="-122"/>
                <a:cs typeface="Arial" pitchFamily="34" charset="-120"/>
              </a:rPr>
              <a:t>O cliente descobre as tools e recebe a mesma informação.</a:t>
            </a:r>
            <a:endParaRPr lang="en-US" sz="2700" dirty="0"/>
          </a:p>
        </p:txBody>
      </p:sp>
      <p:sp>
        <p:nvSpPr>
          <p:cNvPr id="24" name="Text 22"/>
          <p:cNvSpPr/>
          <p:nvPr/>
        </p:nvSpPr>
        <p:spPr>
          <a:xfrm>
            <a:off x="1409664" y="12458701"/>
            <a:ext cx="17373600" cy="5943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400" dirty="0">
                <a:solidFill>
                  <a:srgbClr val="F1F5F9"/>
                </a:solidFill>
                <a:latin typeface="Aptos" pitchFamily="34" charset="0"/>
                <a:ea typeface="Arial" pitchFamily="34" charset="-122"/>
                <a:cs typeface="Arial" pitchFamily="34" charset="-120"/>
              </a:rPr>
              <a:t>Cada etapa resolve uma causa diferente de falha.</a:t>
            </a:r>
            <a:endParaRPr lang="en-US" sz="2600" dirty="0"/>
          </a:p>
        </p:txBody>
      </p:sp>
      <p:sp>
        <p:nvSpPr>
          <p:cNvPr id="25" name="TextBox 24"/>
          <p:cNvSpPr txBox="1"/>
          <p:nvPr/>
        </p:nvSpPr>
        <p:spPr>
          <a:xfrm>
            <a:off x="21214080" y="12344400"/>
            <a:ext cx="2286000" cy="502920"/>
          </a:xfrm>
          <a:prstGeom prst="rect">
            <a:avLst/>
          </a:prstGeom>
          <a:noFill/>
        </p:spPr>
        <p:txBody>
          <a:bodyPr wrap="none" lIns="0" tIns="0" rIns="0" bIns="0">
            <a:noAutofit/>
          </a:bodyPr>
          <a:lstStyle/>
          <a:p>
            <a:pPr>
              <a:lnSpc>
                <a:spcPct val="108000"/>
              </a:lnSpc>
              <a:spcBef>
                <a:spcPts val="0"/>
              </a:spcBef>
              <a:spcAft>
                <a:spcPts val="0"/>
              </a:spcAft>
            </a:pPr>
            <a:r>
              <a:rPr lang="en-US" sz="2200">
                <a:solidFill>
                  <a:srgbClr val="15243B"/>
                </a:solidFill>
                <a:latin typeface="Aptos"/>
              </a:rPr>
              <a:t>19 / 70</a:t>
            </a:r>
            <a:endParaRPr sz="2200">
              <a:solidFill>
                <a:srgbClr val="15243B"/>
              </a:solidFill>
              <a:latin typeface="Aptos"/>
            </a:endParaRP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hape 0"/>
          <p:cNvSpPr/>
          <p:nvPr/>
        </p:nvSpPr>
        <p:spPr>
          <a:xfrm>
            <a:off x="1" y="0"/>
            <a:ext cx="24383390" cy="13716000"/>
          </a:xfrm>
          <a:prstGeom prst="rect">
            <a:avLst/>
          </a:prstGeom>
          <a:solidFill>
            <a:srgbClr val="111C2D"/>
          </a:solidFill>
          <a:ln w="12700">
            <a:solidFill>
              <a:srgbClr val="FFFFFF">
                <a:alpha val="0"/>
              </a:srgbClr>
            </a:solidFill>
            <a:prstDash val="solid"/>
          </a:ln>
        </p:spPr>
        <p:txBody>
          <a:bodyPr/>
          <a:lstStyle/>
          <a:p>
            <a:endParaRPr lang="en-US"/>
          </a:p>
        </p:txBody>
      </p:sp>
      <p:sp>
        <p:nvSpPr>
          <p:cNvPr id="3" name="Shape 1"/>
          <p:cNvSpPr/>
          <p:nvPr/>
        </p:nvSpPr>
        <p:spPr>
          <a:xfrm>
            <a:off x="0" y="0"/>
            <a:ext cx="19811504" cy="1219200"/>
          </a:xfrm>
          <a:prstGeom prst="rect">
            <a:avLst/>
          </a:prstGeom>
          <a:solidFill>
            <a:srgbClr val="D9DCDF"/>
          </a:solidFill>
          <a:ln w="12700">
            <a:solidFill>
              <a:srgbClr val="FFFFFF">
                <a:alpha val="0"/>
              </a:srgbClr>
            </a:solidFill>
            <a:prstDash val="solid"/>
          </a:ln>
        </p:spPr>
        <p:txBody>
          <a:bodyPr/>
          <a:lstStyle/>
          <a:p>
            <a:endParaRPr lang="en-US"/>
          </a:p>
        </p:txBody>
      </p:sp>
      <p:sp>
        <p:nvSpPr>
          <p:cNvPr id="4" name="Shape 2"/>
          <p:cNvSpPr/>
          <p:nvPr/>
        </p:nvSpPr>
        <p:spPr>
          <a:xfrm>
            <a:off x="20382990" y="0"/>
            <a:ext cx="4000400" cy="13716000"/>
          </a:xfrm>
          <a:prstGeom prst="rect">
            <a:avLst/>
          </a:prstGeom>
          <a:solidFill>
            <a:srgbClr val="F9B000"/>
          </a:solidFill>
          <a:ln w="12700">
            <a:solidFill>
              <a:srgbClr val="FFFFFF">
                <a:alpha val="0"/>
              </a:srgbClr>
            </a:solidFill>
            <a:prstDash val="solid"/>
          </a:ln>
        </p:spPr>
        <p:txBody>
          <a:bodyPr/>
          <a:lstStyle/>
          <a:p>
            <a:endParaRPr lang="en-US"/>
          </a:p>
        </p:txBody>
      </p:sp>
      <p:sp>
        <p:nvSpPr>
          <p:cNvPr id="5" name="Text 3"/>
          <p:cNvSpPr/>
          <p:nvPr/>
        </p:nvSpPr>
        <p:spPr>
          <a:xfrm>
            <a:off x="1371567" y="1676400"/>
            <a:ext cx="17525562" cy="164592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5400" b="1" dirty="0">
                <a:solidFill>
                  <a:srgbClr val="68BDF4"/>
                </a:solidFill>
                <a:latin typeface="Aptos Display" pitchFamily="34" charset="0"/>
                <a:ea typeface="Arial" pitchFamily="34" charset="-122"/>
                <a:cs typeface="Arial" pitchFamily="34" charset="-120"/>
              </a:rPr>
              <a:t>Classpath e bibliotecas nativas</a:t>
            </a:r>
            <a:endParaRPr lang="en-US" sz="5600" dirty="0"/>
          </a:p>
        </p:txBody>
      </p:sp>
      <p:sp>
        <p:nvSpPr>
          <p:cNvPr id="6" name="Shape 4"/>
          <p:cNvSpPr/>
          <p:nvPr/>
        </p:nvSpPr>
        <p:spPr>
          <a:xfrm>
            <a:off x="1409664" y="3619500"/>
            <a:ext cx="8400840" cy="3543300"/>
          </a:xfrm>
          <a:prstGeom prst="rect">
            <a:avLst/>
          </a:prstGeom>
          <a:solidFill>
            <a:srgbClr val="223147"/>
          </a:solidFill>
          <a:ln w="12700">
            <a:solidFill>
              <a:srgbClr val="FFFFFF">
                <a:alpha val="0"/>
              </a:srgbClr>
            </a:solidFill>
            <a:prstDash val="solid"/>
          </a:ln>
        </p:spPr>
        <p:txBody>
          <a:bodyPr/>
          <a:lstStyle/>
          <a:p>
            <a:endParaRPr lang="en-US"/>
          </a:p>
        </p:txBody>
      </p:sp>
      <p:sp>
        <p:nvSpPr>
          <p:cNvPr id="7" name="Shape 5"/>
          <p:cNvSpPr/>
          <p:nvPr/>
        </p:nvSpPr>
        <p:spPr>
          <a:xfrm>
            <a:off x="1476338" y="3619500"/>
            <a:ext cx="0" cy="3543300"/>
          </a:xfrm>
          <a:prstGeom prst="line">
            <a:avLst/>
          </a:prstGeom>
          <a:solidFill>
            <a:srgbClr val="111C2D">
              <a:alpha val="0"/>
            </a:srgbClr>
          </a:solidFill>
          <a:ln w="66675">
            <a:solidFill>
              <a:srgbClr val="0B6FBD"/>
            </a:solidFill>
            <a:prstDash val="solid"/>
          </a:ln>
        </p:spPr>
        <p:txBody>
          <a:bodyPr/>
          <a:lstStyle/>
          <a:p>
            <a:endParaRPr lang="en-US"/>
          </a:p>
        </p:txBody>
      </p:sp>
      <p:sp>
        <p:nvSpPr>
          <p:cNvPr id="8" name="Text 6"/>
          <p:cNvSpPr/>
          <p:nvPr/>
        </p:nvSpPr>
        <p:spPr>
          <a:xfrm>
            <a:off x="2000200" y="4076701"/>
            <a:ext cx="7353116" cy="51435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3200" b="1" dirty="0">
                <a:solidFill>
                  <a:srgbClr val="F1F5F9"/>
                </a:solidFill>
                <a:latin typeface="Aptos" pitchFamily="34" charset="0"/>
                <a:ea typeface="Arial" pitchFamily="34" charset="-122"/>
                <a:cs typeface="Arial" pitchFamily="34" charset="-120"/>
              </a:rPr>
              <a:t>Classes Java</a:t>
            </a:r>
            <a:endParaRPr lang="en-US" sz="3500" dirty="0"/>
          </a:p>
        </p:txBody>
      </p:sp>
      <p:sp>
        <p:nvSpPr>
          <p:cNvPr id="9" name="Text 7"/>
          <p:cNvSpPr/>
          <p:nvPr/>
        </p:nvSpPr>
        <p:spPr>
          <a:xfrm>
            <a:off x="2000200" y="4591051"/>
            <a:ext cx="7353116" cy="19659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800" dirty="0">
                <a:solidFill>
                  <a:srgbClr val="F1F5F9"/>
                </a:solidFill>
                <a:latin typeface="Aptos" pitchFamily="34" charset="0"/>
                <a:ea typeface="Arial" pitchFamily="34" charset="-122"/>
                <a:cs typeface="Arial" pitchFamily="34" charset="-120"/>
              </a:rPr>
              <a:t>iped.jar e os JARs de lib entram no classpath.</a:t>
            </a:r>
            <a:endParaRPr lang="en-US" sz="2700" dirty="0"/>
          </a:p>
        </p:txBody>
      </p:sp>
      <p:sp>
        <p:nvSpPr>
          <p:cNvPr id="10" name="Shape 8"/>
          <p:cNvSpPr/>
          <p:nvPr/>
        </p:nvSpPr>
        <p:spPr>
          <a:xfrm>
            <a:off x="10153396" y="3619500"/>
            <a:ext cx="8400840" cy="3543300"/>
          </a:xfrm>
          <a:prstGeom prst="rect">
            <a:avLst/>
          </a:prstGeom>
          <a:solidFill>
            <a:srgbClr val="223147"/>
          </a:solidFill>
          <a:ln w="12700">
            <a:solidFill>
              <a:srgbClr val="FFFFFF">
                <a:alpha val="0"/>
              </a:srgbClr>
            </a:solidFill>
            <a:prstDash val="solid"/>
          </a:ln>
        </p:spPr>
        <p:txBody>
          <a:bodyPr/>
          <a:lstStyle/>
          <a:p>
            <a:endParaRPr lang="en-US"/>
          </a:p>
        </p:txBody>
      </p:sp>
      <p:sp>
        <p:nvSpPr>
          <p:cNvPr id="11" name="Shape 9"/>
          <p:cNvSpPr/>
          <p:nvPr/>
        </p:nvSpPr>
        <p:spPr>
          <a:xfrm>
            <a:off x="10220070" y="3619500"/>
            <a:ext cx="0" cy="3543300"/>
          </a:xfrm>
          <a:prstGeom prst="line">
            <a:avLst/>
          </a:prstGeom>
          <a:solidFill>
            <a:srgbClr val="111C2D">
              <a:alpha val="0"/>
            </a:srgbClr>
          </a:solidFill>
          <a:ln w="66675">
            <a:solidFill>
              <a:srgbClr val="0B6FBD"/>
            </a:solidFill>
            <a:prstDash val="solid"/>
          </a:ln>
        </p:spPr>
        <p:txBody>
          <a:bodyPr/>
          <a:lstStyle/>
          <a:p>
            <a:endParaRPr lang="en-US"/>
          </a:p>
        </p:txBody>
      </p:sp>
      <p:sp>
        <p:nvSpPr>
          <p:cNvPr id="12" name="Text 10"/>
          <p:cNvSpPr/>
          <p:nvPr/>
        </p:nvSpPr>
        <p:spPr>
          <a:xfrm>
            <a:off x="10743932" y="4076701"/>
            <a:ext cx="7353116" cy="51435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3200" b="1" dirty="0">
                <a:solidFill>
                  <a:srgbClr val="F1F5F9"/>
                </a:solidFill>
                <a:latin typeface="Aptos" pitchFamily="34" charset="0"/>
                <a:ea typeface="Arial" pitchFamily="34" charset="-122"/>
                <a:cs typeface="Arial" pitchFamily="34" charset="-120"/>
              </a:rPr>
              <a:t>JVM</a:t>
            </a:r>
            <a:endParaRPr lang="en-US" sz="3500" dirty="0"/>
          </a:p>
        </p:txBody>
      </p:sp>
      <p:sp>
        <p:nvSpPr>
          <p:cNvPr id="13" name="Text 11"/>
          <p:cNvSpPr/>
          <p:nvPr/>
        </p:nvSpPr>
        <p:spPr>
          <a:xfrm>
            <a:off x="10743932" y="4591051"/>
            <a:ext cx="7353116" cy="19659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800" dirty="0">
                <a:solidFill>
                  <a:srgbClr val="F1F5F9"/>
                </a:solidFill>
                <a:latin typeface="Aptos" pitchFamily="34" charset="0"/>
                <a:ea typeface="Arial" pitchFamily="34" charset="-122"/>
                <a:cs typeface="Arial" pitchFamily="34" charset="-120"/>
              </a:rPr>
              <a:t>jvm.dll pertence ao runtime Java x64 selecionado.</a:t>
            </a:r>
            <a:endParaRPr lang="en-US" sz="2700" dirty="0"/>
          </a:p>
        </p:txBody>
      </p:sp>
      <p:sp>
        <p:nvSpPr>
          <p:cNvPr id="14" name="Shape 12"/>
          <p:cNvSpPr/>
          <p:nvPr/>
        </p:nvSpPr>
        <p:spPr>
          <a:xfrm>
            <a:off x="1409664" y="7505700"/>
            <a:ext cx="8400840" cy="3543300"/>
          </a:xfrm>
          <a:prstGeom prst="rect">
            <a:avLst/>
          </a:prstGeom>
          <a:solidFill>
            <a:srgbClr val="223147"/>
          </a:solidFill>
          <a:ln w="12700">
            <a:solidFill>
              <a:srgbClr val="FFFFFF">
                <a:alpha val="0"/>
              </a:srgbClr>
            </a:solidFill>
            <a:prstDash val="solid"/>
          </a:ln>
        </p:spPr>
        <p:txBody>
          <a:bodyPr/>
          <a:lstStyle/>
          <a:p>
            <a:endParaRPr lang="en-US"/>
          </a:p>
        </p:txBody>
      </p:sp>
      <p:sp>
        <p:nvSpPr>
          <p:cNvPr id="15" name="Shape 13"/>
          <p:cNvSpPr/>
          <p:nvPr/>
        </p:nvSpPr>
        <p:spPr>
          <a:xfrm>
            <a:off x="1476338" y="7505700"/>
            <a:ext cx="0" cy="3543300"/>
          </a:xfrm>
          <a:prstGeom prst="line">
            <a:avLst/>
          </a:prstGeom>
          <a:solidFill>
            <a:srgbClr val="111C2D">
              <a:alpha val="0"/>
            </a:srgbClr>
          </a:solidFill>
          <a:ln w="66675">
            <a:solidFill>
              <a:srgbClr val="F9B000"/>
            </a:solidFill>
            <a:prstDash val="solid"/>
          </a:ln>
        </p:spPr>
        <p:txBody>
          <a:bodyPr/>
          <a:lstStyle/>
          <a:p>
            <a:endParaRPr lang="en-US"/>
          </a:p>
        </p:txBody>
      </p:sp>
      <p:sp>
        <p:nvSpPr>
          <p:cNvPr id="16" name="Text 14"/>
          <p:cNvSpPr/>
          <p:nvPr/>
        </p:nvSpPr>
        <p:spPr>
          <a:xfrm>
            <a:off x="2000200" y="7962901"/>
            <a:ext cx="7353116" cy="51435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3200" b="1" dirty="0">
                <a:solidFill>
                  <a:srgbClr val="F1F5F9"/>
                </a:solidFill>
                <a:latin typeface="Aptos" pitchFamily="34" charset="0"/>
                <a:ea typeface="Arial" pitchFamily="34" charset="-122"/>
                <a:cs typeface="Arial" pitchFamily="34" charset="-120"/>
              </a:rPr>
              <a:t>Outras dependências</a:t>
            </a:r>
            <a:endParaRPr lang="en-US" sz="3500" dirty="0"/>
          </a:p>
        </p:txBody>
      </p:sp>
      <p:sp>
        <p:nvSpPr>
          <p:cNvPr id="17" name="Text 15"/>
          <p:cNvSpPr/>
          <p:nvPr/>
        </p:nvSpPr>
        <p:spPr>
          <a:xfrm>
            <a:off x="2000200" y="8477251"/>
            <a:ext cx="7353116" cy="19659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800" dirty="0">
                <a:solidFill>
                  <a:srgbClr val="F1F5F9"/>
                </a:solidFill>
                <a:latin typeface="Aptos" pitchFamily="34" charset="0"/>
                <a:ea typeface="Arial" pitchFamily="34" charset="-122"/>
                <a:cs typeface="Arial" pitchFamily="34" charset="-120"/>
              </a:rPr>
              <a:t>Alguns formatos exigem DLLs e plugins adicionais.</a:t>
            </a:r>
            <a:endParaRPr lang="en-US" sz="2700" dirty="0"/>
          </a:p>
        </p:txBody>
      </p:sp>
      <p:sp>
        <p:nvSpPr>
          <p:cNvPr id="18" name="Shape 16"/>
          <p:cNvSpPr/>
          <p:nvPr/>
        </p:nvSpPr>
        <p:spPr>
          <a:xfrm>
            <a:off x="10153396" y="7505700"/>
            <a:ext cx="8400840" cy="3543300"/>
          </a:xfrm>
          <a:prstGeom prst="rect">
            <a:avLst/>
          </a:prstGeom>
          <a:solidFill>
            <a:srgbClr val="223147"/>
          </a:solidFill>
          <a:ln w="12700">
            <a:solidFill>
              <a:srgbClr val="FFFFFF">
                <a:alpha val="0"/>
              </a:srgbClr>
            </a:solidFill>
            <a:prstDash val="solid"/>
          </a:ln>
        </p:spPr>
        <p:txBody>
          <a:bodyPr/>
          <a:lstStyle/>
          <a:p>
            <a:endParaRPr lang="en-US"/>
          </a:p>
        </p:txBody>
      </p:sp>
      <p:sp>
        <p:nvSpPr>
          <p:cNvPr id="19" name="Shape 17"/>
          <p:cNvSpPr/>
          <p:nvPr/>
        </p:nvSpPr>
        <p:spPr>
          <a:xfrm>
            <a:off x="10220070" y="7505700"/>
            <a:ext cx="0" cy="3543300"/>
          </a:xfrm>
          <a:prstGeom prst="line">
            <a:avLst/>
          </a:prstGeom>
          <a:solidFill>
            <a:srgbClr val="111C2D">
              <a:alpha val="0"/>
            </a:srgbClr>
          </a:solidFill>
          <a:ln w="66675">
            <a:solidFill>
              <a:srgbClr val="F9B000"/>
            </a:solidFill>
            <a:prstDash val="solid"/>
          </a:ln>
        </p:spPr>
        <p:txBody>
          <a:bodyPr/>
          <a:lstStyle/>
          <a:p>
            <a:endParaRPr lang="en-US"/>
          </a:p>
        </p:txBody>
      </p:sp>
      <p:sp>
        <p:nvSpPr>
          <p:cNvPr id="20" name="Text 18"/>
          <p:cNvSpPr/>
          <p:nvPr/>
        </p:nvSpPr>
        <p:spPr>
          <a:xfrm>
            <a:off x="10743932" y="7962901"/>
            <a:ext cx="7353116" cy="51435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3200" b="1" dirty="0">
                <a:solidFill>
                  <a:srgbClr val="F1F5F9"/>
                </a:solidFill>
                <a:latin typeface="Aptos" pitchFamily="34" charset="0"/>
                <a:ea typeface="Arial" pitchFamily="34" charset="-122"/>
                <a:cs typeface="Arial" pitchFamily="34" charset="-120"/>
              </a:rPr>
              <a:t>Distribuição</a:t>
            </a:r>
            <a:endParaRPr lang="en-US" sz="3500" dirty="0"/>
          </a:p>
        </p:txBody>
      </p:sp>
      <p:sp>
        <p:nvSpPr>
          <p:cNvPr id="21" name="Text 19"/>
          <p:cNvSpPr/>
          <p:nvPr/>
        </p:nvSpPr>
        <p:spPr>
          <a:xfrm>
            <a:off x="10743932" y="8477251"/>
            <a:ext cx="7353116" cy="19659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800" dirty="0">
                <a:solidFill>
                  <a:srgbClr val="F1F5F9"/>
                </a:solidFill>
                <a:latin typeface="Aptos" pitchFamily="34" charset="0"/>
                <a:ea typeface="Arial" pitchFamily="34" charset="-122"/>
                <a:cs typeface="Arial" pitchFamily="34" charset="-120"/>
              </a:rPr>
              <a:t>Usar arquivos da mesma versão do IPED.</a:t>
            </a:r>
            <a:endParaRPr lang="en-US" sz="2700" dirty="0"/>
          </a:p>
        </p:txBody>
      </p:sp>
      <p:sp>
        <p:nvSpPr>
          <p:cNvPr id="22" name="Text 20"/>
          <p:cNvSpPr/>
          <p:nvPr/>
        </p:nvSpPr>
        <p:spPr>
          <a:xfrm>
            <a:off x="1409664" y="11734801"/>
            <a:ext cx="17144572" cy="112395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500" dirty="0">
                <a:solidFill>
                  <a:srgbClr val="F1F5F9"/>
                </a:solidFill>
                <a:latin typeface="Aptos" pitchFamily="34" charset="0"/>
                <a:ea typeface="Arial" pitchFamily="34" charset="-122"/>
                <a:cs typeface="Arial" pitchFamily="34" charset="-120"/>
              </a:rPr>
              <a:t>Um caso de TXT não valida todos os formatos suportados pelo IPED.</a:t>
            </a:r>
            <a:endParaRPr lang="en-US" sz="3000" dirty="0"/>
          </a:p>
        </p:txBody>
      </p:sp>
      <p:sp>
        <p:nvSpPr>
          <p:cNvPr id="23" name="TextBox 22"/>
          <p:cNvSpPr txBox="1"/>
          <p:nvPr/>
        </p:nvSpPr>
        <p:spPr>
          <a:xfrm>
            <a:off x="21214080" y="12344400"/>
            <a:ext cx="2286000" cy="502920"/>
          </a:xfrm>
          <a:prstGeom prst="rect">
            <a:avLst/>
          </a:prstGeom>
          <a:noFill/>
        </p:spPr>
        <p:txBody>
          <a:bodyPr wrap="none" lIns="0" tIns="0" rIns="0" bIns="0">
            <a:noAutofit/>
          </a:bodyPr>
          <a:lstStyle/>
          <a:p>
            <a:pPr>
              <a:lnSpc>
                <a:spcPct val="108000"/>
              </a:lnSpc>
              <a:spcBef>
                <a:spcPts val="0"/>
              </a:spcBef>
              <a:spcAft>
                <a:spcPts val="0"/>
              </a:spcAft>
            </a:pPr>
            <a:r>
              <a:rPr lang="en-US" sz="2200">
                <a:solidFill>
                  <a:srgbClr val="15243B"/>
                </a:solidFill>
                <a:latin typeface="Aptos"/>
              </a:rPr>
              <a:t>20 / 70</a:t>
            </a:r>
            <a:endParaRPr sz="2200">
              <a:solidFill>
                <a:srgbClr val="15243B"/>
              </a:solidFill>
              <a:latin typeface="Aptos"/>
            </a:endParaRP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hape 0"/>
          <p:cNvSpPr/>
          <p:nvPr/>
        </p:nvSpPr>
        <p:spPr>
          <a:xfrm>
            <a:off x="1" y="0"/>
            <a:ext cx="24383390" cy="13716000"/>
          </a:xfrm>
          <a:prstGeom prst="rect">
            <a:avLst/>
          </a:prstGeom>
          <a:solidFill>
            <a:srgbClr val="111C2D"/>
          </a:solidFill>
          <a:ln w="12700">
            <a:solidFill>
              <a:srgbClr val="FFFFFF">
                <a:alpha val="0"/>
              </a:srgbClr>
            </a:solidFill>
            <a:prstDash val="solid"/>
          </a:ln>
        </p:spPr>
        <p:txBody>
          <a:bodyPr/>
          <a:lstStyle/>
          <a:p>
            <a:endParaRPr lang="en-US"/>
          </a:p>
        </p:txBody>
      </p:sp>
      <p:sp>
        <p:nvSpPr>
          <p:cNvPr id="3" name="Shape 1"/>
          <p:cNvSpPr/>
          <p:nvPr/>
        </p:nvSpPr>
        <p:spPr>
          <a:xfrm>
            <a:off x="0" y="0"/>
            <a:ext cx="19811504" cy="1219200"/>
          </a:xfrm>
          <a:prstGeom prst="rect">
            <a:avLst/>
          </a:prstGeom>
          <a:solidFill>
            <a:srgbClr val="D9DCDF"/>
          </a:solidFill>
          <a:ln w="12700">
            <a:solidFill>
              <a:srgbClr val="FFFFFF">
                <a:alpha val="0"/>
              </a:srgbClr>
            </a:solidFill>
            <a:prstDash val="solid"/>
          </a:ln>
        </p:spPr>
        <p:txBody>
          <a:bodyPr/>
          <a:lstStyle/>
          <a:p>
            <a:endParaRPr lang="en-US"/>
          </a:p>
        </p:txBody>
      </p:sp>
      <p:sp>
        <p:nvSpPr>
          <p:cNvPr id="4" name="Shape 2"/>
          <p:cNvSpPr/>
          <p:nvPr/>
        </p:nvSpPr>
        <p:spPr>
          <a:xfrm>
            <a:off x="20382990" y="0"/>
            <a:ext cx="4000400" cy="13716000"/>
          </a:xfrm>
          <a:prstGeom prst="rect">
            <a:avLst/>
          </a:prstGeom>
          <a:solidFill>
            <a:srgbClr val="F9B000"/>
          </a:solidFill>
          <a:ln w="12700">
            <a:solidFill>
              <a:srgbClr val="FFFFFF">
                <a:alpha val="0"/>
              </a:srgbClr>
            </a:solidFill>
            <a:prstDash val="solid"/>
          </a:ln>
        </p:spPr>
        <p:txBody>
          <a:bodyPr/>
          <a:lstStyle/>
          <a:p>
            <a:endParaRPr lang="en-US"/>
          </a:p>
        </p:txBody>
      </p:sp>
      <p:sp>
        <p:nvSpPr>
          <p:cNvPr id="5" name="Text 3"/>
          <p:cNvSpPr/>
          <p:nvPr/>
        </p:nvSpPr>
        <p:spPr>
          <a:xfrm>
            <a:off x="1371567" y="1676401"/>
            <a:ext cx="17525562" cy="164592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5000" b="1" dirty="0">
                <a:solidFill>
                  <a:srgbClr val="68BDF4"/>
                </a:solidFill>
                <a:latin typeface="Aptos Display" pitchFamily="34" charset="0"/>
                <a:ea typeface="Arial" pitchFamily="34" charset="-122"/>
                <a:cs typeface="Arial" pitchFamily="34" charset="-120"/>
              </a:rPr>
              <a:t>Ponte 1: configuração antes do import</a:t>
            </a:r>
            <a:endParaRPr lang="en-US" sz="5700" dirty="0"/>
          </a:p>
        </p:txBody>
      </p:sp>
      <p:sp>
        <p:nvSpPr>
          <p:cNvPr id="6" name="Shape 4"/>
          <p:cNvSpPr/>
          <p:nvPr/>
        </p:nvSpPr>
        <p:spPr>
          <a:xfrm>
            <a:off x="1409665" y="3524250"/>
            <a:ext cx="12115800" cy="7810500"/>
          </a:xfrm>
          <a:prstGeom prst="rect">
            <a:avLst/>
          </a:prstGeom>
          <a:solidFill>
            <a:srgbClr val="0B2D5C"/>
          </a:solidFill>
          <a:ln w="12700">
            <a:solidFill>
              <a:srgbClr val="FFFFFF">
                <a:alpha val="0"/>
              </a:srgbClr>
            </a:solidFill>
            <a:prstDash val="solid"/>
          </a:ln>
        </p:spPr>
        <p:txBody>
          <a:bodyPr/>
          <a:lstStyle/>
          <a:p>
            <a:endParaRPr lang="en-US"/>
          </a:p>
        </p:txBody>
      </p:sp>
      <p:sp>
        <p:nvSpPr>
          <p:cNvPr id="7" name="Text 5"/>
          <p:cNvSpPr/>
          <p:nvPr/>
        </p:nvSpPr>
        <p:spPr>
          <a:xfrm>
            <a:off x="1783080" y="3767328"/>
            <a:ext cx="11567160" cy="7406640"/>
          </a:xfrm>
          <a:prstGeom prst="rect">
            <a:avLst/>
          </a:prstGeom>
          <a:noFill/>
          <a:ln/>
        </p:spPr>
        <p:txBody>
          <a:bodyPr wrap="non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import jnius_config</a:t>
            </a:r>
            <a:endParaRPr lang="en-US" sz="2600" dirty="0">
              <a:solidFill>
                <a:srgbClr val="F1F5F9"/>
              </a:solidFill>
              <a:latin typeface="Consolas" pitchFamily="34" charset="0"/>
              <a:ea typeface="Consolas" pitchFamily="34" charset="-122"/>
              <a:cs typeface="Consolas" pitchFamily="34" charset="-120"/>
            </a:endParaRP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jars = [home / "iped.jar", *sorted(</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(home / "lib").rglob("*.jar"))]</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jnius_config.set_classpath(</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*(str(path) for path in jars))</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jnius_config.add_options(</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"-Xmx2g", "-Djava.awt.headless=true",</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"-Djava.library.path=" + str(home / "lib"))</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from jnius import autoclass</a:t>
            </a:r>
          </a:p>
        </p:txBody>
      </p:sp>
      <p:sp>
        <p:nvSpPr>
          <p:cNvPr id="8" name="Shape 6"/>
          <p:cNvSpPr/>
          <p:nvPr/>
        </p:nvSpPr>
        <p:spPr>
          <a:xfrm>
            <a:off x="13620410" y="3524250"/>
            <a:ext cx="4952876" cy="1484412"/>
          </a:xfrm>
          <a:prstGeom prst="rect">
            <a:avLst/>
          </a:prstGeom>
          <a:solidFill>
            <a:srgbClr val="223147"/>
          </a:solidFill>
          <a:ln w="12700">
            <a:solidFill>
              <a:srgbClr val="FFFFFF">
                <a:alpha val="0"/>
              </a:srgbClr>
            </a:solidFill>
            <a:prstDash val="solid"/>
          </a:ln>
        </p:spPr>
        <p:txBody>
          <a:bodyPr/>
          <a:lstStyle/>
          <a:p>
            <a:endParaRPr lang="en-US"/>
          </a:p>
        </p:txBody>
      </p:sp>
      <p:sp>
        <p:nvSpPr>
          <p:cNvPr id="9" name="Shape 7"/>
          <p:cNvSpPr/>
          <p:nvPr/>
        </p:nvSpPr>
        <p:spPr>
          <a:xfrm>
            <a:off x="13687082" y="3524250"/>
            <a:ext cx="0" cy="1484412"/>
          </a:xfrm>
          <a:prstGeom prst="line">
            <a:avLst/>
          </a:prstGeom>
          <a:solidFill>
            <a:srgbClr val="111C2D">
              <a:alpha val="0"/>
            </a:srgbClr>
          </a:solidFill>
          <a:ln w="66675">
            <a:solidFill>
              <a:srgbClr val="F9B000"/>
            </a:solidFill>
            <a:prstDash val="solid"/>
          </a:ln>
        </p:spPr>
        <p:txBody>
          <a:bodyPr/>
          <a:lstStyle/>
          <a:p>
            <a:endParaRPr lang="en-US"/>
          </a:p>
        </p:txBody>
      </p:sp>
      <p:sp>
        <p:nvSpPr>
          <p:cNvPr id="10" name="Text 8"/>
          <p:cNvSpPr/>
          <p:nvPr/>
        </p:nvSpPr>
        <p:spPr>
          <a:xfrm>
            <a:off x="14096649" y="3867150"/>
            <a:ext cx="4133746" cy="41910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700" b="1" dirty="0">
                <a:solidFill>
                  <a:srgbClr val="F1F5F9"/>
                </a:solidFill>
                <a:latin typeface="Aptos" pitchFamily="34" charset="0"/>
                <a:ea typeface="Arial" pitchFamily="34" charset="-122"/>
                <a:cs typeface="Arial" pitchFamily="34" charset="-120"/>
              </a:rPr>
              <a:t>Ordem</a:t>
            </a:r>
            <a:endParaRPr lang="en-US" sz="2900" dirty="0"/>
          </a:p>
        </p:txBody>
      </p:sp>
      <p:sp>
        <p:nvSpPr>
          <p:cNvPr id="11" name="Text 9"/>
          <p:cNvSpPr/>
          <p:nvPr/>
        </p:nvSpPr>
        <p:spPr>
          <a:xfrm>
            <a:off x="14096649" y="4286250"/>
            <a:ext cx="4133746" cy="8229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300" dirty="0">
                <a:solidFill>
                  <a:srgbClr val="F1F5F9"/>
                </a:solidFill>
                <a:latin typeface="Aptos" pitchFamily="34" charset="0"/>
                <a:ea typeface="Arial" pitchFamily="34" charset="-122"/>
                <a:cs typeface="Arial" pitchFamily="34" charset="-120"/>
              </a:rPr>
              <a:t>Configurar antes de jnius.</a:t>
            </a:r>
            <a:endParaRPr lang="en-US" sz="2300" dirty="0"/>
          </a:p>
        </p:txBody>
      </p:sp>
      <p:sp>
        <p:nvSpPr>
          <p:cNvPr id="12" name="Shape 10"/>
          <p:cNvSpPr/>
          <p:nvPr/>
        </p:nvSpPr>
        <p:spPr>
          <a:xfrm>
            <a:off x="13620410" y="5313462"/>
            <a:ext cx="4952876" cy="1484412"/>
          </a:xfrm>
          <a:prstGeom prst="rect">
            <a:avLst/>
          </a:prstGeom>
          <a:solidFill>
            <a:srgbClr val="223147"/>
          </a:solidFill>
          <a:ln w="12700">
            <a:solidFill>
              <a:srgbClr val="FFFFFF">
                <a:alpha val="0"/>
              </a:srgbClr>
            </a:solidFill>
            <a:prstDash val="solid"/>
          </a:ln>
        </p:spPr>
        <p:txBody>
          <a:bodyPr/>
          <a:lstStyle/>
          <a:p>
            <a:endParaRPr lang="en-US"/>
          </a:p>
        </p:txBody>
      </p:sp>
      <p:sp>
        <p:nvSpPr>
          <p:cNvPr id="13" name="Shape 11"/>
          <p:cNvSpPr/>
          <p:nvPr/>
        </p:nvSpPr>
        <p:spPr>
          <a:xfrm>
            <a:off x="13687082" y="5313462"/>
            <a:ext cx="0" cy="1484412"/>
          </a:xfrm>
          <a:prstGeom prst="line">
            <a:avLst/>
          </a:prstGeom>
          <a:solidFill>
            <a:srgbClr val="111C2D">
              <a:alpha val="0"/>
            </a:srgbClr>
          </a:solidFill>
          <a:ln w="66675">
            <a:solidFill>
              <a:srgbClr val="F9B000"/>
            </a:solidFill>
            <a:prstDash val="solid"/>
          </a:ln>
        </p:spPr>
        <p:txBody>
          <a:bodyPr/>
          <a:lstStyle/>
          <a:p>
            <a:endParaRPr lang="en-US"/>
          </a:p>
        </p:txBody>
      </p:sp>
      <p:sp>
        <p:nvSpPr>
          <p:cNvPr id="14" name="Text 12"/>
          <p:cNvSpPr/>
          <p:nvPr/>
        </p:nvSpPr>
        <p:spPr>
          <a:xfrm>
            <a:off x="14096649" y="5656362"/>
            <a:ext cx="4133746" cy="41910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700" b="1" dirty="0">
                <a:solidFill>
                  <a:srgbClr val="F1F5F9"/>
                </a:solidFill>
                <a:latin typeface="Aptos" pitchFamily="34" charset="0"/>
                <a:ea typeface="Arial" pitchFamily="34" charset="-122"/>
                <a:cs typeface="Arial" pitchFamily="34" charset="-120"/>
              </a:rPr>
              <a:t>Classpath</a:t>
            </a:r>
            <a:endParaRPr lang="en-US" sz="2900" dirty="0"/>
          </a:p>
        </p:txBody>
      </p:sp>
      <p:sp>
        <p:nvSpPr>
          <p:cNvPr id="15" name="Text 13"/>
          <p:cNvSpPr/>
          <p:nvPr/>
        </p:nvSpPr>
        <p:spPr>
          <a:xfrm>
            <a:off x="14096649" y="6075462"/>
            <a:ext cx="4133746" cy="8229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300" dirty="0">
                <a:solidFill>
                  <a:srgbClr val="F1F5F9"/>
                </a:solidFill>
                <a:latin typeface="Aptos" pitchFamily="34" charset="0"/>
                <a:ea typeface="Arial" pitchFamily="34" charset="-122"/>
                <a:cs typeface="Arial" pitchFamily="34" charset="-120"/>
              </a:rPr>
              <a:t>Caminhos absolutos dos JARs.</a:t>
            </a:r>
            <a:endParaRPr lang="en-US" sz="2300" dirty="0"/>
          </a:p>
        </p:txBody>
      </p:sp>
      <p:sp>
        <p:nvSpPr>
          <p:cNvPr id="16" name="Shape 14"/>
          <p:cNvSpPr/>
          <p:nvPr/>
        </p:nvSpPr>
        <p:spPr>
          <a:xfrm>
            <a:off x="13620410" y="7102674"/>
            <a:ext cx="4952876" cy="1484412"/>
          </a:xfrm>
          <a:prstGeom prst="rect">
            <a:avLst/>
          </a:prstGeom>
          <a:solidFill>
            <a:srgbClr val="223147"/>
          </a:solidFill>
          <a:ln w="12700">
            <a:solidFill>
              <a:srgbClr val="FFFFFF">
                <a:alpha val="0"/>
              </a:srgbClr>
            </a:solidFill>
            <a:prstDash val="solid"/>
          </a:ln>
        </p:spPr>
        <p:txBody>
          <a:bodyPr/>
          <a:lstStyle/>
          <a:p>
            <a:endParaRPr lang="en-US"/>
          </a:p>
        </p:txBody>
      </p:sp>
      <p:sp>
        <p:nvSpPr>
          <p:cNvPr id="17" name="Shape 15"/>
          <p:cNvSpPr/>
          <p:nvPr/>
        </p:nvSpPr>
        <p:spPr>
          <a:xfrm>
            <a:off x="13687082" y="7102674"/>
            <a:ext cx="0" cy="1484412"/>
          </a:xfrm>
          <a:prstGeom prst="line">
            <a:avLst/>
          </a:prstGeom>
          <a:solidFill>
            <a:srgbClr val="111C2D">
              <a:alpha val="0"/>
            </a:srgbClr>
          </a:solidFill>
          <a:ln w="66675">
            <a:solidFill>
              <a:srgbClr val="F9B000"/>
            </a:solidFill>
            <a:prstDash val="solid"/>
          </a:ln>
        </p:spPr>
        <p:txBody>
          <a:bodyPr/>
          <a:lstStyle/>
          <a:p>
            <a:endParaRPr lang="en-US"/>
          </a:p>
        </p:txBody>
      </p:sp>
      <p:sp>
        <p:nvSpPr>
          <p:cNvPr id="18" name="Text 16"/>
          <p:cNvSpPr/>
          <p:nvPr/>
        </p:nvSpPr>
        <p:spPr>
          <a:xfrm>
            <a:off x="14096649" y="7445574"/>
            <a:ext cx="4133746" cy="41910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700" b="1" dirty="0">
                <a:solidFill>
                  <a:srgbClr val="F1F5F9"/>
                </a:solidFill>
                <a:latin typeface="Aptos" pitchFamily="34" charset="0"/>
                <a:ea typeface="Arial" pitchFamily="34" charset="-122"/>
                <a:cs typeface="Arial" pitchFamily="34" charset="-120"/>
              </a:rPr>
              <a:t>Memória</a:t>
            </a:r>
            <a:endParaRPr lang="en-US" sz="2900" dirty="0"/>
          </a:p>
        </p:txBody>
      </p:sp>
      <p:sp>
        <p:nvSpPr>
          <p:cNvPr id="19" name="Text 17"/>
          <p:cNvSpPr/>
          <p:nvPr/>
        </p:nvSpPr>
        <p:spPr>
          <a:xfrm>
            <a:off x="14096649" y="7864674"/>
            <a:ext cx="4133746" cy="8229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300" dirty="0">
                <a:solidFill>
                  <a:srgbClr val="F1F5F9"/>
                </a:solidFill>
                <a:latin typeface="Aptos" pitchFamily="34" charset="0"/>
                <a:ea typeface="Arial" pitchFamily="34" charset="-122"/>
                <a:cs typeface="Arial" pitchFamily="34" charset="-120"/>
              </a:rPr>
              <a:t>Heap da JVM de consulta.</a:t>
            </a:r>
            <a:endParaRPr lang="en-US" sz="2300" dirty="0"/>
          </a:p>
        </p:txBody>
      </p:sp>
      <p:sp>
        <p:nvSpPr>
          <p:cNvPr id="20" name="Shape 18"/>
          <p:cNvSpPr/>
          <p:nvPr/>
        </p:nvSpPr>
        <p:spPr>
          <a:xfrm>
            <a:off x="13620410" y="8891886"/>
            <a:ext cx="4952876" cy="1484412"/>
          </a:xfrm>
          <a:prstGeom prst="rect">
            <a:avLst/>
          </a:prstGeom>
          <a:solidFill>
            <a:srgbClr val="223147"/>
          </a:solidFill>
          <a:ln w="12700">
            <a:solidFill>
              <a:srgbClr val="FFFFFF">
                <a:alpha val="0"/>
              </a:srgbClr>
            </a:solidFill>
            <a:prstDash val="solid"/>
          </a:ln>
        </p:spPr>
        <p:txBody>
          <a:bodyPr/>
          <a:lstStyle/>
          <a:p>
            <a:endParaRPr lang="en-US"/>
          </a:p>
        </p:txBody>
      </p:sp>
      <p:sp>
        <p:nvSpPr>
          <p:cNvPr id="21" name="Shape 19"/>
          <p:cNvSpPr/>
          <p:nvPr/>
        </p:nvSpPr>
        <p:spPr>
          <a:xfrm>
            <a:off x="13687082" y="8891886"/>
            <a:ext cx="0" cy="1484412"/>
          </a:xfrm>
          <a:prstGeom prst="line">
            <a:avLst/>
          </a:prstGeom>
          <a:solidFill>
            <a:srgbClr val="111C2D">
              <a:alpha val="0"/>
            </a:srgbClr>
          </a:solidFill>
          <a:ln w="66675">
            <a:solidFill>
              <a:srgbClr val="F9B000"/>
            </a:solidFill>
            <a:prstDash val="solid"/>
          </a:ln>
        </p:spPr>
        <p:txBody>
          <a:bodyPr/>
          <a:lstStyle/>
          <a:p>
            <a:endParaRPr lang="en-US"/>
          </a:p>
        </p:txBody>
      </p:sp>
      <p:sp>
        <p:nvSpPr>
          <p:cNvPr id="22" name="Text 20"/>
          <p:cNvSpPr/>
          <p:nvPr/>
        </p:nvSpPr>
        <p:spPr>
          <a:xfrm>
            <a:off x="14096649" y="9234786"/>
            <a:ext cx="4133746" cy="41910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700" b="1" dirty="0">
                <a:solidFill>
                  <a:srgbClr val="F1F5F9"/>
                </a:solidFill>
                <a:latin typeface="Aptos" pitchFamily="34" charset="0"/>
                <a:ea typeface="Arial" pitchFamily="34" charset="-122"/>
                <a:cs typeface="Arial" pitchFamily="34" charset="-120"/>
              </a:rPr>
              <a:t>Processo</a:t>
            </a:r>
            <a:endParaRPr lang="en-US" sz="2900" dirty="0"/>
          </a:p>
        </p:txBody>
      </p:sp>
      <p:sp>
        <p:nvSpPr>
          <p:cNvPr id="23" name="Text 21"/>
          <p:cNvSpPr/>
          <p:nvPr/>
        </p:nvSpPr>
        <p:spPr>
          <a:xfrm>
            <a:off x="14096649" y="9653886"/>
            <a:ext cx="4133746" cy="8229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300" dirty="0">
                <a:solidFill>
                  <a:srgbClr val="F1F5F9"/>
                </a:solidFill>
                <a:latin typeface="Aptos" pitchFamily="34" charset="0"/>
                <a:ea typeface="Arial" pitchFamily="34" charset="-122"/>
                <a:cs typeface="Arial" pitchFamily="34" charset="-120"/>
              </a:rPr>
              <a:t>Reiniciar para mudar opções.</a:t>
            </a:r>
            <a:endParaRPr lang="en-US" sz="2300" dirty="0"/>
          </a:p>
        </p:txBody>
      </p:sp>
      <p:sp>
        <p:nvSpPr>
          <p:cNvPr id="24" name="Text 22"/>
          <p:cNvSpPr/>
          <p:nvPr/>
        </p:nvSpPr>
        <p:spPr>
          <a:xfrm>
            <a:off x="1409665" y="12687300"/>
            <a:ext cx="17373600" cy="5943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400" dirty="0">
                <a:solidFill>
                  <a:srgbClr val="F1F5F9"/>
                </a:solidFill>
                <a:latin typeface="Aptos" pitchFamily="34" charset="0"/>
                <a:ea typeface="Arial" pitchFamily="34" charset="-122"/>
                <a:cs typeface="Arial" pitchFamily="34" charset="-120"/>
              </a:rPr>
              <a:t>Recorte de PonteIPED.__init__, em ponte_iped.py.</a:t>
            </a:r>
            <a:endParaRPr lang="en-US" sz="2100" dirty="0"/>
          </a:p>
        </p:txBody>
      </p:sp>
      <p:sp>
        <p:nvSpPr>
          <p:cNvPr id="25" name="TextBox 24"/>
          <p:cNvSpPr txBox="1"/>
          <p:nvPr/>
        </p:nvSpPr>
        <p:spPr>
          <a:xfrm>
            <a:off x="21214080" y="12344400"/>
            <a:ext cx="2286000" cy="502920"/>
          </a:xfrm>
          <a:prstGeom prst="rect">
            <a:avLst/>
          </a:prstGeom>
          <a:noFill/>
        </p:spPr>
        <p:txBody>
          <a:bodyPr wrap="none" lIns="0" tIns="0" rIns="0" bIns="0">
            <a:noAutofit/>
          </a:bodyPr>
          <a:lstStyle/>
          <a:p>
            <a:pPr>
              <a:lnSpc>
                <a:spcPct val="108000"/>
              </a:lnSpc>
              <a:spcBef>
                <a:spcPts val="0"/>
              </a:spcBef>
              <a:spcAft>
                <a:spcPts val="0"/>
              </a:spcAft>
            </a:pPr>
            <a:r>
              <a:rPr lang="en-US" sz="2200">
                <a:solidFill>
                  <a:srgbClr val="15243B"/>
                </a:solidFill>
                <a:latin typeface="Aptos"/>
              </a:rPr>
              <a:t>21 / 70</a:t>
            </a:r>
            <a:endParaRPr sz="2200">
              <a:solidFill>
                <a:srgbClr val="15243B"/>
              </a:solidFill>
              <a:latin typeface="Aptos"/>
            </a:endParaRP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hape 0"/>
          <p:cNvSpPr/>
          <p:nvPr/>
        </p:nvSpPr>
        <p:spPr>
          <a:xfrm>
            <a:off x="1" y="0"/>
            <a:ext cx="24383390" cy="13716000"/>
          </a:xfrm>
          <a:prstGeom prst="rect">
            <a:avLst/>
          </a:prstGeom>
          <a:solidFill>
            <a:srgbClr val="111C2D"/>
          </a:solidFill>
          <a:ln w="12700">
            <a:solidFill>
              <a:srgbClr val="FFFFFF">
                <a:alpha val="0"/>
              </a:srgbClr>
            </a:solidFill>
            <a:prstDash val="solid"/>
          </a:ln>
        </p:spPr>
        <p:txBody>
          <a:bodyPr/>
          <a:lstStyle/>
          <a:p>
            <a:endParaRPr lang="en-US"/>
          </a:p>
        </p:txBody>
      </p:sp>
      <p:sp>
        <p:nvSpPr>
          <p:cNvPr id="3" name="Shape 1"/>
          <p:cNvSpPr/>
          <p:nvPr/>
        </p:nvSpPr>
        <p:spPr>
          <a:xfrm>
            <a:off x="0" y="0"/>
            <a:ext cx="19811504" cy="1219200"/>
          </a:xfrm>
          <a:prstGeom prst="rect">
            <a:avLst/>
          </a:prstGeom>
          <a:solidFill>
            <a:srgbClr val="D9DCDF"/>
          </a:solidFill>
          <a:ln w="12700">
            <a:solidFill>
              <a:srgbClr val="FFFFFF">
                <a:alpha val="0"/>
              </a:srgbClr>
            </a:solidFill>
            <a:prstDash val="solid"/>
          </a:ln>
        </p:spPr>
        <p:txBody>
          <a:bodyPr/>
          <a:lstStyle/>
          <a:p>
            <a:endParaRPr lang="en-US"/>
          </a:p>
        </p:txBody>
      </p:sp>
      <p:sp>
        <p:nvSpPr>
          <p:cNvPr id="4" name="Shape 2"/>
          <p:cNvSpPr/>
          <p:nvPr/>
        </p:nvSpPr>
        <p:spPr>
          <a:xfrm>
            <a:off x="20382990" y="0"/>
            <a:ext cx="4000400" cy="13716000"/>
          </a:xfrm>
          <a:prstGeom prst="rect">
            <a:avLst/>
          </a:prstGeom>
          <a:solidFill>
            <a:srgbClr val="F9B000"/>
          </a:solidFill>
          <a:ln w="12700">
            <a:solidFill>
              <a:srgbClr val="FFFFFF">
                <a:alpha val="0"/>
              </a:srgbClr>
            </a:solidFill>
            <a:prstDash val="solid"/>
          </a:ln>
        </p:spPr>
        <p:txBody>
          <a:bodyPr/>
          <a:lstStyle/>
          <a:p>
            <a:endParaRPr lang="en-US"/>
          </a:p>
        </p:txBody>
      </p:sp>
      <p:sp>
        <p:nvSpPr>
          <p:cNvPr id="5" name="Text 3"/>
          <p:cNvSpPr/>
          <p:nvPr/>
        </p:nvSpPr>
        <p:spPr>
          <a:xfrm>
            <a:off x="1371567" y="1676401"/>
            <a:ext cx="17525562" cy="164592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5400" b="1" dirty="0">
                <a:solidFill>
                  <a:srgbClr val="68BDF4"/>
                </a:solidFill>
                <a:latin typeface="Aptos Display" pitchFamily="34" charset="0"/>
                <a:ea typeface="Arial" pitchFamily="34" charset="-122"/>
                <a:cs typeface="Arial" pitchFamily="34" charset="-120"/>
              </a:rPr>
              <a:t>Ponte 2: classes da API</a:t>
            </a:r>
            <a:endParaRPr lang="en-US" sz="5700" dirty="0"/>
          </a:p>
        </p:txBody>
      </p:sp>
      <p:sp>
        <p:nvSpPr>
          <p:cNvPr id="6" name="Shape 4"/>
          <p:cNvSpPr/>
          <p:nvPr/>
        </p:nvSpPr>
        <p:spPr>
          <a:xfrm>
            <a:off x="1409665" y="3524250"/>
            <a:ext cx="12115800" cy="7810500"/>
          </a:xfrm>
          <a:prstGeom prst="rect">
            <a:avLst/>
          </a:prstGeom>
          <a:solidFill>
            <a:srgbClr val="0B2D5C"/>
          </a:solidFill>
          <a:ln w="12700">
            <a:solidFill>
              <a:srgbClr val="FFFFFF">
                <a:alpha val="0"/>
              </a:srgbClr>
            </a:solidFill>
            <a:prstDash val="solid"/>
          </a:ln>
        </p:spPr>
        <p:txBody>
          <a:bodyPr/>
          <a:lstStyle/>
          <a:p>
            <a:endParaRPr lang="en-US"/>
          </a:p>
        </p:txBody>
      </p:sp>
      <p:sp>
        <p:nvSpPr>
          <p:cNvPr id="7" name="Text 5"/>
          <p:cNvSpPr/>
          <p:nvPr/>
        </p:nvSpPr>
        <p:spPr>
          <a:xfrm>
            <a:off x="1783080" y="3767328"/>
            <a:ext cx="11567160" cy="7406640"/>
          </a:xfrm>
          <a:prstGeom prst="rect">
            <a:avLst/>
          </a:prstGeom>
          <a:noFill/>
          <a:ln/>
        </p:spPr>
        <p:txBody>
          <a:bodyPr wrap="non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File = autoclass("java.io.File")</a:t>
            </a:r>
            <a:endParaRPr lang="en-US" sz="2600" dirty="0">
              <a:solidFill>
                <a:srgbClr val="F1F5F9"/>
              </a:solidFill>
              <a:latin typeface="Consolas" pitchFamily="34" charset="0"/>
              <a:ea typeface="Consolas" pitchFamily="34" charset="-122"/>
              <a:cs typeface="Consolas" pitchFamily="34" charset="-120"/>
            </a:endParaRP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Source = autoclass("iped.engine.data.IPEDSource")</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Searcher = autoclass(</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"iped.engine.search.IPEDSearcher")</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Evitar diálogo de seleção de imagem ausente:</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source = Source(File(str(caso)), None, False)</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stdout é reservado ao protocolo:</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System = autoclass("java.lang.System")</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System.setOut(System.err)</a:t>
            </a:r>
          </a:p>
        </p:txBody>
      </p:sp>
      <p:sp>
        <p:nvSpPr>
          <p:cNvPr id="8" name="Shape 6"/>
          <p:cNvSpPr/>
          <p:nvPr/>
        </p:nvSpPr>
        <p:spPr>
          <a:xfrm>
            <a:off x="13620410" y="3524250"/>
            <a:ext cx="4952876" cy="1484412"/>
          </a:xfrm>
          <a:prstGeom prst="rect">
            <a:avLst/>
          </a:prstGeom>
          <a:solidFill>
            <a:srgbClr val="223147"/>
          </a:solidFill>
          <a:ln w="12700">
            <a:solidFill>
              <a:srgbClr val="FFFFFF">
                <a:alpha val="0"/>
              </a:srgbClr>
            </a:solidFill>
            <a:prstDash val="solid"/>
          </a:ln>
        </p:spPr>
        <p:txBody>
          <a:bodyPr/>
          <a:lstStyle/>
          <a:p>
            <a:endParaRPr lang="en-US"/>
          </a:p>
        </p:txBody>
      </p:sp>
      <p:sp>
        <p:nvSpPr>
          <p:cNvPr id="9" name="Shape 7"/>
          <p:cNvSpPr/>
          <p:nvPr/>
        </p:nvSpPr>
        <p:spPr>
          <a:xfrm>
            <a:off x="13687082" y="3524250"/>
            <a:ext cx="0" cy="1484412"/>
          </a:xfrm>
          <a:prstGeom prst="line">
            <a:avLst/>
          </a:prstGeom>
          <a:solidFill>
            <a:srgbClr val="111C2D">
              <a:alpha val="0"/>
            </a:srgbClr>
          </a:solidFill>
          <a:ln w="66675">
            <a:solidFill>
              <a:srgbClr val="F9B000"/>
            </a:solidFill>
            <a:prstDash val="solid"/>
          </a:ln>
        </p:spPr>
        <p:txBody>
          <a:bodyPr/>
          <a:lstStyle/>
          <a:p>
            <a:endParaRPr lang="en-US"/>
          </a:p>
        </p:txBody>
      </p:sp>
      <p:sp>
        <p:nvSpPr>
          <p:cNvPr id="10" name="Text 8"/>
          <p:cNvSpPr/>
          <p:nvPr/>
        </p:nvSpPr>
        <p:spPr>
          <a:xfrm>
            <a:off x="14096649" y="3867150"/>
            <a:ext cx="4133746" cy="41910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700" b="1" dirty="0">
                <a:solidFill>
                  <a:srgbClr val="F1F5F9"/>
                </a:solidFill>
                <a:latin typeface="Aptos" pitchFamily="34" charset="0"/>
                <a:ea typeface="Arial" pitchFamily="34" charset="-122"/>
                <a:cs typeface="Arial" pitchFamily="34" charset="-120"/>
              </a:rPr>
              <a:t>File</a:t>
            </a:r>
            <a:endParaRPr lang="en-US" sz="2900" dirty="0"/>
          </a:p>
        </p:txBody>
      </p:sp>
      <p:sp>
        <p:nvSpPr>
          <p:cNvPr id="11" name="Text 9"/>
          <p:cNvSpPr/>
          <p:nvPr/>
        </p:nvSpPr>
        <p:spPr>
          <a:xfrm>
            <a:off x="14096649" y="4286250"/>
            <a:ext cx="4133746" cy="8229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300" dirty="0">
                <a:solidFill>
                  <a:srgbClr val="F1F5F9"/>
                </a:solidFill>
                <a:latin typeface="Aptos" pitchFamily="34" charset="0"/>
                <a:ea typeface="Arial" pitchFamily="34" charset="-122"/>
                <a:cs typeface="Arial" pitchFamily="34" charset="-120"/>
              </a:rPr>
              <a:t>Converte o caminho para Java.</a:t>
            </a:r>
            <a:endParaRPr lang="en-US" sz="2300" dirty="0"/>
          </a:p>
        </p:txBody>
      </p:sp>
      <p:sp>
        <p:nvSpPr>
          <p:cNvPr id="12" name="Shape 10"/>
          <p:cNvSpPr/>
          <p:nvPr/>
        </p:nvSpPr>
        <p:spPr>
          <a:xfrm>
            <a:off x="13620410" y="5313462"/>
            <a:ext cx="4952876" cy="1484412"/>
          </a:xfrm>
          <a:prstGeom prst="rect">
            <a:avLst/>
          </a:prstGeom>
          <a:solidFill>
            <a:srgbClr val="223147"/>
          </a:solidFill>
          <a:ln w="12700">
            <a:solidFill>
              <a:srgbClr val="FFFFFF">
                <a:alpha val="0"/>
              </a:srgbClr>
            </a:solidFill>
            <a:prstDash val="solid"/>
          </a:ln>
        </p:spPr>
        <p:txBody>
          <a:bodyPr/>
          <a:lstStyle/>
          <a:p>
            <a:endParaRPr lang="en-US"/>
          </a:p>
        </p:txBody>
      </p:sp>
      <p:sp>
        <p:nvSpPr>
          <p:cNvPr id="13" name="Shape 11"/>
          <p:cNvSpPr/>
          <p:nvPr/>
        </p:nvSpPr>
        <p:spPr>
          <a:xfrm>
            <a:off x="13687082" y="5313462"/>
            <a:ext cx="0" cy="1484412"/>
          </a:xfrm>
          <a:prstGeom prst="line">
            <a:avLst/>
          </a:prstGeom>
          <a:solidFill>
            <a:srgbClr val="111C2D">
              <a:alpha val="0"/>
            </a:srgbClr>
          </a:solidFill>
          <a:ln w="66675">
            <a:solidFill>
              <a:srgbClr val="F9B000"/>
            </a:solidFill>
            <a:prstDash val="solid"/>
          </a:ln>
        </p:spPr>
        <p:txBody>
          <a:bodyPr/>
          <a:lstStyle/>
          <a:p>
            <a:endParaRPr lang="en-US"/>
          </a:p>
        </p:txBody>
      </p:sp>
      <p:sp>
        <p:nvSpPr>
          <p:cNvPr id="14" name="Text 12"/>
          <p:cNvSpPr/>
          <p:nvPr/>
        </p:nvSpPr>
        <p:spPr>
          <a:xfrm>
            <a:off x="14096649" y="5656362"/>
            <a:ext cx="4133746" cy="41910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700" b="1" dirty="0">
                <a:solidFill>
                  <a:srgbClr val="F1F5F9"/>
                </a:solidFill>
                <a:latin typeface="Aptos" pitchFamily="34" charset="0"/>
                <a:ea typeface="Arial" pitchFamily="34" charset="-122"/>
                <a:cs typeface="Arial" pitchFamily="34" charset="-120"/>
              </a:rPr>
              <a:t>Source</a:t>
            </a:r>
            <a:endParaRPr lang="en-US" sz="2900" dirty="0"/>
          </a:p>
        </p:txBody>
      </p:sp>
      <p:sp>
        <p:nvSpPr>
          <p:cNvPr id="15" name="Text 13"/>
          <p:cNvSpPr/>
          <p:nvPr/>
        </p:nvSpPr>
        <p:spPr>
          <a:xfrm>
            <a:off x="14096649" y="6075462"/>
            <a:ext cx="4133746" cy="8229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300" dirty="0">
                <a:solidFill>
                  <a:srgbClr val="F1F5F9"/>
                </a:solidFill>
                <a:latin typeface="Aptos" pitchFamily="34" charset="0"/>
                <a:ea typeface="Arial" pitchFamily="34" charset="-122"/>
                <a:cs typeface="Arial" pitchFamily="34" charset="-120"/>
              </a:rPr>
              <a:t>Abre uma fonte do caso.</a:t>
            </a:r>
            <a:endParaRPr lang="en-US" sz="2300" dirty="0"/>
          </a:p>
        </p:txBody>
      </p:sp>
      <p:sp>
        <p:nvSpPr>
          <p:cNvPr id="16" name="Shape 14"/>
          <p:cNvSpPr/>
          <p:nvPr/>
        </p:nvSpPr>
        <p:spPr>
          <a:xfrm>
            <a:off x="13620410" y="7102674"/>
            <a:ext cx="4952876" cy="1484412"/>
          </a:xfrm>
          <a:prstGeom prst="rect">
            <a:avLst/>
          </a:prstGeom>
          <a:solidFill>
            <a:srgbClr val="223147"/>
          </a:solidFill>
          <a:ln w="12700">
            <a:solidFill>
              <a:srgbClr val="FFFFFF">
                <a:alpha val="0"/>
              </a:srgbClr>
            </a:solidFill>
            <a:prstDash val="solid"/>
          </a:ln>
        </p:spPr>
        <p:txBody>
          <a:bodyPr/>
          <a:lstStyle/>
          <a:p>
            <a:endParaRPr lang="en-US"/>
          </a:p>
        </p:txBody>
      </p:sp>
      <p:sp>
        <p:nvSpPr>
          <p:cNvPr id="17" name="Shape 15"/>
          <p:cNvSpPr/>
          <p:nvPr/>
        </p:nvSpPr>
        <p:spPr>
          <a:xfrm>
            <a:off x="13687082" y="7102674"/>
            <a:ext cx="0" cy="1484412"/>
          </a:xfrm>
          <a:prstGeom prst="line">
            <a:avLst/>
          </a:prstGeom>
          <a:solidFill>
            <a:srgbClr val="111C2D">
              <a:alpha val="0"/>
            </a:srgbClr>
          </a:solidFill>
          <a:ln w="66675">
            <a:solidFill>
              <a:srgbClr val="F9B000"/>
            </a:solidFill>
            <a:prstDash val="solid"/>
          </a:ln>
        </p:spPr>
        <p:txBody>
          <a:bodyPr/>
          <a:lstStyle/>
          <a:p>
            <a:endParaRPr lang="en-US"/>
          </a:p>
        </p:txBody>
      </p:sp>
      <p:sp>
        <p:nvSpPr>
          <p:cNvPr id="18" name="Text 16"/>
          <p:cNvSpPr/>
          <p:nvPr/>
        </p:nvSpPr>
        <p:spPr>
          <a:xfrm>
            <a:off x="14096649" y="7445574"/>
            <a:ext cx="4133746" cy="41910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700" b="1" dirty="0">
                <a:solidFill>
                  <a:srgbClr val="F1F5F9"/>
                </a:solidFill>
                <a:latin typeface="Aptos" pitchFamily="34" charset="0"/>
                <a:ea typeface="Arial" pitchFamily="34" charset="-122"/>
                <a:cs typeface="Arial" pitchFamily="34" charset="-120"/>
              </a:rPr>
              <a:t>Construtor</a:t>
            </a:r>
            <a:endParaRPr lang="en-US" sz="2900" dirty="0"/>
          </a:p>
        </p:txBody>
      </p:sp>
      <p:sp>
        <p:nvSpPr>
          <p:cNvPr id="19" name="Text 17"/>
          <p:cNvSpPr/>
          <p:nvPr/>
        </p:nvSpPr>
        <p:spPr>
          <a:xfrm>
            <a:off x="14096649" y="7864674"/>
            <a:ext cx="4133746" cy="8229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300" dirty="0">
                <a:solidFill>
                  <a:srgbClr val="F1F5F9"/>
                </a:solidFill>
                <a:latin typeface="Aptos" pitchFamily="34" charset="0"/>
                <a:ea typeface="Arial" pitchFamily="34" charset="-122"/>
                <a:cs typeface="Arial" pitchFamily="34" charset="-120"/>
              </a:rPr>
              <a:t>IndexWriter nulo e diálogo desativado.</a:t>
            </a:r>
            <a:endParaRPr lang="en-US" sz="2300" dirty="0"/>
          </a:p>
        </p:txBody>
      </p:sp>
      <p:sp>
        <p:nvSpPr>
          <p:cNvPr id="20" name="Shape 18"/>
          <p:cNvSpPr/>
          <p:nvPr/>
        </p:nvSpPr>
        <p:spPr>
          <a:xfrm>
            <a:off x="13620410" y="8891886"/>
            <a:ext cx="4952876" cy="1484412"/>
          </a:xfrm>
          <a:prstGeom prst="rect">
            <a:avLst/>
          </a:prstGeom>
          <a:solidFill>
            <a:srgbClr val="223147"/>
          </a:solidFill>
          <a:ln w="12700">
            <a:solidFill>
              <a:srgbClr val="FFFFFF">
                <a:alpha val="0"/>
              </a:srgbClr>
            </a:solidFill>
            <a:prstDash val="solid"/>
          </a:ln>
        </p:spPr>
        <p:txBody>
          <a:bodyPr/>
          <a:lstStyle/>
          <a:p>
            <a:endParaRPr lang="en-US"/>
          </a:p>
        </p:txBody>
      </p:sp>
      <p:sp>
        <p:nvSpPr>
          <p:cNvPr id="21" name="Shape 19"/>
          <p:cNvSpPr/>
          <p:nvPr/>
        </p:nvSpPr>
        <p:spPr>
          <a:xfrm>
            <a:off x="13687082" y="8891886"/>
            <a:ext cx="0" cy="1484412"/>
          </a:xfrm>
          <a:prstGeom prst="line">
            <a:avLst/>
          </a:prstGeom>
          <a:solidFill>
            <a:srgbClr val="111C2D">
              <a:alpha val="0"/>
            </a:srgbClr>
          </a:solidFill>
          <a:ln w="66675">
            <a:solidFill>
              <a:srgbClr val="F9B000"/>
            </a:solidFill>
            <a:prstDash val="solid"/>
          </a:ln>
        </p:spPr>
        <p:txBody>
          <a:bodyPr/>
          <a:lstStyle/>
          <a:p>
            <a:endParaRPr lang="en-US"/>
          </a:p>
        </p:txBody>
      </p:sp>
      <p:sp>
        <p:nvSpPr>
          <p:cNvPr id="22" name="Text 20"/>
          <p:cNvSpPr/>
          <p:nvPr/>
        </p:nvSpPr>
        <p:spPr>
          <a:xfrm>
            <a:off x="14096649" y="9234786"/>
            <a:ext cx="4133746" cy="41910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700" b="1" dirty="0">
                <a:solidFill>
                  <a:srgbClr val="F1F5F9"/>
                </a:solidFill>
                <a:latin typeface="Aptos" pitchFamily="34" charset="0"/>
                <a:ea typeface="Arial" pitchFamily="34" charset="-122"/>
                <a:cs typeface="Arial" pitchFamily="34" charset="-120"/>
              </a:rPr>
              <a:t>Saídas</a:t>
            </a:r>
            <a:endParaRPr lang="en-US" sz="2900" dirty="0"/>
          </a:p>
        </p:txBody>
      </p:sp>
      <p:sp>
        <p:nvSpPr>
          <p:cNvPr id="23" name="Text 21"/>
          <p:cNvSpPr/>
          <p:nvPr/>
        </p:nvSpPr>
        <p:spPr>
          <a:xfrm>
            <a:off x="14096649" y="9653886"/>
            <a:ext cx="4133746" cy="8229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300" dirty="0">
                <a:solidFill>
                  <a:srgbClr val="F1F5F9"/>
                </a:solidFill>
                <a:latin typeface="Aptos" pitchFamily="34" charset="0"/>
                <a:ea typeface="Arial" pitchFamily="34" charset="-122"/>
                <a:cs typeface="Arial" pitchFamily="34" charset="-120"/>
              </a:rPr>
              <a:t>Java também deve usar stderr.</a:t>
            </a:r>
            <a:endParaRPr lang="en-US" sz="2300" dirty="0"/>
          </a:p>
        </p:txBody>
      </p:sp>
      <p:sp>
        <p:nvSpPr>
          <p:cNvPr id="24" name="Text 22"/>
          <p:cNvSpPr/>
          <p:nvPr/>
        </p:nvSpPr>
        <p:spPr>
          <a:xfrm>
            <a:off x="1409665" y="12687300"/>
            <a:ext cx="17373600" cy="5943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400" dirty="0">
                <a:solidFill>
                  <a:srgbClr val="F1F5F9"/>
                </a:solidFill>
                <a:latin typeface="Aptos" pitchFamily="34" charset="0"/>
                <a:ea typeface="Arial" pitchFamily="34" charset="-122"/>
                <a:cs typeface="Arial" pitchFamily="34" charset="-120"/>
              </a:rPr>
              <a:t>No programa completo, o redirecionamento vem antes de abrir o caso.</a:t>
            </a:r>
            <a:endParaRPr lang="en-US" sz="2100" dirty="0"/>
          </a:p>
        </p:txBody>
      </p:sp>
      <p:sp>
        <p:nvSpPr>
          <p:cNvPr id="25" name="TextBox 24"/>
          <p:cNvSpPr txBox="1"/>
          <p:nvPr/>
        </p:nvSpPr>
        <p:spPr>
          <a:xfrm>
            <a:off x="21214080" y="12344400"/>
            <a:ext cx="2286000" cy="502920"/>
          </a:xfrm>
          <a:prstGeom prst="rect">
            <a:avLst/>
          </a:prstGeom>
          <a:noFill/>
        </p:spPr>
        <p:txBody>
          <a:bodyPr wrap="none" lIns="0" tIns="0" rIns="0" bIns="0">
            <a:noAutofit/>
          </a:bodyPr>
          <a:lstStyle/>
          <a:p>
            <a:pPr>
              <a:lnSpc>
                <a:spcPct val="108000"/>
              </a:lnSpc>
              <a:spcBef>
                <a:spcPts val="0"/>
              </a:spcBef>
              <a:spcAft>
                <a:spcPts val="0"/>
              </a:spcAft>
            </a:pPr>
            <a:r>
              <a:rPr lang="en-US" sz="2200">
                <a:solidFill>
                  <a:srgbClr val="15243B"/>
                </a:solidFill>
                <a:latin typeface="Aptos"/>
              </a:rPr>
              <a:t>22 / 70</a:t>
            </a:r>
            <a:endParaRPr sz="2200">
              <a:solidFill>
                <a:srgbClr val="15243B"/>
              </a:solidFill>
              <a:latin typeface="Aptos"/>
            </a:endParaRP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hape 0"/>
          <p:cNvSpPr/>
          <p:nvPr/>
        </p:nvSpPr>
        <p:spPr>
          <a:xfrm>
            <a:off x="1" y="0"/>
            <a:ext cx="24383390" cy="13716000"/>
          </a:xfrm>
          <a:prstGeom prst="rect">
            <a:avLst/>
          </a:prstGeom>
          <a:solidFill>
            <a:srgbClr val="111C2D"/>
          </a:solidFill>
          <a:ln w="12700">
            <a:solidFill>
              <a:srgbClr val="FFFFFF">
                <a:alpha val="0"/>
              </a:srgbClr>
            </a:solidFill>
            <a:prstDash val="solid"/>
          </a:ln>
        </p:spPr>
        <p:txBody>
          <a:bodyPr/>
          <a:lstStyle/>
          <a:p>
            <a:endParaRPr lang="en-US"/>
          </a:p>
        </p:txBody>
      </p:sp>
      <p:sp>
        <p:nvSpPr>
          <p:cNvPr id="3" name="Shape 1"/>
          <p:cNvSpPr/>
          <p:nvPr/>
        </p:nvSpPr>
        <p:spPr>
          <a:xfrm>
            <a:off x="0" y="0"/>
            <a:ext cx="19811504" cy="1219200"/>
          </a:xfrm>
          <a:prstGeom prst="rect">
            <a:avLst/>
          </a:prstGeom>
          <a:solidFill>
            <a:srgbClr val="D9DCDF"/>
          </a:solidFill>
          <a:ln w="12700">
            <a:solidFill>
              <a:srgbClr val="FFFFFF">
                <a:alpha val="0"/>
              </a:srgbClr>
            </a:solidFill>
            <a:prstDash val="solid"/>
          </a:ln>
        </p:spPr>
        <p:txBody>
          <a:bodyPr/>
          <a:lstStyle/>
          <a:p>
            <a:endParaRPr lang="en-US"/>
          </a:p>
        </p:txBody>
      </p:sp>
      <p:sp>
        <p:nvSpPr>
          <p:cNvPr id="4" name="Shape 2"/>
          <p:cNvSpPr/>
          <p:nvPr/>
        </p:nvSpPr>
        <p:spPr>
          <a:xfrm>
            <a:off x="20382990" y="0"/>
            <a:ext cx="4000400" cy="13716000"/>
          </a:xfrm>
          <a:prstGeom prst="rect">
            <a:avLst/>
          </a:prstGeom>
          <a:solidFill>
            <a:srgbClr val="F9B000"/>
          </a:solidFill>
          <a:ln w="12700">
            <a:solidFill>
              <a:srgbClr val="FFFFFF">
                <a:alpha val="0"/>
              </a:srgbClr>
            </a:solidFill>
            <a:prstDash val="solid"/>
          </a:ln>
        </p:spPr>
        <p:txBody>
          <a:bodyPr/>
          <a:lstStyle/>
          <a:p>
            <a:endParaRPr lang="en-US"/>
          </a:p>
        </p:txBody>
      </p:sp>
      <p:sp>
        <p:nvSpPr>
          <p:cNvPr id="5" name="Text 3"/>
          <p:cNvSpPr/>
          <p:nvPr/>
        </p:nvSpPr>
        <p:spPr>
          <a:xfrm>
            <a:off x="1371567" y="1676401"/>
            <a:ext cx="17525562" cy="164592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5400" b="1" dirty="0">
                <a:solidFill>
                  <a:srgbClr val="68BDF4"/>
                </a:solidFill>
                <a:latin typeface="Aptos Display" pitchFamily="34" charset="0"/>
                <a:ea typeface="Arial" pitchFamily="34" charset="-122"/>
                <a:cs typeface="Arial" pitchFamily="34" charset="-120"/>
              </a:rPr>
              <a:t>Ponte 3: busca no caso</a:t>
            </a:r>
            <a:endParaRPr lang="en-US" sz="5700" dirty="0"/>
          </a:p>
        </p:txBody>
      </p:sp>
      <p:sp>
        <p:nvSpPr>
          <p:cNvPr id="6" name="Shape 4"/>
          <p:cNvSpPr/>
          <p:nvPr/>
        </p:nvSpPr>
        <p:spPr>
          <a:xfrm>
            <a:off x="1409665" y="3524250"/>
            <a:ext cx="12115800" cy="7810500"/>
          </a:xfrm>
          <a:prstGeom prst="rect">
            <a:avLst/>
          </a:prstGeom>
          <a:solidFill>
            <a:srgbClr val="0B2D5C"/>
          </a:solidFill>
          <a:ln w="12700">
            <a:solidFill>
              <a:srgbClr val="FFFFFF">
                <a:alpha val="0"/>
              </a:srgbClr>
            </a:solidFill>
            <a:prstDash val="solid"/>
          </a:ln>
        </p:spPr>
        <p:txBody>
          <a:bodyPr/>
          <a:lstStyle/>
          <a:p>
            <a:endParaRPr lang="en-US"/>
          </a:p>
        </p:txBody>
      </p:sp>
      <p:sp>
        <p:nvSpPr>
          <p:cNvPr id="7" name="Text 5"/>
          <p:cNvSpPr/>
          <p:nvPr/>
        </p:nvSpPr>
        <p:spPr>
          <a:xfrm>
            <a:off x="1783080" y="3767328"/>
            <a:ext cx="11567160" cy="7406640"/>
          </a:xfrm>
          <a:prstGeom prst="rect">
            <a:avLst/>
          </a:prstGeom>
          <a:noFill/>
          <a:ln/>
        </p:spPr>
        <p:txBody>
          <a:bodyPr wrap="non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category = self._resolve_category(categoria)</a:t>
            </a:r>
            <a:endParaRPr lang="en-US" sz="2600" dirty="0">
              <a:solidFill>
                <a:srgbClr val="F1F5F9"/>
              </a:solidFill>
              <a:latin typeface="Consolas" pitchFamily="34" charset="0"/>
              <a:ea typeface="Consolas" pitchFamily="34" charset="-122"/>
              <a:cs typeface="Consolas" pitchFamily="34" charset="-120"/>
            </a:endParaRP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searcher = self.Searcher(self.source, query)</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if category is not None:</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combined = Builder()</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combined.add(searcher.getQuery(), Occur.MUST)</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combined.add(self._category_term(category),</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Occur.FILTER)</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searcher.setQuery(combined.build())</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result = searcher.search()</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total = int(result.getLength())</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ids = [int(result.getId(i))</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for i in range(offset,</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min(offset + limit, total))]</a:t>
            </a:r>
          </a:p>
        </p:txBody>
      </p:sp>
      <p:sp>
        <p:nvSpPr>
          <p:cNvPr id="8" name="Shape 6"/>
          <p:cNvSpPr/>
          <p:nvPr/>
        </p:nvSpPr>
        <p:spPr>
          <a:xfrm>
            <a:off x="13620410" y="3524250"/>
            <a:ext cx="4952876" cy="1484412"/>
          </a:xfrm>
          <a:prstGeom prst="rect">
            <a:avLst/>
          </a:prstGeom>
          <a:solidFill>
            <a:srgbClr val="223147"/>
          </a:solidFill>
          <a:ln w="12700">
            <a:solidFill>
              <a:srgbClr val="FFFFFF">
                <a:alpha val="0"/>
              </a:srgbClr>
            </a:solidFill>
            <a:prstDash val="solid"/>
          </a:ln>
        </p:spPr>
        <p:txBody>
          <a:bodyPr/>
          <a:lstStyle/>
          <a:p>
            <a:endParaRPr lang="en-US"/>
          </a:p>
        </p:txBody>
      </p:sp>
      <p:sp>
        <p:nvSpPr>
          <p:cNvPr id="9" name="Shape 7"/>
          <p:cNvSpPr/>
          <p:nvPr/>
        </p:nvSpPr>
        <p:spPr>
          <a:xfrm>
            <a:off x="13687082" y="3524250"/>
            <a:ext cx="0" cy="1484412"/>
          </a:xfrm>
          <a:prstGeom prst="line">
            <a:avLst/>
          </a:prstGeom>
          <a:solidFill>
            <a:srgbClr val="111C2D">
              <a:alpha val="0"/>
            </a:srgbClr>
          </a:solidFill>
          <a:ln w="66675">
            <a:solidFill>
              <a:srgbClr val="F9B000"/>
            </a:solidFill>
            <a:prstDash val="solid"/>
          </a:ln>
        </p:spPr>
        <p:txBody>
          <a:bodyPr/>
          <a:lstStyle/>
          <a:p>
            <a:endParaRPr lang="en-US"/>
          </a:p>
        </p:txBody>
      </p:sp>
      <p:sp>
        <p:nvSpPr>
          <p:cNvPr id="10" name="Text 8"/>
          <p:cNvSpPr/>
          <p:nvPr/>
        </p:nvSpPr>
        <p:spPr>
          <a:xfrm>
            <a:off x="14096649" y="3867150"/>
            <a:ext cx="4133746" cy="41910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700" b="1" dirty="0">
                <a:solidFill>
                  <a:srgbClr val="F1F5F9"/>
                </a:solidFill>
                <a:latin typeface="Aptos" pitchFamily="34" charset="0"/>
                <a:ea typeface="Arial" pitchFamily="34" charset="-122"/>
                <a:cs typeface="Arial" pitchFamily="34" charset="-120"/>
              </a:rPr>
              <a:t>Consulta</a:t>
            </a:r>
            <a:endParaRPr lang="en-US" sz="2900" dirty="0"/>
          </a:p>
        </p:txBody>
      </p:sp>
      <p:sp>
        <p:nvSpPr>
          <p:cNvPr id="11" name="Text 9"/>
          <p:cNvSpPr/>
          <p:nvPr/>
        </p:nvSpPr>
        <p:spPr>
          <a:xfrm>
            <a:off x="14096649" y="4286250"/>
            <a:ext cx="4133746" cy="8229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300" dirty="0">
                <a:solidFill>
                  <a:srgbClr val="F1F5F9"/>
                </a:solidFill>
                <a:latin typeface="Aptos" pitchFamily="34" charset="0"/>
                <a:ea typeface="Arial" pitchFamily="34" charset="-122"/>
                <a:cs typeface="Arial" pitchFamily="34" charset="-120"/>
              </a:rPr>
              <a:t>MUST conserva a query original.</a:t>
            </a:r>
            <a:endParaRPr lang="en-US" sz="2300" dirty="0"/>
          </a:p>
        </p:txBody>
      </p:sp>
      <p:sp>
        <p:nvSpPr>
          <p:cNvPr id="12" name="Shape 10"/>
          <p:cNvSpPr/>
          <p:nvPr/>
        </p:nvSpPr>
        <p:spPr>
          <a:xfrm>
            <a:off x="13620410" y="5313462"/>
            <a:ext cx="4952876" cy="1484412"/>
          </a:xfrm>
          <a:prstGeom prst="rect">
            <a:avLst/>
          </a:prstGeom>
          <a:solidFill>
            <a:srgbClr val="223147"/>
          </a:solidFill>
          <a:ln w="12700">
            <a:solidFill>
              <a:srgbClr val="FFFFFF">
                <a:alpha val="0"/>
              </a:srgbClr>
            </a:solidFill>
            <a:prstDash val="solid"/>
          </a:ln>
        </p:spPr>
        <p:txBody>
          <a:bodyPr/>
          <a:lstStyle/>
          <a:p>
            <a:endParaRPr lang="en-US"/>
          </a:p>
        </p:txBody>
      </p:sp>
      <p:sp>
        <p:nvSpPr>
          <p:cNvPr id="13" name="Shape 11"/>
          <p:cNvSpPr/>
          <p:nvPr/>
        </p:nvSpPr>
        <p:spPr>
          <a:xfrm>
            <a:off x="13687082" y="5313462"/>
            <a:ext cx="0" cy="1484412"/>
          </a:xfrm>
          <a:prstGeom prst="line">
            <a:avLst/>
          </a:prstGeom>
          <a:solidFill>
            <a:srgbClr val="111C2D">
              <a:alpha val="0"/>
            </a:srgbClr>
          </a:solidFill>
          <a:ln w="66675">
            <a:solidFill>
              <a:srgbClr val="F9B000"/>
            </a:solidFill>
            <a:prstDash val="solid"/>
          </a:ln>
        </p:spPr>
        <p:txBody>
          <a:bodyPr/>
          <a:lstStyle/>
          <a:p>
            <a:endParaRPr lang="en-US"/>
          </a:p>
        </p:txBody>
      </p:sp>
      <p:sp>
        <p:nvSpPr>
          <p:cNvPr id="14" name="Text 12"/>
          <p:cNvSpPr/>
          <p:nvPr/>
        </p:nvSpPr>
        <p:spPr>
          <a:xfrm>
            <a:off x="14096649" y="5656362"/>
            <a:ext cx="4133746" cy="41910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700" b="1" dirty="0">
                <a:solidFill>
                  <a:srgbClr val="F1F5F9"/>
                </a:solidFill>
                <a:latin typeface="Aptos" pitchFamily="34" charset="0"/>
                <a:ea typeface="Arial" pitchFamily="34" charset="-122"/>
                <a:cs typeface="Arial" pitchFamily="34" charset="-120"/>
              </a:rPr>
              <a:t>Categoria</a:t>
            </a:r>
            <a:endParaRPr lang="en-US" sz="2900" dirty="0"/>
          </a:p>
        </p:txBody>
      </p:sp>
      <p:sp>
        <p:nvSpPr>
          <p:cNvPr id="15" name="Text 13"/>
          <p:cNvSpPr/>
          <p:nvPr/>
        </p:nvSpPr>
        <p:spPr>
          <a:xfrm>
            <a:off x="14096649" y="6075462"/>
            <a:ext cx="4133746" cy="8229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300" dirty="0">
                <a:solidFill>
                  <a:srgbClr val="F1F5F9"/>
                </a:solidFill>
                <a:latin typeface="Aptos" pitchFamily="34" charset="0"/>
                <a:ea typeface="Arial" pitchFamily="34" charset="-122"/>
                <a:cs typeface="Arial" pitchFamily="34" charset="-120"/>
              </a:rPr>
              <a:t>FILTER restringe os mesmos resultados.</a:t>
            </a:r>
            <a:endParaRPr lang="en-US" sz="2300" dirty="0"/>
          </a:p>
        </p:txBody>
      </p:sp>
      <p:sp>
        <p:nvSpPr>
          <p:cNvPr id="16" name="Shape 14"/>
          <p:cNvSpPr/>
          <p:nvPr/>
        </p:nvSpPr>
        <p:spPr>
          <a:xfrm>
            <a:off x="13620410" y="7102674"/>
            <a:ext cx="4952876" cy="1484412"/>
          </a:xfrm>
          <a:prstGeom prst="rect">
            <a:avLst/>
          </a:prstGeom>
          <a:solidFill>
            <a:srgbClr val="223147"/>
          </a:solidFill>
          <a:ln w="12700">
            <a:solidFill>
              <a:srgbClr val="FFFFFF">
                <a:alpha val="0"/>
              </a:srgbClr>
            </a:solidFill>
            <a:prstDash val="solid"/>
          </a:ln>
        </p:spPr>
        <p:txBody>
          <a:bodyPr/>
          <a:lstStyle/>
          <a:p>
            <a:endParaRPr lang="en-US"/>
          </a:p>
        </p:txBody>
      </p:sp>
      <p:sp>
        <p:nvSpPr>
          <p:cNvPr id="17" name="Shape 15"/>
          <p:cNvSpPr/>
          <p:nvPr/>
        </p:nvSpPr>
        <p:spPr>
          <a:xfrm>
            <a:off x="13687082" y="7102674"/>
            <a:ext cx="0" cy="1484412"/>
          </a:xfrm>
          <a:prstGeom prst="line">
            <a:avLst/>
          </a:prstGeom>
          <a:solidFill>
            <a:srgbClr val="111C2D">
              <a:alpha val="0"/>
            </a:srgbClr>
          </a:solidFill>
          <a:ln w="66675">
            <a:solidFill>
              <a:srgbClr val="F9B000"/>
            </a:solidFill>
            <a:prstDash val="solid"/>
          </a:ln>
        </p:spPr>
        <p:txBody>
          <a:bodyPr/>
          <a:lstStyle/>
          <a:p>
            <a:endParaRPr lang="en-US"/>
          </a:p>
        </p:txBody>
      </p:sp>
      <p:sp>
        <p:nvSpPr>
          <p:cNvPr id="18" name="Text 16"/>
          <p:cNvSpPr/>
          <p:nvPr/>
        </p:nvSpPr>
        <p:spPr>
          <a:xfrm>
            <a:off x="14096649" y="7445574"/>
            <a:ext cx="4133746" cy="41910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700" b="1" dirty="0">
                <a:solidFill>
                  <a:srgbClr val="F1F5F9"/>
                </a:solidFill>
                <a:latin typeface="Aptos" pitchFamily="34" charset="0"/>
                <a:ea typeface="Arial" pitchFamily="34" charset="-122"/>
                <a:cs typeface="Arial" pitchFamily="34" charset="-120"/>
              </a:rPr>
              <a:t>Hierarquia</a:t>
            </a:r>
            <a:endParaRPr lang="en-US" sz="2900" dirty="0"/>
          </a:p>
        </p:txBody>
      </p:sp>
      <p:sp>
        <p:nvSpPr>
          <p:cNvPr id="19" name="Text 17"/>
          <p:cNvSpPr/>
          <p:nvPr/>
        </p:nvSpPr>
        <p:spPr>
          <a:xfrm>
            <a:off x="14096649" y="7864674"/>
            <a:ext cx="4133746" cy="8229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300" dirty="0">
                <a:solidFill>
                  <a:srgbClr val="F1F5F9"/>
                </a:solidFill>
                <a:latin typeface="Aptos" pitchFamily="34" charset="0"/>
                <a:ea typeface="Arial" pitchFamily="34" charset="-122"/>
                <a:cs typeface="Arial" pitchFamily="34" charset="-120"/>
              </a:rPr>
              <a:t>IPED expande as subcategorias.</a:t>
            </a:r>
            <a:endParaRPr lang="en-US" sz="2300" dirty="0"/>
          </a:p>
        </p:txBody>
      </p:sp>
      <p:sp>
        <p:nvSpPr>
          <p:cNvPr id="20" name="Shape 18"/>
          <p:cNvSpPr/>
          <p:nvPr/>
        </p:nvSpPr>
        <p:spPr>
          <a:xfrm>
            <a:off x="13620410" y="8891886"/>
            <a:ext cx="4952876" cy="1484412"/>
          </a:xfrm>
          <a:prstGeom prst="rect">
            <a:avLst/>
          </a:prstGeom>
          <a:solidFill>
            <a:srgbClr val="223147"/>
          </a:solidFill>
          <a:ln w="12700">
            <a:solidFill>
              <a:srgbClr val="FFFFFF">
                <a:alpha val="0"/>
              </a:srgbClr>
            </a:solidFill>
            <a:prstDash val="solid"/>
          </a:ln>
        </p:spPr>
        <p:txBody>
          <a:bodyPr/>
          <a:lstStyle/>
          <a:p>
            <a:endParaRPr lang="en-US"/>
          </a:p>
        </p:txBody>
      </p:sp>
      <p:sp>
        <p:nvSpPr>
          <p:cNvPr id="21" name="Shape 19"/>
          <p:cNvSpPr/>
          <p:nvPr/>
        </p:nvSpPr>
        <p:spPr>
          <a:xfrm>
            <a:off x="13687082" y="8891886"/>
            <a:ext cx="0" cy="1484412"/>
          </a:xfrm>
          <a:prstGeom prst="line">
            <a:avLst/>
          </a:prstGeom>
          <a:solidFill>
            <a:srgbClr val="111C2D">
              <a:alpha val="0"/>
            </a:srgbClr>
          </a:solidFill>
          <a:ln w="66675">
            <a:solidFill>
              <a:srgbClr val="F9B000"/>
            </a:solidFill>
            <a:prstDash val="solid"/>
          </a:ln>
        </p:spPr>
        <p:txBody>
          <a:bodyPr/>
          <a:lstStyle/>
          <a:p>
            <a:endParaRPr lang="en-US"/>
          </a:p>
        </p:txBody>
      </p:sp>
      <p:sp>
        <p:nvSpPr>
          <p:cNvPr id="22" name="Text 20"/>
          <p:cNvSpPr/>
          <p:nvPr/>
        </p:nvSpPr>
        <p:spPr>
          <a:xfrm>
            <a:off x="14096649" y="9234786"/>
            <a:ext cx="4133746" cy="41910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700" b="1" dirty="0">
                <a:solidFill>
                  <a:srgbClr val="F1F5F9"/>
                </a:solidFill>
                <a:latin typeface="Aptos" pitchFamily="34" charset="0"/>
                <a:ea typeface="Arial" pitchFamily="34" charset="-122"/>
                <a:cs typeface="Arial" pitchFamily="34" charset="-120"/>
              </a:rPr>
              <a:t>Página</a:t>
            </a:r>
            <a:endParaRPr lang="en-US" sz="2900" dirty="0"/>
          </a:p>
        </p:txBody>
      </p:sp>
      <p:sp>
        <p:nvSpPr>
          <p:cNvPr id="23" name="Text 21"/>
          <p:cNvSpPr/>
          <p:nvPr/>
        </p:nvSpPr>
        <p:spPr>
          <a:xfrm>
            <a:off x="14096649" y="9653886"/>
            <a:ext cx="4133746" cy="8229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300" dirty="0">
                <a:solidFill>
                  <a:srgbClr val="F1F5F9"/>
                </a:solidFill>
                <a:latin typeface="Aptos" pitchFamily="34" charset="0"/>
                <a:ea typeface="Arial" pitchFamily="34" charset="-122"/>
                <a:cs typeface="Arial" pitchFamily="34" charset="-120"/>
              </a:rPr>
              <a:t>Recortar após aplicar os dois critérios.</a:t>
            </a:r>
            <a:endParaRPr lang="en-US" sz="2300" dirty="0"/>
          </a:p>
        </p:txBody>
      </p:sp>
      <p:sp>
        <p:nvSpPr>
          <p:cNvPr id="24" name="Text 22"/>
          <p:cNvSpPr/>
          <p:nvPr/>
        </p:nvSpPr>
        <p:spPr>
          <a:xfrm>
            <a:off x="1409665" y="12687300"/>
            <a:ext cx="17373600" cy="5943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400" dirty="0">
                <a:solidFill>
                  <a:srgbClr val="F1F5F9"/>
                </a:solidFill>
                <a:latin typeface="Aptos" pitchFamily="34" charset="0"/>
                <a:ea typeface="Arial" pitchFamily="34" charset="-122"/>
                <a:cs typeface="Arial" pitchFamily="34" charset="-120"/>
              </a:rPr>
              <a:t>Builder e Occur são classes Lucene carregadas no código completo.</a:t>
            </a:r>
            <a:endParaRPr lang="en-US" sz="2100" dirty="0"/>
          </a:p>
        </p:txBody>
      </p:sp>
      <p:sp>
        <p:nvSpPr>
          <p:cNvPr id="25" name="TextBox 24"/>
          <p:cNvSpPr txBox="1"/>
          <p:nvPr/>
        </p:nvSpPr>
        <p:spPr>
          <a:xfrm>
            <a:off x="21214080" y="12344400"/>
            <a:ext cx="2286000" cy="502920"/>
          </a:xfrm>
          <a:prstGeom prst="rect">
            <a:avLst/>
          </a:prstGeom>
          <a:noFill/>
        </p:spPr>
        <p:txBody>
          <a:bodyPr wrap="none" lIns="0" tIns="0" rIns="0" bIns="0">
            <a:noAutofit/>
          </a:bodyPr>
          <a:lstStyle/>
          <a:p>
            <a:pPr>
              <a:lnSpc>
                <a:spcPct val="108000"/>
              </a:lnSpc>
              <a:spcBef>
                <a:spcPts val="0"/>
              </a:spcBef>
              <a:spcAft>
                <a:spcPts val="0"/>
              </a:spcAft>
            </a:pPr>
            <a:r>
              <a:rPr lang="en-US" sz="2200">
                <a:solidFill>
                  <a:srgbClr val="15243B"/>
                </a:solidFill>
                <a:latin typeface="Aptos"/>
              </a:rPr>
              <a:t>23 / 70</a:t>
            </a:r>
            <a:endParaRPr sz="2200">
              <a:solidFill>
                <a:srgbClr val="15243B"/>
              </a:solidFill>
              <a:latin typeface="Aptos"/>
            </a:endParaRP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hape 0"/>
          <p:cNvSpPr/>
          <p:nvPr/>
        </p:nvSpPr>
        <p:spPr>
          <a:xfrm>
            <a:off x="1" y="0"/>
            <a:ext cx="24383390" cy="13716000"/>
          </a:xfrm>
          <a:prstGeom prst="rect">
            <a:avLst/>
          </a:prstGeom>
          <a:solidFill>
            <a:srgbClr val="111C2D"/>
          </a:solidFill>
          <a:ln w="12700">
            <a:solidFill>
              <a:srgbClr val="FFFFFF">
                <a:alpha val="0"/>
              </a:srgbClr>
            </a:solidFill>
            <a:prstDash val="solid"/>
          </a:ln>
        </p:spPr>
        <p:txBody>
          <a:bodyPr/>
          <a:lstStyle/>
          <a:p>
            <a:endParaRPr lang="en-US"/>
          </a:p>
        </p:txBody>
      </p:sp>
      <p:sp>
        <p:nvSpPr>
          <p:cNvPr id="3" name="Shape 1"/>
          <p:cNvSpPr/>
          <p:nvPr/>
        </p:nvSpPr>
        <p:spPr>
          <a:xfrm>
            <a:off x="0" y="0"/>
            <a:ext cx="19811504" cy="1219200"/>
          </a:xfrm>
          <a:prstGeom prst="rect">
            <a:avLst/>
          </a:prstGeom>
          <a:solidFill>
            <a:srgbClr val="D9DCDF"/>
          </a:solidFill>
          <a:ln w="12700">
            <a:solidFill>
              <a:srgbClr val="FFFFFF">
                <a:alpha val="0"/>
              </a:srgbClr>
            </a:solidFill>
            <a:prstDash val="solid"/>
          </a:ln>
        </p:spPr>
        <p:txBody>
          <a:bodyPr/>
          <a:lstStyle/>
          <a:p>
            <a:endParaRPr lang="en-US"/>
          </a:p>
        </p:txBody>
      </p:sp>
      <p:sp>
        <p:nvSpPr>
          <p:cNvPr id="4" name="Shape 2"/>
          <p:cNvSpPr/>
          <p:nvPr/>
        </p:nvSpPr>
        <p:spPr>
          <a:xfrm>
            <a:off x="20382990" y="0"/>
            <a:ext cx="4000400" cy="13716000"/>
          </a:xfrm>
          <a:prstGeom prst="rect">
            <a:avLst/>
          </a:prstGeom>
          <a:solidFill>
            <a:srgbClr val="F9B000"/>
          </a:solidFill>
          <a:ln w="12700">
            <a:solidFill>
              <a:srgbClr val="FFFFFF">
                <a:alpha val="0"/>
              </a:srgbClr>
            </a:solidFill>
            <a:prstDash val="solid"/>
          </a:ln>
        </p:spPr>
        <p:txBody>
          <a:bodyPr/>
          <a:lstStyle/>
          <a:p>
            <a:endParaRPr lang="en-US"/>
          </a:p>
        </p:txBody>
      </p:sp>
      <p:sp>
        <p:nvSpPr>
          <p:cNvPr id="5" name="Text 3"/>
          <p:cNvSpPr/>
          <p:nvPr/>
        </p:nvSpPr>
        <p:spPr>
          <a:xfrm>
            <a:off x="1371567" y="1676400"/>
            <a:ext cx="17525562" cy="164592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5400" b="1" dirty="0">
                <a:solidFill>
                  <a:srgbClr val="68BDF4"/>
                </a:solidFill>
                <a:latin typeface="Aptos Display" pitchFamily="34" charset="0"/>
                <a:ea typeface="Arial" pitchFamily="34" charset="-122"/>
                <a:cs typeface="Arial" pitchFamily="34" charset="-120"/>
              </a:rPr>
              <a:t>Posição, ID do item e ID Lucene</a:t>
            </a:r>
            <a:endParaRPr lang="en-US" sz="5600" dirty="0"/>
          </a:p>
        </p:txBody>
      </p:sp>
      <p:sp>
        <p:nvSpPr>
          <p:cNvPr id="6" name="Shape 4"/>
          <p:cNvSpPr/>
          <p:nvPr/>
        </p:nvSpPr>
        <p:spPr>
          <a:xfrm>
            <a:off x="1409664" y="3619500"/>
            <a:ext cx="8400840" cy="3543300"/>
          </a:xfrm>
          <a:prstGeom prst="rect">
            <a:avLst/>
          </a:prstGeom>
          <a:solidFill>
            <a:srgbClr val="223147"/>
          </a:solidFill>
          <a:ln w="12700">
            <a:solidFill>
              <a:srgbClr val="FFFFFF">
                <a:alpha val="0"/>
              </a:srgbClr>
            </a:solidFill>
            <a:prstDash val="solid"/>
          </a:ln>
        </p:spPr>
        <p:txBody>
          <a:bodyPr/>
          <a:lstStyle/>
          <a:p>
            <a:endParaRPr lang="en-US"/>
          </a:p>
        </p:txBody>
      </p:sp>
      <p:sp>
        <p:nvSpPr>
          <p:cNvPr id="7" name="Shape 5"/>
          <p:cNvSpPr/>
          <p:nvPr/>
        </p:nvSpPr>
        <p:spPr>
          <a:xfrm>
            <a:off x="1476338" y="3619500"/>
            <a:ext cx="0" cy="3543300"/>
          </a:xfrm>
          <a:prstGeom prst="line">
            <a:avLst/>
          </a:prstGeom>
          <a:solidFill>
            <a:srgbClr val="111C2D">
              <a:alpha val="0"/>
            </a:srgbClr>
          </a:solidFill>
          <a:ln w="66675">
            <a:solidFill>
              <a:srgbClr val="0B6FBD"/>
            </a:solidFill>
            <a:prstDash val="solid"/>
          </a:ln>
        </p:spPr>
        <p:txBody>
          <a:bodyPr/>
          <a:lstStyle/>
          <a:p>
            <a:endParaRPr lang="en-US"/>
          </a:p>
        </p:txBody>
      </p:sp>
      <p:sp>
        <p:nvSpPr>
          <p:cNvPr id="8" name="Text 6"/>
          <p:cNvSpPr/>
          <p:nvPr/>
        </p:nvSpPr>
        <p:spPr>
          <a:xfrm>
            <a:off x="2000200" y="4076701"/>
            <a:ext cx="7353116" cy="51435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3200" b="1" dirty="0">
                <a:solidFill>
                  <a:srgbClr val="F1F5F9"/>
                </a:solidFill>
                <a:latin typeface="Aptos" pitchFamily="34" charset="0"/>
                <a:ea typeface="Arial" pitchFamily="34" charset="-122"/>
                <a:cs typeface="Arial" pitchFamily="34" charset="-120"/>
              </a:rPr>
              <a:t>Posição</a:t>
            </a:r>
            <a:endParaRPr lang="en-US" sz="3500" dirty="0"/>
          </a:p>
        </p:txBody>
      </p:sp>
      <p:sp>
        <p:nvSpPr>
          <p:cNvPr id="9" name="Text 7"/>
          <p:cNvSpPr/>
          <p:nvPr/>
        </p:nvSpPr>
        <p:spPr>
          <a:xfrm>
            <a:off x="2000200" y="4591051"/>
            <a:ext cx="7353116" cy="19659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800" dirty="0">
                <a:solidFill>
                  <a:srgbClr val="F1F5F9"/>
                </a:solidFill>
                <a:latin typeface="Aptos" pitchFamily="34" charset="0"/>
                <a:ea typeface="Arial" pitchFamily="34" charset="-122"/>
                <a:cs typeface="Arial" pitchFamily="34" charset="-120"/>
              </a:rPr>
              <a:t>Índice i dentro da lista SearchResult.</a:t>
            </a:r>
            <a:endParaRPr lang="en-US" sz="2700" dirty="0"/>
          </a:p>
        </p:txBody>
      </p:sp>
      <p:sp>
        <p:nvSpPr>
          <p:cNvPr id="10" name="Shape 8"/>
          <p:cNvSpPr/>
          <p:nvPr/>
        </p:nvSpPr>
        <p:spPr>
          <a:xfrm>
            <a:off x="10153396" y="3619500"/>
            <a:ext cx="8400840" cy="3543300"/>
          </a:xfrm>
          <a:prstGeom prst="rect">
            <a:avLst/>
          </a:prstGeom>
          <a:solidFill>
            <a:srgbClr val="223147"/>
          </a:solidFill>
          <a:ln w="12700">
            <a:solidFill>
              <a:srgbClr val="FFFFFF">
                <a:alpha val="0"/>
              </a:srgbClr>
            </a:solidFill>
            <a:prstDash val="solid"/>
          </a:ln>
        </p:spPr>
        <p:txBody>
          <a:bodyPr/>
          <a:lstStyle/>
          <a:p>
            <a:endParaRPr lang="en-US"/>
          </a:p>
        </p:txBody>
      </p:sp>
      <p:sp>
        <p:nvSpPr>
          <p:cNvPr id="11" name="Shape 9"/>
          <p:cNvSpPr/>
          <p:nvPr/>
        </p:nvSpPr>
        <p:spPr>
          <a:xfrm>
            <a:off x="10220070" y="3619500"/>
            <a:ext cx="0" cy="3543300"/>
          </a:xfrm>
          <a:prstGeom prst="line">
            <a:avLst/>
          </a:prstGeom>
          <a:solidFill>
            <a:srgbClr val="111C2D">
              <a:alpha val="0"/>
            </a:srgbClr>
          </a:solidFill>
          <a:ln w="66675">
            <a:solidFill>
              <a:srgbClr val="0B6FBD"/>
            </a:solidFill>
            <a:prstDash val="solid"/>
          </a:ln>
        </p:spPr>
        <p:txBody>
          <a:bodyPr/>
          <a:lstStyle/>
          <a:p>
            <a:endParaRPr lang="en-US"/>
          </a:p>
        </p:txBody>
      </p:sp>
      <p:sp>
        <p:nvSpPr>
          <p:cNvPr id="12" name="Text 10"/>
          <p:cNvSpPr/>
          <p:nvPr/>
        </p:nvSpPr>
        <p:spPr>
          <a:xfrm>
            <a:off x="10743932" y="4076701"/>
            <a:ext cx="7353116" cy="51435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3200" b="1" dirty="0">
                <a:solidFill>
                  <a:srgbClr val="F1F5F9"/>
                </a:solidFill>
                <a:latin typeface="Aptos" pitchFamily="34" charset="0"/>
                <a:ea typeface="Arial" pitchFamily="34" charset="-122"/>
                <a:cs typeface="Arial" pitchFamily="34" charset="-120"/>
              </a:rPr>
              <a:t>ID do item</a:t>
            </a:r>
            <a:endParaRPr lang="en-US" sz="3500" dirty="0"/>
          </a:p>
        </p:txBody>
      </p:sp>
      <p:sp>
        <p:nvSpPr>
          <p:cNvPr id="13" name="Text 11"/>
          <p:cNvSpPr/>
          <p:nvPr/>
        </p:nvSpPr>
        <p:spPr>
          <a:xfrm>
            <a:off x="10743932" y="4591051"/>
            <a:ext cx="7353116" cy="19659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800" dirty="0">
                <a:solidFill>
                  <a:srgbClr val="F1F5F9"/>
                </a:solidFill>
                <a:latin typeface="Aptos" pitchFamily="34" charset="0"/>
                <a:ea typeface="Arial" pitchFamily="34" charset="-122"/>
                <a:cs typeface="Arial" pitchFamily="34" charset="-120"/>
              </a:rPr>
              <a:t>Valor retornado por result.getId(i).</a:t>
            </a:r>
            <a:endParaRPr lang="en-US" sz="2700" dirty="0"/>
          </a:p>
        </p:txBody>
      </p:sp>
      <p:sp>
        <p:nvSpPr>
          <p:cNvPr id="14" name="Shape 12"/>
          <p:cNvSpPr/>
          <p:nvPr/>
        </p:nvSpPr>
        <p:spPr>
          <a:xfrm>
            <a:off x="1409664" y="7505700"/>
            <a:ext cx="8400840" cy="3543300"/>
          </a:xfrm>
          <a:prstGeom prst="rect">
            <a:avLst/>
          </a:prstGeom>
          <a:solidFill>
            <a:srgbClr val="223147"/>
          </a:solidFill>
          <a:ln w="12700">
            <a:solidFill>
              <a:srgbClr val="FFFFFF">
                <a:alpha val="0"/>
              </a:srgbClr>
            </a:solidFill>
            <a:prstDash val="solid"/>
          </a:ln>
        </p:spPr>
        <p:txBody>
          <a:bodyPr/>
          <a:lstStyle/>
          <a:p>
            <a:endParaRPr lang="en-US"/>
          </a:p>
        </p:txBody>
      </p:sp>
      <p:sp>
        <p:nvSpPr>
          <p:cNvPr id="15" name="Shape 13"/>
          <p:cNvSpPr/>
          <p:nvPr/>
        </p:nvSpPr>
        <p:spPr>
          <a:xfrm>
            <a:off x="1476338" y="7505700"/>
            <a:ext cx="0" cy="3543300"/>
          </a:xfrm>
          <a:prstGeom prst="line">
            <a:avLst/>
          </a:prstGeom>
          <a:solidFill>
            <a:srgbClr val="111C2D">
              <a:alpha val="0"/>
            </a:srgbClr>
          </a:solidFill>
          <a:ln w="66675">
            <a:solidFill>
              <a:srgbClr val="F9B000"/>
            </a:solidFill>
            <a:prstDash val="solid"/>
          </a:ln>
        </p:spPr>
        <p:txBody>
          <a:bodyPr/>
          <a:lstStyle/>
          <a:p>
            <a:endParaRPr lang="en-US"/>
          </a:p>
        </p:txBody>
      </p:sp>
      <p:sp>
        <p:nvSpPr>
          <p:cNvPr id="16" name="Text 14"/>
          <p:cNvSpPr/>
          <p:nvPr/>
        </p:nvSpPr>
        <p:spPr>
          <a:xfrm>
            <a:off x="2000200" y="7962901"/>
            <a:ext cx="7353116" cy="51435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3200" b="1" dirty="0">
                <a:solidFill>
                  <a:srgbClr val="F1F5F9"/>
                </a:solidFill>
                <a:latin typeface="Aptos" pitchFamily="34" charset="0"/>
                <a:ea typeface="Arial" pitchFamily="34" charset="-122"/>
                <a:cs typeface="Arial" pitchFamily="34" charset="-120"/>
              </a:rPr>
              <a:t>Documento Lucene</a:t>
            </a:r>
            <a:endParaRPr lang="en-US" sz="3500" dirty="0"/>
          </a:p>
        </p:txBody>
      </p:sp>
      <p:sp>
        <p:nvSpPr>
          <p:cNvPr id="17" name="Text 15"/>
          <p:cNvSpPr/>
          <p:nvPr/>
        </p:nvSpPr>
        <p:spPr>
          <a:xfrm>
            <a:off x="2000200" y="8477251"/>
            <a:ext cx="7353116" cy="19659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800" dirty="0">
                <a:solidFill>
                  <a:srgbClr val="F1F5F9"/>
                </a:solidFill>
                <a:latin typeface="Aptos" pitchFamily="34" charset="0"/>
                <a:ea typeface="Arial" pitchFamily="34" charset="-122"/>
                <a:cs typeface="Arial" pitchFamily="34" charset="-120"/>
              </a:rPr>
              <a:t>Identificador interno do índice, com mapeamento próprio.</a:t>
            </a:r>
            <a:endParaRPr lang="en-US" sz="2700" dirty="0"/>
          </a:p>
        </p:txBody>
      </p:sp>
      <p:sp>
        <p:nvSpPr>
          <p:cNvPr id="18" name="Shape 16"/>
          <p:cNvSpPr/>
          <p:nvPr/>
        </p:nvSpPr>
        <p:spPr>
          <a:xfrm>
            <a:off x="10153396" y="7505700"/>
            <a:ext cx="8400840" cy="3543300"/>
          </a:xfrm>
          <a:prstGeom prst="rect">
            <a:avLst/>
          </a:prstGeom>
          <a:solidFill>
            <a:srgbClr val="223147"/>
          </a:solidFill>
          <a:ln w="12700">
            <a:solidFill>
              <a:srgbClr val="FFFFFF">
                <a:alpha val="0"/>
              </a:srgbClr>
            </a:solidFill>
            <a:prstDash val="solid"/>
          </a:ln>
        </p:spPr>
        <p:txBody>
          <a:bodyPr/>
          <a:lstStyle/>
          <a:p>
            <a:endParaRPr lang="en-US"/>
          </a:p>
        </p:txBody>
      </p:sp>
      <p:sp>
        <p:nvSpPr>
          <p:cNvPr id="19" name="Shape 17"/>
          <p:cNvSpPr/>
          <p:nvPr/>
        </p:nvSpPr>
        <p:spPr>
          <a:xfrm>
            <a:off x="10220070" y="7505700"/>
            <a:ext cx="0" cy="3543300"/>
          </a:xfrm>
          <a:prstGeom prst="line">
            <a:avLst/>
          </a:prstGeom>
          <a:solidFill>
            <a:srgbClr val="111C2D">
              <a:alpha val="0"/>
            </a:srgbClr>
          </a:solidFill>
          <a:ln w="66675">
            <a:solidFill>
              <a:srgbClr val="F9B000"/>
            </a:solidFill>
            <a:prstDash val="solid"/>
          </a:ln>
        </p:spPr>
        <p:txBody>
          <a:bodyPr/>
          <a:lstStyle/>
          <a:p>
            <a:endParaRPr lang="en-US"/>
          </a:p>
        </p:txBody>
      </p:sp>
      <p:sp>
        <p:nvSpPr>
          <p:cNvPr id="20" name="Text 18"/>
          <p:cNvSpPr/>
          <p:nvPr/>
        </p:nvSpPr>
        <p:spPr>
          <a:xfrm>
            <a:off x="10743932" y="7962901"/>
            <a:ext cx="7353116" cy="51435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3200" b="1" dirty="0">
                <a:solidFill>
                  <a:srgbClr val="F1F5F9"/>
                </a:solidFill>
                <a:latin typeface="Aptos" pitchFamily="34" charset="0"/>
                <a:ea typeface="Arial" pitchFamily="34" charset="-122"/>
                <a:cs typeface="Arial" pitchFamily="34" charset="-120"/>
              </a:rPr>
              <a:t>Consulta correta</a:t>
            </a:r>
            <a:endParaRPr lang="en-US" sz="3500" dirty="0"/>
          </a:p>
        </p:txBody>
      </p:sp>
      <p:sp>
        <p:nvSpPr>
          <p:cNvPr id="21" name="Text 19"/>
          <p:cNvSpPr/>
          <p:nvPr/>
        </p:nvSpPr>
        <p:spPr>
          <a:xfrm>
            <a:off x="10743932" y="8477251"/>
            <a:ext cx="7353116" cy="19659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800" dirty="0">
                <a:solidFill>
                  <a:srgbClr val="F1F5F9"/>
                </a:solidFill>
                <a:latin typeface="Aptos" pitchFamily="34" charset="0"/>
                <a:ea typeface="Arial" pitchFamily="34" charset="-122"/>
                <a:cs typeface="Arial" pitchFamily="34" charset="-120"/>
              </a:rPr>
              <a:t>source.getItemByID(item_id) recebe o ID do item.</a:t>
            </a:r>
            <a:endParaRPr lang="en-US" sz="2700" dirty="0"/>
          </a:p>
        </p:txBody>
      </p:sp>
      <p:sp>
        <p:nvSpPr>
          <p:cNvPr id="22" name="Text 20"/>
          <p:cNvSpPr/>
          <p:nvPr/>
        </p:nvSpPr>
        <p:spPr>
          <a:xfrm>
            <a:off x="1409664" y="11734801"/>
            <a:ext cx="17144572" cy="112395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500" dirty="0">
                <a:solidFill>
                  <a:srgbClr val="F1F5F9"/>
                </a:solidFill>
                <a:latin typeface="Aptos" pitchFamily="34" charset="0"/>
                <a:ea typeface="Arial" pitchFamily="34" charset="-122"/>
                <a:cs typeface="Arial" pitchFamily="34" charset="-120"/>
              </a:rPr>
              <a:t>A posição zero do resultado pode apontar para qualquer ID do caso.</a:t>
            </a:r>
            <a:endParaRPr lang="en-US" sz="3000" dirty="0"/>
          </a:p>
        </p:txBody>
      </p:sp>
      <p:sp>
        <p:nvSpPr>
          <p:cNvPr id="23" name="TextBox 22"/>
          <p:cNvSpPr txBox="1"/>
          <p:nvPr/>
        </p:nvSpPr>
        <p:spPr>
          <a:xfrm>
            <a:off x="21214080" y="12344400"/>
            <a:ext cx="2286000" cy="502920"/>
          </a:xfrm>
          <a:prstGeom prst="rect">
            <a:avLst/>
          </a:prstGeom>
          <a:noFill/>
        </p:spPr>
        <p:txBody>
          <a:bodyPr wrap="none" lIns="0" tIns="0" rIns="0" bIns="0">
            <a:noAutofit/>
          </a:bodyPr>
          <a:lstStyle/>
          <a:p>
            <a:pPr>
              <a:lnSpc>
                <a:spcPct val="108000"/>
              </a:lnSpc>
              <a:spcBef>
                <a:spcPts val="0"/>
              </a:spcBef>
              <a:spcAft>
                <a:spcPts val="0"/>
              </a:spcAft>
            </a:pPr>
            <a:r>
              <a:rPr lang="en-US" sz="2200">
                <a:solidFill>
                  <a:srgbClr val="15243B"/>
                </a:solidFill>
                <a:latin typeface="Aptos"/>
              </a:rPr>
              <a:t>24 / 70</a:t>
            </a:r>
            <a:endParaRPr sz="2200">
              <a:solidFill>
                <a:srgbClr val="15243B"/>
              </a:solidFill>
              <a:latin typeface="Aptos"/>
            </a:endParaRP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hape 0"/>
          <p:cNvSpPr/>
          <p:nvPr/>
        </p:nvSpPr>
        <p:spPr>
          <a:xfrm>
            <a:off x="1" y="0"/>
            <a:ext cx="24383390" cy="13716000"/>
          </a:xfrm>
          <a:prstGeom prst="rect">
            <a:avLst/>
          </a:prstGeom>
          <a:solidFill>
            <a:srgbClr val="111C2D"/>
          </a:solidFill>
          <a:ln w="12700">
            <a:solidFill>
              <a:srgbClr val="FFFFFF">
                <a:alpha val="0"/>
              </a:srgbClr>
            </a:solidFill>
            <a:prstDash val="solid"/>
          </a:ln>
        </p:spPr>
        <p:txBody>
          <a:bodyPr/>
          <a:lstStyle/>
          <a:p>
            <a:endParaRPr lang="en-US"/>
          </a:p>
        </p:txBody>
      </p:sp>
      <p:sp>
        <p:nvSpPr>
          <p:cNvPr id="3" name="Shape 1"/>
          <p:cNvSpPr/>
          <p:nvPr/>
        </p:nvSpPr>
        <p:spPr>
          <a:xfrm>
            <a:off x="0" y="0"/>
            <a:ext cx="19811504" cy="1219200"/>
          </a:xfrm>
          <a:prstGeom prst="rect">
            <a:avLst/>
          </a:prstGeom>
          <a:solidFill>
            <a:srgbClr val="D9DCDF"/>
          </a:solidFill>
          <a:ln w="12700">
            <a:solidFill>
              <a:srgbClr val="FFFFFF">
                <a:alpha val="0"/>
              </a:srgbClr>
            </a:solidFill>
            <a:prstDash val="solid"/>
          </a:ln>
        </p:spPr>
        <p:txBody>
          <a:bodyPr/>
          <a:lstStyle/>
          <a:p>
            <a:endParaRPr lang="en-US"/>
          </a:p>
        </p:txBody>
      </p:sp>
      <p:sp>
        <p:nvSpPr>
          <p:cNvPr id="4" name="Shape 2"/>
          <p:cNvSpPr/>
          <p:nvPr/>
        </p:nvSpPr>
        <p:spPr>
          <a:xfrm>
            <a:off x="20382990" y="0"/>
            <a:ext cx="4000400" cy="13716000"/>
          </a:xfrm>
          <a:prstGeom prst="rect">
            <a:avLst/>
          </a:prstGeom>
          <a:solidFill>
            <a:srgbClr val="F9B000"/>
          </a:solidFill>
          <a:ln w="12700">
            <a:solidFill>
              <a:srgbClr val="FFFFFF">
                <a:alpha val="0"/>
              </a:srgbClr>
            </a:solidFill>
            <a:prstDash val="solid"/>
          </a:ln>
        </p:spPr>
        <p:txBody>
          <a:bodyPr/>
          <a:lstStyle/>
          <a:p>
            <a:endParaRPr lang="en-US"/>
          </a:p>
        </p:txBody>
      </p:sp>
      <p:sp>
        <p:nvSpPr>
          <p:cNvPr id="5" name="Text 3"/>
          <p:cNvSpPr/>
          <p:nvPr/>
        </p:nvSpPr>
        <p:spPr>
          <a:xfrm>
            <a:off x="1371567" y="1676401"/>
            <a:ext cx="17525562" cy="164592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5400" b="1" dirty="0">
                <a:solidFill>
                  <a:srgbClr val="68BDF4"/>
                </a:solidFill>
                <a:latin typeface="Aptos Display" pitchFamily="34" charset="0"/>
                <a:ea typeface="Arial" pitchFamily="34" charset="-122"/>
                <a:cs typeface="Arial" pitchFamily="34" charset="-120"/>
              </a:rPr>
              <a:t>Ponte 4: metadados serializáveis</a:t>
            </a:r>
            <a:endParaRPr lang="en-US" sz="5700" dirty="0"/>
          </a:p>
        </p:txBody>
      </p:sp>
      <p:sp>
        <p:nvSpPr>
          <p:cNvPr id="6" name="Shape 4"/>
          <p:cNvSpPr/>
          <p:nvPr/>
        </p:nvSpPr>
        <p:spPr>
          <a:xfrm>
            <a:off x="1409665" y="3524250"/>
            <a:ext cx="12115800" cy="7810500"/>
          </a:xfrm>
          <a:prstGeom prst="rect">
            <a:avLst/>
          </a:prstGeom>
          <a:solidFill>
            <a:srgbClr val="0B2D5C"/>
          </a:solidFill>
          <a:ln w="12700">
            <a:solidFill>
              <a:srgbClr val="FFFFFF">
                <a:alpha val="0"/>
              </a:srgbClr>
            </a:solidFill>
            <a:prstDash val="solid"/>
          </a:ln>
        </p:spPr>
        <p:txBody>
          <a:bodyPr/>
          <a:lstStyle/>
          <a:p>
            <a:endParaRPr lang="en-US"/>
          </a:p>
        </p:txBody>
      </p:sp>
      <p:sp>
        <p:nvSpPr>
          <p:cNvPr id="7" name="Text 5"/>
          <p:cNvSpPr/>
          <p:nvPr/>
        </p:nvSpPr>
        <p:spPr>
          <a:xfrm>
            <a:off x="1783080" y="3767328"/>
            <a:ext cx="11567160" cy="7406640"/>
          </a:xfrm>
          <a:prstGeom prst="rect">
            <a:avLst/>
          </a:prstGeom>
          <a:noFill/>
          <a:ln/>
        </p:spPr>
        <p:txBody>
          <a:bodyPr wrap="non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item = self._item(item_id)</a:t>
            </a:r>
            <a:endParaRPr lang="en-US" sz="2600" dirty="0">
              <a:solidFill>
                <a:srgbClr val="F1F5F9"/>
              </a:solidFill>
              <a:latin typeface="Consolas" pitchFamily="34" charset="0"/>
              <a:ea typeface="Consolas" pitchFamily="34" charset="-122"/>
              <a:cs typeface="Consolas" pitchFamily="34" charset="-120"/>
            </a:endParaRP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try:</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length = item.getLength()</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data = {</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"item_id": int(item.getId()),</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"name": texto_java(item.getName()),</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"path": texto_java(item.getPath()),</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"hash": texto_java(item.getHash()),</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"categories": sorted(texto_java(c) for c</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in item.getCategorySet().toArray()),</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"length": None if length is None</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else int(length)</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finally:</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item.dispose()</a:t>
            </a:r>
          </a:p>
        </p:txBody>
      </p:sp>
      <p:sp>
        <p:nvSpPr>
          <p:cNvPr id="8" name="Shape 6"/>
          <p:cNvSpPr/>
          <p:nvPr/>
        </p:nvSpPr>
        <p:spPr>
          <a:xfrm>
            <a:off x="13620410" y="3524250"/>
            <a:ext cx="4952876" cy="1484412"/>
          </a:xfrm>
          <a:prstGeom prst="rect">
            <a:avLst/>
          </a:prstGeom>
          <a:solidFill>
            <a:srgbClr val="223147"/>
          </a:solidFill>
          <a:ln w="12700">
            <a:solidFill>
              <a:srgbClr val="FFFFFF">
                <a:alpha val="0"/>
              </a:srgbClr>
            </a:solidFill>
            <a:prstDash val="solid"/>
          </a:ln>
        </p:spPr>
        <p:txBody>
          <a:bodyPr/>
          <a:lstStyle/>
          <a:p>
            <a:endParaRPr lang="en-US"/>
          </a:p>
        </p:txBody>
      </p:sp>
      <p:sp>
        <p:nvSpPr>
          <p:cNvPr id="9" name="Shape 7"/>
          <p:cNvSpPr/>
          <p:nvPr/>
        </p:nvSpPr>
        <p:spPr>
          <a:xfrm>
            <a:off x="13687082" y="3524250"/>
            <a:ext cx="0" cy="1484412"/>
          </a:xfrm>
          <a:prstGeom prst="line">
            <a:avLst/>
          </a:prstGeom>
          <a:solidFill>
            <a:srgbClr val="111C2D">
              <a:alpha val="0"/>
            </a:srgbClr>
          </a:solidFill>
          <a:ln w="66675">
            <a:solidFill>
              <a:srgbClr val="F9B000"/>
            </a:solidFill>
            <a:prstDash val="solid"/>
          </a:ln>
        </p:spPr>
        <p:txBody>
          <a:bodyPr/>
          <a:lstStyle/>
          <a:p>
            <a:endParaRPr lang="en-US"/>
          </a:p>
        </p:txBody>
      </p:sp>
      <p:sp>
        <p:nvSpPr>
          <p:cNvPr id="10" name="Text 8"/>
          <p:cNvSpPr/>
          <p:nvPr/>
        </p:nvSpPr>
        <p:spPr>
          <a:xfrm>
            <a:off x="14096649" y="3867150"/>
            <a:ext cx="4133746" cy="41910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700" b="1" dirty="0">
                <a:solidFill>
                  <a:srgbClr val="F1F5F9"/>
                </a:solidFill>
                <a:latin typeface="Aptos" pitchFamily="34" charset="0"/>
                <a:ea typeface="Arial" pitchFamily="34" charset="-122"/>
                <a:cs typeface="Arial" pitchFamily="34" charset="-120"/>
              </a:rPr>
              <a:t>Tipos</a:t>
            </a:r>
            <a:endParaRPr lang="en-US" sz="2900" dirty="0"/>
          </a:p>
        </p:txBody>
      </p:sp>
      <p:sp>
        <p:nvSpPr>
          <p:cNvPr id="11" name="Text 9"/>
          <p:cNvSpPr/>
          <p:nvPr/>
        </p:nvSpPr>
        <p:spPr>
          <a:xfrm>
            <a:off x="14096649" y="4286250"/>
            <a:ext cx="4133746" cy="8229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300" dirty="0">
                <a:solidFill>
                  <a:srgbClr val="F1F5F9"/>
                </a:solidFill>
                <a:latin typeface="Aptos" pitchFamily="34" charset="0"/>
                <a:ea typeface="Arial" pitchFamily="34" charset="-122"/>
                <a:cs typeface="Arial" pitchFamily="34" charset="-120"/>
              </a:rPr>
              <a:t>Converter proxies em tipos Python.</a:t>
            </a:r>
            <a:endParaRPr lang="en-US" sz="2300" dirty="0"/>
          </a:p>
        </p:txBody>
      </p:sp>
      <p:sp>
        <p:nvSpPr>
          <p:cNvPr id="12" name="Shape 10"/>
          <p:cNvSpPr/>
          <p:nvPr/>
        </p:nvSpPr>
        <p:spPr>
          <a:xfrm>
            <a:off x="13620410" y="5313462"/>
            <a:ext cx="4952876" cy="1484412"/>
          </a:xfrm>
          <a:prstGeom prst="rect">
            <a:avLst/>
          </a:prstGeom>
          <a:solidFill>
            <a:srgbClr val="223147"/>
          </a:solidFill>
          <a:ln w="12700">
            <a:solidFill>
              <a:srgbClr val="FFFFFF">
                <a:alpha val="0"/>
              </a:srgbClr>
            </a:solidFill>
            <a:prstDash val="solid"/>
          </a:ln>
        </p:spPr>
        <p:txBody>
          <a:bodyPr/>
          <a:lstStyle/>
          <a:p>
            <a:endParaRPr lang="en-US"/>
          </a:p>
        </p:txBody>
      </p:sp>
      <p:sp>
        <p:nvSpPr>
          <p:cNvPr id="13" name="Shape 11"/>
          <p:cNvSpPr/>
          <p:nvPr/>
        </p:nvSpPr>
        <p:spPr>
          <a:xfrm>
            <a:off x="13687082" y="5313462"/>
            <a:ext cx="0" cy="1484412"/>
          </a:xfrm>
          <a:prstGeom prst="line">
            <a:avLst/>
          </a:prstGeom>
          <a:solidFill>
            <a:srgbClr val="111C2D">
              <a:alpha val="0"/>
            </a:srgbClr>
          </a:solidFill>
          <a:ln w="66675">
            <a:solidFill>
              <a:srgbClr val="F9B000"/>
            </a:solidFill>
            <a:prstDash val="solid"/>
          </a:ln>
        </p:spPr>
        <p:txBody>
          <a:bodyPr/>
          <a:lstStyle/>
          <a:p>
            <a:endParaRPr lang="en-US"/>
          </a:p>
        </p:txBody>
      </p:sp>
      <p:sp>
        <p:nvSpPr>
          <p:cNvPr id="14" name="Text 12"/>
          <p:cNvSpPr/>
          <p:nvPr/>
        </p:nvSpPr>
        <p:spPr>
          <a:xfrm>
            <a:off x="14096649" y="5656362"/>
            <a:ext cx="4133746" cy="41910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700" b="1" dirty="0">
                <a:solidFill>
                  <a:srgbClr val="F1F5F9"/>
                </a:solidFill>
                <a:latin typeface="Aptos" pitchFamily="34" charset="0"/>
                <a:ea typeface="Arial" pitchFamily="34" charset="-122"/>
                <a:cs typeface="Arial" pitchFamily="34" charset="-120"/>
              </a:rPr>
              <a:t>Nulos</a:t>
            </a:r>
            <a:endParaRPr lang="en-US" sz="2900" dirty="0"/>
          </a:p>
        </p:txBody>
      </p:sp>
      <p:sp>
        <p:nvSpPr>
          <p:cNvPr id="15" name="Text 13"/>
          <p:cNvSpPr/>
          <p:nvPr/>
        </p:nvSpPr>
        <p:spPr>
          <a:xfrm>
            <a:off x="14096649" y="6075462"/>
            <a:ext cx="4133746" cy="8229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300" dirty="0">
                <a:solidFill>
                  <a:srgbClr val="F1F5F9"/>
                </a:solidFill>
                <a:latin typeface="Aptos" pitchFamily="34" charset="0"/>
                <a:ea typeface="Arial" pitchFamily="34" charset="-122"/>
                <a:cs typeface="Arial" pitchFamily="34" charset="-120"/>
              </a:rPr>
              <a:t>Ausência permanece null no JSON.</a:t>
            </a:r>
            <a:endParaRPr lang="en-US" sz="2300" dirty="0"/>
          </a:p>
        </p:txBody>
      </p:sp>
      <p:sp>
        <p:nvSpPr>
          <p:cNvPr id="16" name="Shape 14"/>
          <p:cNvSpPr/>
          <p:nvPr/>
        </p:nvSpPr>
        <p:spPr>
          <a:xfrm>
            <a:off x="13620410" y="7102674"/>
            <a:ext cx="4952876" cy="1484412"/>
          </a:xfrm>
          <a:prstGeom prst="rect">
            <a:avLst/>
          </a:prstGeom>
          <a:solidFill>
            <a:srgbClr val="223147"/>
          </a:solidFill>
          <a:ln w="12700">
            <a:solidFill>
              <a:srgbClr val="FFFFFF">
                <a:alpha val="0"/>
              </a:srgbClr>
            </a:solidFill>
            <a:prstDash val="solid"/>
          </a:ln>
        </p:spPr>
        <p:txBody>
          <a:bodyPr/>
          <a:lstStyle/>
          <a:p>
            <a:endParaRPr lang="en-US"/>
          </a:p>
        </p:txBody>
      </p:sp>
      <p:sp>
        <p:nvSpPr>
          <p:cNvPr id="17" name="Shape 15"/>
          <p:cNvSpPr/>
          <p:nvPr/>
        </p:nvSpPr>
        <p:spPr>
          <a:xfrm>
            <a:off x="13687082" y="7102674"/>
            <a:ext cx="0" cy="1484412"/>
          </a:xfrm>
          <a:prstGeom prst="line">
            <a:avLst/>
          </a:prstGeom>
          <a:solidFill>
            <a:srgbClr val="111C2D">
              <a:alpha val="0"/>
            </a:srgbClr>
          </a:solidFill>
          <a:ln w="66675">
            <a:solidFill>
              <a:srgbClr val="F9B000"/>
            </a:solidFill>
            <a:prstDash val="solid"/>
          </a:ln>
        </p:spPr>
        <p:txBody>
          <a:bodyPr/>
          <a:lstStyle/>
          <a:p>
            <a:endParaRPr lang="en-US"/>
          </a:p>
        </p:txBody>
      </p:sp>
      <p:sp>
        <p:nvSpPr>
          <p:cNvPr id="18" name="Text 16"/>
          <p:cNvSpPr/>
          <p:nvPr/>
        </p:nvSpPr>
        <p:spPr>
          <a:xfrm>
            <a:off x="14096649" y="7445574"/>
            <a:ext cx="4133746" cy="41910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700" b="1" dirty="0">
                <a:solidFill>
                  <a:srgbClr val="F1F5F9"/>
                </a:solidFill>
                <a:latin typeface="Aptos" pitchFamily="34" charset="0"/>
                <a:ea typeface="Arial" pitchFamily="34" charset="-122"/>
                <a:cs typeface="Arial" pitchFamily="34" charset="-120"/>
              </a:rPr>
              <a:t>Campos</a:t>
            </a:r>
            <a:endParaRPr lang="en-US" sz="2900" dirty="0"/>
          </a:p>
        </p:txBody>
      </p:sp>
      <p:sp>
        <p:nvSpPr>
          <p:cNvPr id="19" name="Text 17"/>
          <p:cNvSpPr/>
          <p:nvPr/>
        </p:nvSpPr>
        <p:spPr>
          <a:xfrm>
            <a:off x="14096649" y="7864674"/>
            <a:ext cx="4133746" cy="8229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300" dirty="0">
                <a:solidFill>
                  <a:srgbClr val="F1F5F9"/>
                </a:solidFill>
                <a:latin typeface="Aptos" pitchFamily="34" charset="0"/>
                <a:ea typeface="Arial" pitchFamily="34" charset="-122"/>
                <a:cs typeface="Arial" pitchFamily="34" charset="-120"/>
              </a:rPr>
              <a:t>Lista pequena e definida.</a:t>
            </a:r>
            <a:endParaRPr lang="en-US" sz="2300" dirty="0"/>
          </a:p>
        </p:txBody>
      </p:sp>
      <p:sp>
        <p:nvSpPr>
          <p:cNvPr id="20" name="Shape 18"/>
          <p:cNvSpPr/>
          <p:nvPr/>
        </p:nvSpPr>
        <p:spPr>
          <a:xfrm>
            <a:off x="13620410" y="8891886"/>
            <a:ext cx="4952876" cy="1484412"/>
          </a:xfrm>
          <a:prstGeom prst="rect">
            <a:avLst/>
          </a:prstGeom>
          <a:solidFill>
            <a:srgbClr val="223147"/>
          </a:solidFill>
          <a:ln w="12700">
            <a:solidFill>
              <a:srgbClr val="FFFFFF">
                <a:alpha val="0"/>
              </a:srgbClr>
            </a:solidFill>
            <a:prstDash val="solid"/>
          </a:ln>
        </p:spPr>
        <p:txBody>
          <a:bodyPr/>
          <a:lstStyle/>
          <a:p>
            <a:endParaRPr lang="en-US"/>
          </a:p>
        </p:txBody>
      </p:sp>
      <p:sp>
        <p:nvSpPr>
          <p:cNvPr id="21" name="Shape 19"/>
          <p:cNvSpPr/>
          <p:nvPr/>
        </p:nvSpPr>
        <p:spPr>
          <a:xfrm>
            <a:off x="13687082" y="8891886"/>
            <a:ext cx="0" cy="1484412"/>
          </a:xfrm>
          <a:prstGeom prst="line">
            <a:avLst/>
          </a:prstGeom>
          <a:solidFill>
            <a:srgbClr val="111C2D">
              <a:alpha val="0"/>
            </a:srgbClr>
          </a:solidFill>
          <a:ln w="66675">
            <a:solidFill>
              <a:srgbClr val="F9B000"/>
            </a:solidFill>
            <a:prstDash val="solid"/>
          </a:ln>
        </p:spPr>
        <p:txBody>
          <a:bodyPr/>
          <a:lstStyle/>
          <a:p>
            <a:endParaRPr lang="en-US"/>
          </a:p>
        </p:txBody>
      </p:sp>
      <p:sp>
        <p:nvSpPr>
          <p:cNvPr id="22" name="Text 20"/>
          <p:cNvSpPr/>
          <p:nvPr/>
        </p:nvSpPr>
        <p:spPr>
          <a:xfrm>
            <a:off x="14096649" y="9234786"/>
            <a:ext cx="4133746" cy="41910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700" b="1" dirty="0">
                <a:solidFill>
                  <a:srgbClr val="F1F5F9"/>
                </a:solidFill>
                <a:latin typeface="Aptos" pitchFamily="34" charset="0"/>
                <a:ea typeface="Arial" pitchFamily="34" charset="-122"/>
                <a:cs typeface="Arial" pitchFamily="34" charset="-120"/>
              </a:rPr>
              <a:t>Recursos</a:t>
            </a:r>
            <a:endParaRPr lang="en-US" sz="2900" dirty="0"/>
          </a:p>
        </p:txBody>
      </p:sp>
      <p:sp>
        <p:nvSpPr>
          <p:cNvPr id="23" name="Text 21"/>
          <p:cNvSpPr/>
          <p:nvPr/>
        </p:nvSpPr>
        <p:spPr>
          <a:xfrm>
            <a:off x="14096649" y="9653886"/>
            <a:ext cx="4133746" cy="8229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300" dirty="0">
                <a:solidFill>
                  <a:srgbClr val="F1F5F9"/>
                </a:solidFill>
                <a:latin typeface="Aptos" pitchFamily="34" charset="0"/>
                <a:ea typeface="Arial" pitchFamily="34" charset="-122"/>
                <a:cs typeface="Arial" pitchFamily="34" charset="-120"/>
              </a:rPr>
              <a:t>Liberar item após a leitura.</a:t>
            </a:r>
            <a:endParaRPr lang="en-US" sz="2300" dirty="0"/>
          </a:p>
        </p:txBody>
      </p:sp>
      <p:sp>
        <p:nvSpPr>
          <p:cNvPr id="24" name="Text 22"/>
          <p:cNvSpPr/>
          <p:nvPr/>
        </p:nvSpPr>
        <p:spPr>
          <a:xfrm>
            <a:off x="1409665" y="12687300"/>
            <a:ext cx="17373600" cy="5943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400" dirty="0">
                <a:solidFill>
                  <a:srgbClr val="F1F5F9"/>
                </a:solidFill>
                <a:latin typeface="Aptos" pitchFamily="34" charset="0"/>
                <a:ea typeface="Arial" pitchFamily="34" charset="-122"/>
                <a:cs typeface="Arial" pitchFamily="34" charset="-120"/>
              </a:rPr>
              <a:t>O pacote também acrescenta media_type e deleted.</a:t>
            </a:r>
            <a:endParaRPr lang="en-US" sz="2100" dirty="0"/>
          </a:p>
        </p:txBody>
      </p:sp>
      <p:sp>
        <p:nvSpPr>
          <p:cNvPr id="25" name="TextBox 24"/>
          <p:cNvSpPr txBox="1"/>
          <p:nvPr/>
        </p:nvSpPr>
        <p:spPr>
          <a:xfrm>
            <a:off x="21214080" y="12344400"/>
            <a:ext cx="2286000" cy="502920"/>
          </a:xfrm>
          <a:prstGeom prst="rect">
            <a:avLst/>
          </a:prstGeom>
          <a:noFill/>
        </p:spPr>
        <p:txBody>
          <a:bodyPr wrap="none" lIns="0" tIns="0" rIns="0" bIns="0">
            <a:noAutofit/>
          </a:bodyPr>
          <a:lstStyle/>
          <a:p>
            <a:pPr>
              <a:lnSpc>
                <a:spcPct val="108000"/>
              </a:lnSpc>
              <a:spcBef>
                <a:spcPts val="0"/>
              </a:spcBef>
              <a:spcAft>
                <a:spcPts val="0"/>
              </a:spcAft>
            </a:pPr>
            <a:r>
              <a:rPr lang="en-US" sz="2200">
                <a:solidFill>
                  <a:srgbClr val="15243B"/>
                </a:solidFill>
                <a:latin typeface="Aptos"/>
              </a:rPr>
              <a:t>25 / 70</a:t>
            </a:r>
            <a:endParaRPr sz="2200">
              <a:solidFill>
                <a:srgbClr val="15243B"/>
              </a:solidFill>
              <a:latin typeface="Aptos"/>
            </a:endParaRP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hape 0"/>
          <p:cNvSpPr/>
          <p:nvPr/>
        </p:nvSpPr>
        <p:spPr>
          <a:xfrm>
            <a:off x="1" y="0"/>
            <a:ext cx="24383390" cy="13716000"/>
          </a:xfrm>
          <a:prstGeom prst="rect">
            <a:avLst/>
          </a:prstGeom>
          <a:solidFill>
            <a:srgbClr val="111C2D"/>
          </a:solidFill>
          <a:ln w="12700">
            <a:solidFill>
              <a:srgbClr val="FFFFFF">
                <a:alpha val="0"/>
              </a:srgbClr>
            </a:solidFill>
            <a:prstDash val="solid"/>
          </a:ln>
        </p:spPr>
        <p:txBody>
          <a:bodyPr/>
          <a:lstStyle/>
          <a:p>
            <a:endParaRPr lang="en-US"/>
          </a:p>
        </p:txBody>
      </p:sp>
      <p:sp>
        <p:nvSpPr>
          <p:cNvPr id="3" name="Shape 1"/>
          <p:cNvSpPr/>
          <p:nvPr/>
        </p:nvSpPr>
        <p:spPr>
          <a:xfrm>
            <a:off x="0" y="0"/>
            <a:ext cx="19811504" cy="1219200"/>
          </a:xfrm>
          <a:prstGeom prst="rect">
            <a:avLst/>
          </a:prstGeom>
          <a:solidFill>
            <a:srgbClr val="D9DCDF"/>
          </a:solidFill>
          <a:ln w="12700">
            <a:solidFill>
              <a:srgbClr val="FFFFFF">
                <a:alpha val="0"/>
              </a:srgbClr>
            </a:solidFill>
            <a:prstDash val="solid"/>
          </a:ln>
        </p:spPr>
        <p:txBody>
          <a:bodyPr/>
          <a:lstStyle/>
          <a:p>
            <a:endParaRPr lang="en-US"/>
          </a:p>
        </p:txBody>
      </p:sp>
      <p:sp>
        <p:nvSpPr>
          <p:cNvPr id="4" name="Shape 2"/>
          <p:cNvSpPr/>
          <p:nvPr/>
        </p:nvSpPr>
        <p:spPr>
          <a:xfrm>
            <a:off x="20382990" y="0"/>
            <a:ext cx="4000400" cy="13716000"/>
          </a:xfrm>
          <a:prstGeom prst="rect">
            <a:avLst/>
          </a:prstGeom>
          <a:solidFill>
            <a:srgbClr val="F9B000"/>
          </a:solidFill>
          <a:ln w="12700">
            <a:solidFill>
              <a:srgbClr val="FFFFFF">
                <a:alpha val="0"/>
              </a:srgbClr>
            </a:solidFill>
            <a:prstDash val="solid"/>
          </a:ln>
        </p:spPr>
        <p:txBody>
          <a:bodyPr/>
          <a:lstStyle/>
          <a:p>
            <a:endParaRPr lang="en-US"/>
          </a:p>
        </p:txBody>
      </p:sp>
      <p:sp>
        <p:nvSpPr>
          <p:cNvPr id="5" name="Text 3"/>
          <p:cNvSpPr/>
          <p:nvPr/>
        </p:nvSpPr>
        <p:spPr>
          <a:xfrm>
            <a:off x="1371567" y="1676401"/>
            <a:ext cx="17525562" cy="164592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5400" b="1" dirty="0">
                <a:solidFill>
                  <a:srgbClr val="68BDF4"/>
                </a:solidFill>
                <a:latin typeface="Aptos Display" pitchFamily="34" charset="0"/>
                <a:ea typeface="Arial" pitchFamily="34" charset="-122"/>
                <a:cs typeface="Arial" pitchFamily="34" charset="-120"/>
              </a:rPr>
              <a:t>Ponte 5: texto da aba do IPED</a:t>
            </a:r>
            <a:endParaRPr lang="en-US" sz="5700" dirty="0"/>
          </a:p>
        </p:txBody>
      </p:sp>
      <p:sp>
        <p:nvSpPr>
          <p:cNvPr id="6" name="Shape 4"/>
          <p:cNvSpPr/>
          <p:nvPr/>
        </p:nvSpPr>
        <p:spPr>
          <a:xfrm>
            <a:off x="1409665" y="3524250"/>
            <a:ext cx="12115800" cy="7810500"/>
          </a:xfrm>
          <a:prstGeom prst="rect">
            <a:avLst/>
          </a:prstGeom>
          <a:solidFill>
            <a:srgbClr val="0B2D5C"/>
          </a:solidFill>
          <a:ln w="12700">
            <a:solidFill>
              <a:srgbClr val="FFFFFF">
                <a:alpha val="0"/>
              </a:srgbClr>
            </a:solidFill>
            <a:prstDash val="solid"/>
          </a:ln>
        </p:spPr>
        <p:txBody>
          <a:bodyPr/>
          <a:lstStyle/>
          <a:p>
            <a:endParaRPr lang="en-US"/>
          </a:p>
        </p:txBody>
      </p:sp>
      <p:sp>
        <p:nvSpPr>
          <p:cNvPr id="7" name="Text 5"/>
          <p:cNvSpPr/>
          <p:nvPr/>
        </p:nvSpPr>
        <p:spPr>
          <a:xfrm>
            <a:off x="1783080" y="3767328"/>
            <a:ext cx="11567160" cy="7406640"/>
          </a:xfrm>
          <a:prstGeom prst="rect">
            <a:avLst/>
          </a:prstGeom>
          <a:noFill/>
          <a:ln/>
        </p:spPr>
        <p:txBody>
          <a:bodyPr wrap="non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metadata = MetadataUtil.clone(item.getMetadata())</a:t>
            </a:r>
            <a:endParaRPr lang="en-US" sz="2600" dirty="0">
              <a:solidFill>
                <a:srgbClr val="F1F5F9"/>
              </a:solidFill>
              <a:latin typeface="Consolas" pitchFamily="34" charset="0"/>
              <a:ea typeface="Consolas" pitchFamily="34" charset="-122"/>
              <a:cs typeface="Consolas" pitchFamily="34" charset="-120"/>
            </a:endParaRP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ParsingTask.fillMetadata(item, metadata)</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task = ParsingTask(item, self.auto_parser)</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task.init(self.config)</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context = task.getTikaContext(self.source)</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task.setExtractEmbedded(False)</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reader = ParsingReader(self.auto_parser,</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item.getTikaStream(), metadata, context)</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reader.startBackgroundParsing()</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IOUtils.copyLarge(reader, writer)</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Fechar reader, writer e item no finally.</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O arquivo completo implementa o cache.</a:t>
            </a:r>
          </a:p>
        </p:txBody>
      </p:sp>
      <p:sp>
        <p:nvSpPr>
          <p:cNvPr id="8" name="Shape 6"/>
          <p:cNvSpPr/>
          <p:nvPr/>
        </p:nvSpPr>
        <p:spPr>
          <a:xfrm>
            <a:off x="13620410" y="3524250"/>
            <a:ext cx="4952876" cy="1484412"/>
          </a:xfrm>
          <a:prstGeom prst="rect">
            <a:avLst/>
          </a:prstGeom>
          <a:solidFill>
            <a:srgbClr val="223147"/>
          </a:solidFill>
          <a:ln w="12700">
            <a:solidFill>
              <a:srgbClr val="FFFFFF">
                <a:alpha val="0"/>
              </a:srgbClr>
            </a:solidFill>
            <a:prstDash val="solid"/>
          </a:ln>
        </p:spPr>
        <p:txBody>
          <a:bodyPr/>
          <a:lstStyle/>
          <a:p>
            <a:endParaRPr lang="en-US"/>
          </a:p>
        </p:txBody>
      </p:sp>
      <p:sp>
        <p:nvSpPr>
          <p:cNvPr id="9" name="Shape 7"/>
          <p:cNvSpPr/>
          <p:nvPr/>
        </p:nvSpPr>
        <p:spPr>
          <a:xfrm>
            <a:off x="13687082" y="3524250"/>
            <a:ext cx="0" cy="1484412"/>
          </a:xfrm>
          <a:prstGeom prst="line">
            <a:avLst/>
          </a:prstGeom>
          <a:solidFill>
            <a:srgbClr val="111C2D">
              <a:alpha val="0"/>
            </a:srgbClr>
          </a:solidFill>
          <a:ln w="66675">
            <a:solidFill>
              <a:srgbClr val="F9B000"/>
            </a:solidFill>
            <a:prstDash val="solid"/>
          </a:ln>
        </p:spPr>
        <p:txBody>
          <a:bodyPr/>
          <a:lstStyle/>
          <a:p>
            <a:endParaRPr lang="en-US"/>
          </a:p>
        </p:txBody>
      </p:sp>
      <p:sp>
        <p:nvSpPr>
          <p:cNvPr id="10" name="Text 8"/>
          <p:cNvSpPr/>
          <p:nvPr/>
        </p:nvSpPr>
        <p:spPr>
          <a:xfrm>
            <a:off x="14096649" y="3867150"/>
            <a:ext cx="4133746" cy="41910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700" b="1" dirty="0">
                <a:solidFill>
                  <a:srgbClr val="F1F5F9"/>
                </a:solidFill>
                <a:latin typeface="Aptos" pitchFamily="34" charset="0"/>
                <a:ea typeface="Arial" pitchFamily="34" charset="-122"/>
                <a:cs typeface="Arial" pitchFamily="34" charset="-120"/>
              </a:rPr>
              <a:t>Origem</a:t>
            </a:r>
            <a:endParaRPr lang="en-US" sz="2900" dirty="0"/>
          </a:p>
        </p:txBody>
      </p:sp>
      <p:sp>
        <p:nvSpPr>
          <p:cNvPr id="11" name="Text 9"/>
          <p:cNvSpPr/>
          <p:nvPr/>
        </p:nvSpPr>
        <p:spPr>
          <a:xfrm>
            <a:off x="14096649" y="4286250"/>
            <a:ext cx="4133746" cy="8229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300" dirty="0">
                <a:solidFill>
                  <a:srgbClr val="F1F5F9"/>
                </a:solidFill>
                <a:latin typeface="Aptos" pitchFamily="34" charset="0"/>
                <a:ea typeface="Arial" pitchFamily="34" charset="-122"/>
                <a:cs typeface="Arial" pitchFamily="34" charset="-120"/>
              </a:rPr>
              <a:t>Mesmo pipeline da aba Texto.</a:t>
            </a:r>
            <a:endParaRPr lang="en-US" sz="2300" dirty="0"/>
          </a:p>
        </p:txBody>
      </p:sp>
      <p:sp>
        <p:nvSpPr>
          <p:cNvPr id="12" name="Shape 10"/>
          <p:cNvSpPr/>
          <p:nvPr/>
        </p:nvSpPr>
        <p:spPr>
          <a:xfrm>
            <a:off x="13620410" y="5313462"/>
            <a:ext cx="4952876" cy="1484412"/>
          </a:xfrm>
          <a:prstGeom prst="rect">
            <a:avLst/>
          </a:prstGeom>
          <a:solidFill>
            <a:srgbClr val="223147"/>
          </a:solidFill>
          <a:ln w="12700">
            <a:solidFill>
              <a:srgbClr val="FFFFFF">
                <a:alpha val="0"/>
              </a:srgbClr>
            </a:solidFill>
            <a:prstDash val="solid"/>
          </a:ln>
        </p:spPr>
        <p:txBody>
          <a:bodyPr/>
          <a:lstStyle/>
          <a:p>
            <a:endParaRPr lang="en-US"/>
          </a:p>
        </p:txBody>
      </p:sp>
      <p:sp>
        <p:nvSpPr>
          <p:cNvPr id="13" name="Shape 11"/>
          <p:cNvSpPr/>
          <p:nvPr/>
        </p:nvSpPr>
        <p:spPr>
          <a:xfrm>
            <a:off x="13687082" y="5313462"/>
            <a:ext cx="0" cy="1484412"/>
          </a:xfrm>
          <a:prstGeom prst="line">
            <a:avLst/>
          </a:prstGeom>
          <a:solidFill>
            <a:srgbClr val="111C2D">
              <a:alpha val="0"/>
            </a:srgbClr>
          </a:solidFill>
          <a:ln w="66675">
            <a:solidFill>
              <a:srgbClr val="F9B000"/>
            </a:solidFill>
            <a:prstDash val="solid"/>
          </a:ln>
        </p:spPr>
        <p:txBody>
          <a:bodyPr/>
          <a:lstStyle/>
          <a:p>
            <a:endParaRPr lang="en-US"/>
          </a:p>
        </p:txBody>
      </p:sp>
      <p:sp>
        <p:nvSpPr>
          <p:cNvPr id="14" name="Text 12"/>
          <p:cNvSpPr/>
          <p:nvPr/>
        </p:nvSpPr>
        <p:spPr>
          <a:xfrm>
            <a:off x="14096649" y="5656362"/>
            <a:ext cx="4133746" cy="41910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700" b="1" dirty="0">
                <a:solidFill>
                  <a:srgbClr val="F1F5F9"/>
                </a:solidFill>
                <a:latin typeface="Aptos" pitchFamily="34" charset="0"/>
                <a:ea typeface="Arial" pitchFamily="34" charset="-122"/>
                <a:cs typeface="Arial" pitchFamily="34" charset="-120"/>
              </a:rPr>
              <a:t>Formato</a:t>
            </a:r>
            <a:endParaRPr lang="en-US" sz="2900" dirty="0"/>
          </a:p>
        </p:txBody>
      </p:sp>
      <p:sp>
        <p:nvSpPr>
          <p:cNvPr id="15" name="Text 13"/>
          <p:cNvSpPr/>
          <p:nvPr/>
        </p:nvSpPr>
        <p:spPr>
          <a:xfrm>
            <a:off x="14096649" y="6075462"/>
            <a:ext cx="4133746" cy="8229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300" dirty="0">
                <a:solidFill>
                  <a:srgbClr val="F1F5F9"/>
                </a:solidFill>
                <a:latin typeface="Aptos" pitchFamily="34" charset="0"/>
                <a:ea typeface="Arial" pitchFamily="34" charset="-122"/>
                <a:cs typeface="Arial" pitchFamily="34" charset="-120"/>
              </a:rPr>
              <a:t>Sem filtro de MIME ou extensão.</a:t>
            </a:r>
            <a:endParaRPr lang="en-US" sz="2300" dirty="0"/>
          </a:p>
        </p:txBody>
      </p:sp>
      <p:sp>
        <p:nvSpPr>
          <p:cNvPr id="16" name="Shape 14"/>
          <p:cNvSpPr/>
          <p:nvPr/>
        </p:nvSpPr>
        <p:spPr>
          <a:xfrm>
            <a:off x="13620410" y="7102674"/>
            <a:ext cx="4952876" cy="1484412"/>
          </a:xfrm>
          <a:prstGeom prst="rect">
            <a:avLst/>
          </a:prstGeom>
          <a:solidFill>
            <a:srgbClr val="223147"/>
          </a:solidFill>
          <a:ln w="12700">
            <a:solidFill>
              <a:srgbClr val="FFFFFF">
                <a:alpha val="0"/>
              </a:srgbClr>
            </a:solidFill>
            <a:prstDash val="solid"/>
          </a:ln>
        </p:spPr>
        <p:txBody>
          <a:bodyPr/>
          <a:lstStyle/>
          <a:p>
            <a:endParaRPr lang="en-US"/>
          </a:p>
        </p:txBody>
      </p:sp>
      <p:sp>
        <p:nvSpPr>
          <p:cNvPr id="17" name="Shape 15"/>
          <p:cNvSpPr/>
          <p:nvPr/>
        </p:nvSpPr>
        <p:spPr>
          <a:xfrm>
            <a:off x="13687082" y="7102674"/>
            <a:ext cx="0" cy="1484412"/>
          </a:xfrm>
          <a:prstGeom prst="line">
            <a:avLst/>
          </a:prstGeom>
          <a:solidFill>
            <a:srgbClr val="111C2D">
              <a:alpha val="0"/>
            </a:srgbClr>
          </a:solidFill>
          <a:ln w="66675">
            <a:solidFill>
              <a:srgbClr val="F9B000"/>
            </a:solidFill>
            <a:prstDash val="solid"/>
          </a:ln>
        </p:spPr>
        <p:txBody>
          <a:bodyPr/>
          <a:lstStyle/>
          <a:p>
            <a:endParaRPr lang="en-US"/>
          </a:p>
        </p:txBody>
      </p:sp>
      <p:sp>
        <p:nvSpPr>
          <p:cNvPr id="18" name="Text 16"/>
          <p:cNvSpPr/>
          <p:nvPr/>
        </p:nvSpPr>
        <p:spPr>
          <a:xfrm>
            <a:off x="14096649" y="7445574"/>
            <a:ext cx="4133746" cy="41910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700" b="1" dirty="0">
                <a:solidFill>
                  <a:srgbClr val="F1F5F9"/>
                </a:solidFill>
                <a:latin typeface="Aptos" pitchFamily="34" charset="0"/>
                <a:ea typeface="Arial" pitchFamily="34" charset="-122"/>
                <a:cs typeface="Arial" pitchFamily="34" charset="-120"/>
              </a:rPr>
              <a:t>Contexto</a:t>
            </a:r>
            <a:endParaRPr lang="en-US" sz="2900" dirty="0"/>
          </a:p>
        </p:txBody>
      </p:sp>
      <p:sp>
        <p:nvSpPr>
          <p:cNvPr id="19" name="Text 17"/>
          <p:cNvSpPr/>
          <p:nvPr/>
        </p:nvSpPr>
        <p:spPr>
          <a:xfrm>
            <a:off x="14096649" y="7864674"/>
            <a:ext cx="4133746" cy="8229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300" dirty="0">
                <a:solidFill>
                  <a:srgbClr val="F1F5F9"/>
                </a:solidFill>
                <a:latin typeface="Aptos" pitchFamily="34" charset="0"/>
                <a:ea typeface="Arial" pitchFamily="34" charset="-122"/>
                <a:cs typeface="Arial" pitchFamily="34" charset="-120"/>
              </a:rPr>
              <a:t>Fonte e metadados do caso.</a:t>
            </a:r>
            <a:endParaRPr lang="en-US" sz="2300" dirty="0"/>
          </a:p>
        </p:txBody>
      </p:sp>
      <p:sp>
        <p:nvSpPr>
          <p:cNvPr id="20" name="Shape 18"/>
          <p:cNvSpPr/>
          <p:nvPr/>
        </p:nvSpPr>
        <p:spPr>
          <a:xfrm>
            <a:off x="13620410" y="8891886"/>
            <a:ext cx="4952876" cy="1484412"/>
          </a:xfrm>
          <a:prstGeom prst="rect">
            <a:avLst/>
          </a:prstGeom>
          <a:solidFill>
            <a:srgbClr val="223147"/>
          </a:solidFill>
          <a:ln w="12700">
            <a:solidFill>
              <a:srgbClr val="FFFFFF">
                <a:alpha val="0"/>
              </a:srgbClr>
            </a:solidFill>
            <a:prstDash val="solid"/>
          </a:ln>
        </p:spPr>
        <p:txBody>
          <a:bodyPr/>
          <a:lstStyle/>
          <a:p>
            <a:endParaRPr lang="en-US"/>
          </a:p>
        </p:txBody>
      </p:sp>
      <p:sp>
        <p:nvSpPr>
          <p:cNvPr id="21" name="Shape 19"/>
          <p:cNvSpPr/>
          <p:nvPr/>
        </p:nvSpPr>
        <p:spPr>
          <a:xfrm>
            <a:off x="13687082" y="8891886"/>
            <a:ext cx="0" cy="1484412"/>
          </a:xfrm>
          <a:prstGeom prst="line">
            <a:avLst/>
          </a:prstGeom>
          <a:solidFill>
            <a:srgbClr val="111C2D">
              <a:alpha val="0"/>
            </a:srgbClr>
          </a:solidFill>
          <a:ln w="66675">
            <a:solidFill>
              <a:srgbClr val="F9B000"/>
            </a:solidFill>
            <a:prstDash val="solid"/>
          </a:ln>
        </p:spPr>
        <p:txBody>
          <a:bodyPr/>
          <a:lstStyle/>
          <a:p>
            <a:endParaRPr lang="en-US"/>
          </a:p>
        </p:txBody>
      </p:sp>
      <p:sp>
        <p:nvSpPr>
          <p:cNvPr id="22" name="Text 20"/>
          <p:cNvSpPr/>
          <p:nvPr/>
        </p:nvSpPr>
        <p:spPr>
          <a:xfrm>
            <a:off x="14096649" y="9234786"/>
            <a:ext cx="4133746" cy="41910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700" b="1" dirty="0">
                <a:solidFill>
                  <a:srgbClr val="F1F5F9"/>
                </a:solidFill>
                <a:latin typeface="Aptos" pitchFamily="34" charset="0"/>
                <a:ea typeface="Arial" pitchFamily="34" charset="-122"/>
                <a:cs typeface="Arial" pitchFamily="34" charset="-120"/>
              </a:rPr>
              <a:t>Cache</a:t>
            </a:r>
            <a:endParaRPr lang="en-US" sz="2900" dirty="0"/>
          </a:p>
        </p:txBody>
      </p:sp>
      <p:sp>
        <p:nvSpPr>
          <p:cNvPr id="23" name="Text 21"/>
          <p:cNvSpPr/>
          <p:nvPr/>
        </p:nvSpPr>
        <p:spPr>
          <a:xfrm>
            <a:off x="14096649" y="9653886"/>
            <a:ext cx="4133746" cy="8229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300" dirty="0">
                <a:solidFill>
                  <a:srgbClr val="F1F5F9"/>
                </a:solidFill>
                <a:latin typeface="Aptos" pitchFamily="34" charset="0"/>
                <a:ea typeface="Arial" pitchFamily="34" charset="-122"/>
                <a:cs typeface="Arial" pitchFamily="34" charset="-120"/>
              </a:rPr>
              <a:t>Extração em disco por sessão.</a:t>
            </a:r>
            <a:endParaRPr lang="en-US" sz="2300" dirty="0"/>
          </a:p>
        </p:txBody>
      </p:sp>
      <p:sp>
        <p:nvSpPr>
          <p:cNvPr id="24" name="Text 22"/>
          <p:cNvSpPr/>
          <p:nvPr/>
        </p:nvSpPr>
        <p:spPr>
          <a:xfrm>
            <a:off x="1409665" y="12687300"/>
            <a:ext cx="17373600" cy="5943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400" dirty="0">
                <a:solidFill>
                  <a:srgbClr val="F1F5F9"/>
                </a:solidFill>
                <a:latin typeface="Aptos" pitchFamily="34" charset="0"/>
                <a:ea typeface="Arial" pitchFamily="34" charset="-122"/>
                <a:cs typeface="Arial" pitchFamily="34" charset="-120"/>
              </a:rPr>
              <a:t>Recorte de _extract_text. O programa usa os parsers do IPED 4.3.1.</a:t>
            </a:r>
            <a:endParaRPr lang="en-US" sz="2100" dirty="0"/>
          </a:p>
        </p:txBody>
      </p:sp>
      <p:sp>
        <p:nvSpPr>
          <p:cNvPr id="25" name="TextBox 24"/>
          <p:cNvSpPr txBox="1"/>
          <p:nvPr/>
        </p:nvSpPr>
        <p:spPr>
          <a:xfrm>
            <a:off x="21214080" y="12344400"/>
            <a:ext cx="2286000" cy="502920"/>
          </a:xfrm>
          <a:prstGeom prst="rect">
            <a:avLst/>
          </a:prstGeom>
          <a:noFill/>
        </p:spPr>
        <p:txBody>
          <a:bodyPr wrap="none" lIns="0" tIns="0" rIns="0" bIns="0">
            <a:noAutofit/>
          </a:bodyPr>
          <a:lstStyle/>
          <a:p>
            <a:pPr>
              <a:lnSpc>
                <a:spcPct val="108000"/>
              </a:lnSpc>
              <a:spcBef>
                <a:spcPts val="0"/>
              </a:spcBef>
              <a:spcAft>
                <a:spcPts val="0"/>
              </a:spcAft>
            </a:pPr>
            <a:r>
              <a:rPr lang="en-US" sz="2200">
                <a:solidFill>
                  <a:srgbClr val="15243B"/>
                </a:solidFill>
                <a:latin typeface="Aptos"/>
              </a:rPr>
              <a:t>26 / 70</a:t>
            </a:r>
            <a:endParaRPr sz="2200">
              <a:solidFill>
                <a:srgbClr val="15243B"/>
              </a:solidFill>
              <a:latin typeface="Aptos"/>
            </a:endParaRP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hape 0"/>
          <p:cNvSpPr/>
          <p:nvPr/>
        </p:nvSpPr>
        <p:spPr>
          <a:xfrm>
            <a:off x="1" y="0"/>
            <a:ext cx="24383390" cy="13716000"/>
          </a:xfrm>
          <a:prstGeom prst="rect">
            <a:avLst/>
          </a:prstGeom>
          <a:solidFill>
            <a:srgbClr val="111C2D"/>
          </a:solidFill>
          <a:ln w="12700">
            <a:solidFill>
              <a:srgbClr val="FFFFFF">
                <a:alpha val="0"/>
              </a:srgbClr>
            </a:solidFill>
            <a:prstDash val="solid"/>
          </a:ln>
        </p:spPr>
        <p:txBody>
          <a:bodyPr/>
          <a:lstStyle/>
          <a:p>
            <a:endParaRPr lang="en-US"/>
          </a:p>
        </p:txBody>
      </p:sp>
      <p:sp>
        <p:nvSpPr>
          <p:cNvPr id="3" name="Shape 1"/>
          <p:cNvSpPr/>
          <p:nvPr/>
        </p:nvSpPr>
        <p:spPr>
          <a:xfrm>
            <a:off x="0" y="0"/>
            <a:ext cx="19811504" cy="1219200"/>
          </a:xfrm>
          <a:prstGeom prst="rect">
            <a:avLst/>
          </a:prstGeom>
          <a:solidFill>
            <a:srgbClr val="D9DCDF"/>
          </a:solidFill>
          <a:ln w="12700">
            <a:solidFill>
              <a:srgbClr val="FFFFFF">
                <a:alpha val="0"/>
              </a:srgbClr>
            </a:solidFill>
            <a:prstDash val="solid"/>
          </a:ln>
        </p:spPr>
        <p:txBody>
          <a:bodyPr/>
          <a:lstStyle/>
          <a:p>
            <a:endParaRPr lang="en-US"/>
          </a:p>
        </p:txBody>
      </p:sp>
      <p:sp>
        <p:nvSpPr>
          <p:cNvPr id="4" name="Shape 2"/>
          <p:cNvSpPr/>
          <p:nvPr/>
        </p:nvSpPr>
        <p:spPr>
          <a:xfrm>
            <a:off x="20382990" y="0"/>
            <a:ext cx="4000400" cy="13716000"/>
          </a:xfrm>
          <a:prstGeom prst="rect">
            <a:avLst/>
          </a:prstGeom>
          <a:solidFill>
            <a:srgbClr val="F9B000"/>
          </a:solidFill>
          <a:ln w="12700">
            <a:solidFill>
              <a:srgbClr val="FFFFFF">
                <a:alpha val="0"/>
              </a:srgbClr>
            </a:solidFill>
            <a:prstDash val="solid"/>
          </a:ln>
        </p:spPr>
        <p:txBody>
          <a:bodyPr/>
          <a:lstStyle/>
          <a:p>
            <a:endParaRPr lang="en-US"/>
          </a:p>
        </p:txBody>
      </p:sp>
      <p:sp>
        <p:nvSpPr>
          <p:cNvPr id="5" name="Text 3"/>
          <p:cNvSpPr/>
          <p:nvPr/>
        </p:nvSpPr>
        <p:spPr>
          <a:xfrm>
            <a:off x="1371567" y="1676400"/>
            <a:ext cx="17525562" cy="164592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5400" b="1" dirty="0">
                <a:solidFill>
                  <a:srgbClr val="68BDF4"/>
                </a:solidFill>
                <a:latin typeface="Aptos Display" pitchFamily="34" charset="0"/>
                <a:ea typeface="Arial" pitchFamily="34" charset="-122"/>
                <a:cs typeface="Arial" pitchFamily="34" charset="-120"/>
              </a:rPr>
              <a:t>Texto extraído e paginação</a:t>
            </a:r>
            <a:endParaRPr lang="en-US" sz="5600" dirty="0"/>
          </a:p>
        </p:txBody>
      </p:sp>
      <p:sp>
        <p:nvSpPr>
          <p:cNvPr id="6" name="Shape 4"/>
          <p:cNvSpPr/>
          <p:nvPr/>
        </p:nvSpPr>
        <p:spPr>
          <a:xfrm>
            <a:off x="1409664" y="3619500"/>
            <a:ext cx="8400840" cy="3543300"/>
          </a:xfrm>
          <a:prstGeom prst="rect">
            <a:avLst/>
          </a:prstGeom>
          <a:solidFill>
            <a:srgbClr val="223147"/>
          </a:solidFill>
          <a:ln w="12700">
            <a:solidFill>
              <a:srgbClr val="FFFFFF">
                <a:alpha val="0"/>
              </a:srgbClr>
            </a:solidFill>
            <a:prstDash val="solid"/>
          </a:ln>
        </p:spPr>
        <p:txBody>
          <a:bodyPr/>
          <a:lstStyle/>
          <a:p>
            <a:endParaRPr lang="en-US"/>
          </a:p>
        </p:txBody>
      </p:sp>
      <p:sp>
        <p:nvSpPr>
          <p:cNvPr id="7" name="Shape 5"/>
          <p:cNvSpPr/>
          <p:nvPr/>
        </p:nvSpPr>
        <p:spPr>
          <a:xfrm>
            <a:off x="1476338" y="3619500"/>
            <a:ext cx="0" cy="3543300"/>
          </a:xfrm>
          <a:prstGeom prst="line">
            <a:avLst/>
          </a:prstGeom>
          <a:solidFill>
            <a:srgbClr val="111C2D">
              <a:alpha val="0"/>
            </a:srgbClr>
          </a:solidFill>
          <a:ln w="66675">
            <a:solidFill>
              <a:srgbClr val="0B6FBD"/>
            </a:solidFill>
            <a:prstDash val="solid"/>
          </a:ln>
        </p:spPr>
        <p:txBody>
          <a:bodyPr/>
          <a:lstStyle/>
          <a:p>
            <a:endParaRPr lang="en-US"/>
          </a:p>
        </p:txBody>
      </p:sp>
      <p:sp>
        <p:nvSpPr>
          <p:cNvPr id="8" name="Text 6"/>
          <p:cNvSpPr/>
          <p:nvPr/>
        </p:nvSpPr>
        <p:spPr>
          <a:xfrm>
            <a:off x="2000200" y="4076701"/>
            <a:ext cx="7353116" cy="51435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3200" b="1" dirty="0">
                <a:solidFill>
                  <a:srgbClr val="F1F5F9"/>
                </a:solidFill>
                <a:latin typeface="Aptos" pitchFamily="34" charset="0"/>
                <a:ea typeface="Arial" pitchFamily="34" charset="-122"/>
                <a:cs typeface="Arial" pitchFamily="34" charset="-120"/>
              </a:rPr>
              <a:t>Multiformato</a:t>
            </a:r>
            <a:endParaRPr lang="en-US" sz="3500" dirty="0"/>
          </a:p>
        </p:txBody>
      </p:sp>
      <p:sp>
        <p:nvSpPr>
          <p:cNvPr id="9" name="Text 7"/>
          <p:cNvSpPr/>
          <p:nvPr/>
        </p:nvSpPr>
        <p:spPr>
          <a:xfrm>
            <a:off x="2000200" y="4591051"/>
            <a:ext cx="7353116" cy="19659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800" dirty="0">
                <a:solidFill>
                  <a:srgbClr val="F1F5F9"/>
                </a:solidFill>
                <a:latin typeface="Aptos" pitchFamily="34" charset="0"/>
                <a:ea typeface="Arial" pitchFamily="34" charset="-122"/>
                <a:cs typeface="Arial" pitchFamily="34" charset="-120"/>
              </a:rPr>
              <a:t>PDF, DOCX, HTML e artefatos usam os parsers do IPED.</a:t>
            </a:r>
            <a:endParaRPr lang="en-US" sz="2700" dirty="0"/>
          </a:p>
        </p:txBody>
      </p:sp>
      <p:sp>
        <p:nvSpPr>
          <p:cNvPr id="10" name="Shape 8"/>
          <p:cNvSpPr/>
          <p:nvPr/>
        </p:nvSpPr>
        <p:spPr>
          <a:xfrm>
            <a:off x="10153396" y="3619500"/>
            <a:ext cx="8400840" cy="3543300"/>
          </a:xfrm>
          <a:prstGeom prst="rect">
            <a:avLst/>
          </a:prstGeom>
          <a:solidFill>
            <a:srgbClr val="223147"/>
          </a:solidFill>
          <a:ln w="12700">
            <a:solidFill>
              <a:srgbClr val="FFFFFF">
                <a:alpha val="0"/>
              </a:srgbClr>
            </a:solidFill>
            <a:prstDash val="solid"/>
          </a:ln>
        </p:spPr>
        <p:txBody>
          <a:bodyPr/>
          <a:lstStyle/>
          <a:p>
            <a:endParaRPr lang="en-US"/>
          </a:p>
        </p:txBody>
      </p:sp>
      <p:sp>
        <p:nvSpPr>
          <p:cNvPr id="11" name="Shape 9"/>
          <p:cNvSpPr/>
          <p:nvPr/>
        </p:nvSpPr>
        <p:spPr>
          <a:xfrm>
            <a:off x="10220070" y="3619500"/>
            <a:ext cx="0" cy="3543300"/>
          </a:xfrm>
          <a:prstGeom prst="line">
            <a:avLst/>
          </a:prstGeom>
          <a:solidFill>
            <a:srgbClr val="111C2D">
              <a:alpha val="0"/>
            </a:srgbClr>
          </a:solidFill>
          <a:ln w="66675">
            <a:solidFill>
              <a:srgbClr val="0B6FBD"/>
            </a:solidFill>
            <a:prstDash val="solid"/>
          </a:ln>
        </p:spPr>
        <p:txBody>
          <a:bodyPr/>
          <a:lstStyle/>
          <a:p>
            <a:endParaRPr lang="en-US"/>
          </a:p>
        </p:txBody>
      </p:sp>
      <p:sp>
        <p:nvSpPr>
          <p:cNvPr id="12" name="Text 10"/>
          <p:cNvSpPr/>
          <p:nvPr/>
        </p:nvSpPr>
        <p:spPr>
          <a:xfrm>
            <a:off x="10743932" y="4076701"/>
            <a:ext cx="7353116" cy="51435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3200" b="1" dirty="0">
                <a:solidFill>
                  <a:srgbClr val="F1F5F9"/>
                </a:solidFill>
                <a:latin typeface="Aptos" pitchFamily="34" charset="0"/>
                <a:ea typeface="Arial" pitchFamily="34" charset="-122"/>
                <a:cs typeface="Arial" pitchFamily="34" charset="-120"/>
              </a:rPr>
              <a:t>Conteúdo</a:t>
            </a:r>
            <a:endParaRPr lang="en-US" sz="3500" dirty="0"/>
          </a:p>
        </p:txBody>
      </p:sp>
      <p:sp>
        <p:nvSpPr>
          <p:cNvPr id="13" name="Text 11"/>
          <p:cNvSpPr/>
          <p:nvPr/>
        </p:nvSpPr>
        <p:spPr>
          <a:xfrm>
            <a:off x="10743932" y="4591051"/>
            <a:ext cx="7353116" cy="19659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800" dirty="0">
                <a:solidFill>
                  <a:srgbClr val="F1F5F9"/>
                </a:solidFill>
                <a:latin typeface="Aptos" pitchFamily="34" charset="0"/>
                <a:ea typeface="Arial" pitchFamily="34" charset="-122"/>
                <a:cs typeface="Arial" pitchFamily="34" charset="-120"/>
              </a:rPr>
              <a:t>Texto extraído e metadados, sem realces de busca.</a:t>
            </a:r>
            <a:endParaRPr lang="en-US" sz="2700" dirty="0"/>
          </a:p>
        </p:txBody>
      </p:sp>
      <p:sp>
        <p:nvSpPr>
          <p:cNvPr id="14" name="Shape 12"/>
          <p:cNvSpPr/>
          <p:nvPr/>
        </p:nvSpPr>
        <p:spPr>
          <a:xfrm>
            <a:off x="1409664" y="7505700"/>
            <a:ext cx="8400840" cy="3543300"/>
          </a:xfrm>
          <a:prstGeom prst="rect">
            <a:avLst/>
          </a:prstGeom>
          <a:solidFill>
            <a:srgbClr val="223147"/>
          </a:solidFill>
          <a:ln w="12700">
            <a:solidFill>
              <a:srgbClr val="FFFFFF">
                <a:alpha val="0"/>
              </a:srgbClr>
            </a:solidFill>
            <a:prstDash val="solid"/>
          </a:ln>
        </p:spPr>
        <p:txBody>
          <a:bodyPr/>
          <a:lstStyle/>
          <a:p>
            <a:endParaRPr lang="en-US"/>
          </a:p>
        </p:txBody>
      </p:sp>
      <p:sp>
        <p:nvSpPr>
          <p:cNvPr id="15" name="Shape 13"/>
          <p:cNvSpPr/>
          <p:nvPr/>
        </p:nvSpPr>
        <p:spPr>
          <a:xfrm>
            <a:off x="1476338" y="7505700"/>
            <a:ext cx="0" cy="3543300"/>
          </a:xfrm>
          <a:prstGeom prst="line">
            <a:avLst/>
          </a:prstGeom>
          <a:solidFill>
            <a:srgbClr val="111C2D">
              <a:alpha val="0"/>
            </a:srgbClr>
          </a:solidFill>
          <a:ln w="66675">
            <a:solidFill>
              <a:srgbClr val="F9B000"/>
            </a:solidFill>
            <a:prstDash val="solid"/>
          </a:ln>
        </p:spPr>
        <p:txBody>
          <a:bodyPr/>
          <a:lstStyle/>
          <a:p>
            <a:endParaRPr lang="en-US"/>
          </a:p>
        </p:txBody>
      </p:sp>
      <p:sp>
        <p:nvSpPr>
          <p:cNvPr id="16" name="Text 14"/>
          <p:cNvSpPr/>
          <p:nvPr/>
        </p:nvSpPr>
        <p:spPr>
          <a:xfrm>
            <a:off x="2000200" y="7962901"/>
            <a:ext cx="7353116" cy="51435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3200" b="1" dirty="0">
                <a:solidFill>
                  <a:srgbClr val="F1F5F9"/>
                </a:solidFill>
                <a:latin typeface="Aptos" pitchFamily="34" charset="0"/>
                <a:ea typeface="Arial" pitchFamily="34" charset="-122"/>
                <a:cs typeface="Arial" pitchFamily="34" charset="-120"/>
              </a:rPr>
              <a:t>Paginação</a:t>
            </a:r>
            <a:endParaRPr lang="en-US" sz="3500" dirty="0"/>
          </a:p>
        </p:txBody>
      </p:sp>
      <p:sp>
        <p:nvSpPr>
          <p:cNvPr id="17" name="Text 15"/>
          <p:cNvSpPr/>
          <p:nvPr/>
        </p:nvSpPr>
        <p:spPr>
          <a:xfrm>
            <a:off x="2000200" y="8477251"/>
            <a:ext cx="7353116" cy="19659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800" dirty="0">
                <a:solidFill>
                  <a:srgbClr val="F1F5F9"/>
                </a:solidFill>
                <a:latin typeface="Aptos" pitchFamily="34" charset="0"/>
                <a:ea typeface="Arial" pitchFamily="34" charset="-122"/>
                <a:cs typeface="Arial" pitchFamily="34" charset="-120"/>
              </a:rPr>
              <a:t>Caracteres Unicode, com até 32768 por página.</a:t>
            </a:r>
            <a:endParaRPr lang="en-US" sz="2700" dirty="0"/>
          </a:p>
        </p:txBody>
      </p:sp>
      <p:sp>
        <p:nvSpPr>
          <p:cNvPr id="18" name="Shape 16"/>
          <p:cNvSpPr/>
          <p:nvPr/>
        </p:nvSpPr>
        <p:spPr>
          <a:xfrm>
            <a:off x="10153396" y="7505700"/>
            <a:ext cx="8400840" cy="3543300"/>
          </a:xfrm>
          <a:prstGeom prst="rect">
            <a:avLst/>
          </a:prstGeom>
          <a:solidFill>
            <a:srgbClr val="223147"/>
          </a:solidFill>
          <a:ln w="12700">
            <a:solidFill>
              <a:srgbClr val="FFFFFF">
                <a:alpha val="0"/>
              </a:srgbClr>
            </a:solidFill>
            <a:prstDash val="solid"/>
          </a:ln>
        </p:spPr>
        <p:txBody>
          <a:bodyPr/>
          <a:lstStyle/>
          <a:p>
            <a:endParaRPr lang="en-US"/>
          </a:p>
        </p:txBody>
      </p:sp>
      <p:sp>
        <p:nvSpPr>
          <p:cNvPr id="19" name="Shape 17"/>
          <p:cNvSpPr/>
          <p:nvPr/>
        </p:nvSpPr>
        <p:spPr>
          <a:xfrm>
            <a:off x="10220070" y="7505700"/>
            <a:ext cx="0" cy="3543300"/>
          </a:xfrm>
          <a:prstGeom prst="line">
            <a:avLst/>
          </a:prstGeom>
          <a:solidFill>
            <a:srgbClr val="111C2D">
              <a:alpha val="0"/>
            </a:srgbClr>
          </a:solidFill>
          <a:ln w="66675">
            <a:solidFill>
              <a:srgbClr val="F9B000"/>
            </a:solidFill>
            <a:prstDash val="solid"/>
          </a:ln>
        </p:spPr>
        <p:txBody>
          <a:bodyPr/>
          <a:lstStyle/>
          <a:p>
            <a:endParaRPr lang="en-US"/>
          </a:p>
        </p:txBody>
      </p:sp>
      <p:sp>
        <p:nvSpPr>
          <p:cNvPr id="20" name="Text 18"/>
          <p:cNvSpPr/>
          <p:nvPr/>
        </p:nvSpPr>
        <p:spPr>
          <a:xfrm>
            <a:off x="10743932" y="7962901"/>
            <a:ext cx="7353116" cy="51435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3200" b="1" dirty="0">
                <a:solidFill>
                  <a:srgbClr val="F1F5F9"/>
                </a:solidFill>
                <a:latin typeface="Aptos" pitchFamily="34" charset="0"/>
                <a:ea typeface="Arial" pitchFamily="34" charset="-122"/>
                <a:cs typeface="Arial" pitchFamily="34" charset="-120"/>
              </a:rPr>
              <a:t>Diagnóstico</a:t>
            </a:r>
            <a:endParaRPr lang="en-US" sz="3500" dirty="0"/>
          </a:p>
        </p:txBody>
      </p:sp>
      <p:sp>
        <p:nvSpPr>
          <p:cNvPr id="21" name="Text 19"/>
          <p:cNvSpPr/>
          <p:nvPr/>
        </p:nvSpPr>
        <p:spPr>
          <a:xfrm>
            <a:off x="10743932" y="8477251"/>
            <a:ext cx="7353116" cy="19659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800" dirty="0">
                <a:solidFill>
                  <a:srgbClr val="F1F5F9"/>
                </a:solidFill>
                <a:latin typeface="Aptos" pitchFamily="34" charset="0"/>
                <a:ea typeface="Arial" pitchFamily="34" charset="-122"/>
                <a:cs typeface="Arial" pitchFamily="34" charset="-120"/>
              </a:rPr>
              <a:t>Parsers e flags de erro, cifra e timeout no retorno.</a:t>
            </a:r>
            <a:endParaRPr lang="en-US" sz="2700" dirty="0"/>
          </a:p>
        </p:txBody>
      </p:sp>
      <p:sp>
        <p:nvSpPr>
          <p:cNvPr id="22" name="Text 20"/>
          <p:cNvSpPr/>
          <p:nvPr/>
        </p:nvSpPr>
        <p:spPr>
          <a:xfrm>
            <a:off x="1409664" y="11734801"/>
            <a:ext cx="17144572" cy="112395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500" dirty="0">
                <a:solidFill>
                  <a:srgbClr val="F1F5F9"/>
                </a:solidFill>
                <a:latin typeface="Aptos" pitchFamily="34" charset="0"/>
                <a:ea typeface="Arial" pitchFamily="34" charset="-122"/>
                <a:cs typeface="Arial" pitchFamily="34" charset="-120"/>
              </a:rPr>
              <a:t>Offset e limit contam caracteres do texto extraído.</a:t>
            </a:r>
            <a:endParaRPr lang="en-US" sz="3000" dirty="0"/>
          </a:p>
        </p:txBody>
      </p:sp>
      <p:sp>
        <p:nvSpPr>
          <p:cNvPr id="23" name="TextBox 22"/>
          <p:cNvSpPr txBox="1"/>
          <p:nvPr/>
        </p:nvSpPr>
        <p:spPr>
          <a:xfrm>
            <a:off x="21214080" y="12344400"/>
            <a:ext cx="2286000" cy="502920"/>
          </a:xfrm>
          <a:prstGeom prst="rect">
            <a:avLst/>
          </a:prstGeom>
          <a:noFill/>
        </p:spPr>
        <p:txBody>
          <a:bodyPr wrap="none" lIns="0" tIns="0" rIns="0" bIns="0">
            <a:noAutofit/>
          </a:bodyPr>
          <a:lstStyle/>
          <a:p>
            <a:pPr>
              <a:lnSpc>
                <a:spcPct val="108000"/>
              </a:lnSpc>
              <a:spcBef>
                <a:spcPts val="0"/>
              </a:spcBef>
              <a:spcAft>
                <a:spcPts val="0"/>
              </a:spcAft>
            </a:pPr>
            <a:r>
              <a:rPr lang="en-US" sz="2200">
                <a:solidFill>
                  <a:srgbClr val="15243B"/>
                </a:solidFill>
                <a:latin typeface="Aptos"/>
              </a:rPr>
              <a:t>27 / 70</a:t>
            </a:r>
            <a:endParaRPr sz="2200">
              <a:solidFill>
                <a:srgbClr val="15243B"/>
              </a:solidFill>
              <a:latin typeface="Aptos"/>
            </a:endParaRP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hape 0"/>
          <p:cNvSpPr/>
          <p:nvPr/>
        </p:nvSpPr>
        <p:spPr>
          <a:xfrm>
            <a:off x="1" y="0"/>
            <a:ext cx="24383390" cy="13716000"/>
          </a:xfrm>
          <a:prstGeom prst="rect">
            <a:avLst/>
          </a:prstGeom>
          <a:solidFill>
            <a:srgbClr val="111C2D"/>
          </a:solidFill>
          <a:ln w="12700">
            <a:solidFill>
              <a:srgbClr val="FFFFFF">
                <a:alpha val="0"/>
              </a:srgbClr>
            </a:solidFill>
            <a:prstDash val="solid"/>
          </a:ln>
        </p:spPr>
        <p:txBody>
          <a:bodyPr/>
          <a:lstStyle/>
          <a:p>
            <a:endParaRPr lang="en-US"/>
          </a:p>
        </p:txBody>
      </p:sp>
      <p:sp>
        <p:nvSpPr>
          <p:cNvPr id="3" name="Shape 1"/>
          <p:cNvSpPr/>
          <p:nvPr/>
        </p:nvSpPr>
        <p:spPr>
          <a:xfrm>
            <a:off x="0" y="0"/>
            <a:ext cx="19811504" cy="1219200"/>
          </a:xfrm>
          <a:prstGeom prst="rect">
            <a:avLst/>
          </a:prstGeom>
          <a:solidFill>
            <a:srgbClr val="D9DCDF"/>
          </a:solidFill>
          <a:ln w="12700">
            <a:solidFill>
              <a:srgbClr val="FFFFFF">
                <a:alpha val="0"/>
              </a:srgbClr>
            </a:solidFill>
            <a:prstDash val="solid"/>
          </a:ln>
        </p:spPr>
        <p:txBody>
          <a:bodyPr/>
          <a:lstStyle/>
          <a:p>
            <a:endParaRPr lang="en-US"/>
          </a:p>
        </p:txBody>
      </p:sp>
      <p:sp>
        <p:nvSpPr>
          <p:cNvPr id="4" name="Shape 2"/>
          <p:cNvSpPr/>
          <p:nvPr/>
        </p:nvSpPr>
        <p:spPr>
          <a:xfrm>
            <a:off x="20382990" y="0"/>
            <a:ext cx="4000400" cy="13716000"/>
          </a:xfrm>
          <a:prstGeom prst="rect">
            <a:avLst/>
          </a:prstGeom>
          <a:solidFill>
            <a:srgbClr val="F9B000"/>
          </a:solidFill>
          <a:ln w="12700">
            <a:solidFill>
              <a:srgbClr val="FFFFFF">
                <a:alpha val="0"/>
              </a:srgbClr>
            </a:solidFill>
            <a:prstDash val="solid"/>
          </a:ln>
        </p:spPr>
        <p:txBody>
          <a:bodyPr/>
          <a:lstStyle/>
          <a:p>
            <a:endParaRPr lang="en-US"/>
          </a:p>
        </p:txBody>
      </p:sp>
      <p:sp>
        <p:nvSpPr>
          <p:cNvPr id="5" name="Text 3"/>
          <p:cNvSpPr/>
          <p:nvPr/>
        </p:nvSpPr>
        <p:spPr>
          <a:xfrm>
            <a:off x="1371567" y="1676401"/>
            <a:ext cx="17525562" cy="164592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5400" b="1" dirty="0">
                <a:solidFill>
                  <a:srgbClr val="68BDF4"/>
                </a:solidFill>
                <a:latin typeface="Aptos Display" pitchFamily="34" charset="0"/>
                <a:ea typeface="Arial" pitchFamily="34" charset="-122"/>
                <a:cs typeface="Arial" pitchFamily="34" charset="-120"/>
              </a:rPr>
              <a:t>Ponte 6: IDs ausentes</a:t>
            </a:r>
            <a:endParaRPr lang="en-US" sz="5700" dirty="0"/>
          </a:p>
        </p:txBody>
      </p:sp>
      <p:sp>
        <p:nvSpPr>
          <p:cNvPr id="6" name="Shape 4"/>
          <p:cNvSpPr/>
          <p:nvPr/>
        </p:nvSpPr>
        <p:spPr>
          <a:xfrm>
            <a:off x="1409665" y="3524250"/>
            <a:ext cx="12115800" cy="7810500"/>
          </a:xfrm>
          <a:prstGeom prst="rect">
            <a:avLst/>
          </a:prstGeom>
          <a:solidFill>
            <a:srgbClr val="0B2D5C"/>
          </a:solidFill>
          <a:ln w="12700">
            <a:solidFill>
              <a:srgbClr val="FFFFFF">
                <a:alpha val="0"/>
              </a:srgbClr>
            </a:solidFill>
            <a:prstDash val="solid"/>
          </a:ln>
        </p:spPr>
        <p:txBody>
          <a:bodyPr/>
          <a:lstStyle/>
          <a:p>
            <a:endParaRPr lang="en-US"/>
          </a:p>
        </p:txBody>
      </p:sp>
      <p:sp>
        <p:nvSpPr>
          <p:cNvPr id="7" name="Text 5"/>
          <p:cNvSpPr/>
          <p:nvPr/>
        </p:nvSpPr>
        <p:spPr>
          <a:xfrm>
            <a:off x="1783080" y="3767328"/>
            <a:ext cx="11567160" cy="7406640"/>
          </a:xfrm>
          <a:prstGeom prst="rect">
            <a:avLst/>
          </a:prstGeom>
          <a:noFill/>
          <a:ln/>
        </p:spPr>
        <p:txBody>
          <a:bodyPr wrap="non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def _item(self, item_id):</a:t>
            </a:r>
            <a:endParaRPr lang="en-US" sz="2600" dirty="0">
              <a:solidFill>
                <a:srgbClr val="F1F5F9"/>
              </a:solidFill>
              <a:latin typeface="Consolas" pitchFamily="34" charset="0"/>
              <a:ea typeface="Consolas" pitchFamily="34" charset="-122"/>
              <a:cs typeface="Consolas" pitchFamily="34" charset="-120"/>
            </a:endParaRP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last_id = int(self.source.getLastId())</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if not 0 &lt;= item_id &lt;= last_id:</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raise ValueError("ITEM_INEXISTENTE")</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doc_id = self.source.getLuceneId(item_id)</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if int(doc_id) &lt; 0:</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raise ValueError("ITEM_INEXISTENTE")</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item = self.source.getItemByID(item_id)</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if item is None:</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raise ValueError("ITEM_INDISPONIVEL")</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return item</a:t>
            </a:r>
          </a:p>
        </p:txBody>
      </p:sp>
      <p:sp>
        <p:nvSpPr>
          <p:cNvPr id="8" name="Shape 6"/>
          <p:cNvSpPr/>
          <p:nvPr/>
        </p:nvSpPr>
        <p:spPr>
          <a:xfrm>
            <a:off x="13620410" y="3524250"/>
            <a:ext cx="4952876" cy="1484412"/>
          </a:xfrm>
          <a:prstGeom prst="rect">
            <a:avLst/>
          </a:prstGeom>
          <a:solidFill>
            <a:srgbClr val="223147"/>
          </a:solidFill>
          <a:ln w="12700">
            <a:solidFill>
              <a:srgbClr val="FFFFFF">
                <a:alpha val="0"/>
              </a:srgbClr>
            </a:solidFill>
            <a:prstDash val="solid"/>
          </a:ln>
        </p:spPr>
        <p:txBody>
          <a:bodyPr/>
          <a:lstStyle/>
          <a:p>
            <a:endParaRPr lang="en-US"/>
          </a:p>
        </p:txBody>
      </p:sp>
      <p:sp>
        <p:nvSpPr>
          <p:cNvPr id="9" name="Shape 7"/>
          <p:cNvSpPr/>
          <p:nvPr/>
        </p:nvSpPr>
        <p:spPr>
          <a:xfrm>
            <a:off x="13687082" y="3524250"/>
            <a:ext cx="0" cy="1484412"/>
          </a:xfrm>
          <a:prstGeom prst="line">
            <a:avLst/>
          </a:prstGeom>
          <a:solidFill>
            <a:srgbClr val="111C2D">
              <a:alpha val="0"/>
            </a:srgbClr>
          </a:solidFill>
          <a:ln w="66675">
            <a:solidFill>
              <a:srgbClr val="F9B000"/>
            </a:solidFill>
            <a:prstDash val="solid"/>
          </a:ln>
        </p:spPr>
        <p:txBody>
          <a:bodyPr/>
          <a:lstStyle/>
          <a:p>
            <a:endParaRPr lang="en-US"/>
          </a:p>
        </p:txBody>
      </p:sp>
      <p:sp>
        <p:nvSpPr>
          <p:cNvPr id="10" name="Text 8"/>
          <p:cNvSpPr/>
          <p:nvPr/>
        </p:nvSpPr>
        <p:spPr>
          <a:xfrm>
            <a:off x="14096649" y="3867150"/>
            <a:ext cx="4133746" cy="41910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700" b="1" dirty="0">
                <a:solidFill>
                  <a:srgbClr val="F1F5F9"/>
                </a:solidFill>
                <a:latin typeface="Aptos" pitchFamily="34" charset="0"/>
                <a:ea typeface="Arial" pitchFamily="34" charset="-122"/>
                <a:cs typeface="Arial" pitchFamily="34" charset="-120"/>
              </a:rPr>
              <a:t>Existência</a:t>
            </a:r>
            <a:endParaRPr lang="en-US" sz="2900" dirty="0"/>
          </a:p>
        </p:txBody>
      </p:sp>
      <p:sp>
        <p:nvSpPr>
          <p:cNvPr id="11" name="Text 9"/>
          <p:cNvSpPr/>
          <p:nvPr/>
        </p:nvSpPr>
        <p:spPr>
          <a:xfrm>
            <a:off x="14096649" y="4286250"/>
            <a:ext cx="4133746" cy="8229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300" dirty="0">
                <a:solidFill>
                  <a:srgbClr val="F1F5F9"/>
                </a:solidFill>
                <a:latin typeface="Aptos" pitchFamily="34" charset="0"/>
                <a:ea typeface="Arial" pitchFamily="34" charset="-122"/>
                <a:cs typeface="Arial" pitchFamily="34" charset="-120"/>
              </a:rPr>
              <a:t>Conferir faixa e mapeamento.</a:t>
            </a:r>
            <a:endParaRPr lang="en-US" sz="2300" dirty="0"/>
          </a:p>
        </p:txBody>
      </p:sp>
      <p:sp>
        <p:nvSpPr>
          <p:cNvPr id="12" name="Shape 10"/>
          <p:cNvSpPr/>
          <p:nvPr/>
        </p:nvSpPr>
        <p:spPr>
          <a:xfrm>
            <a:off x="13620410" y="5313462"/>
            <a:ext cx="4952876" cy="1484412"/>
          </a:xfrm>
          <a:prstGeom prst="rect">
            <a:avLst/>
          </a:prstGeom>
          <a:solidFill>
            <a:srgbClr val="223147"/>
          </a:solidFill>
          <a:ln w="12700">
            <a:solidFill>
              <a:srgbClr val="FFFFFF">
                <a:alpha val="0"/>
              </a:srgbClr>
            </a:solidFill>
            <a:prstDash val="solid"/>
          </a:ln>
        </p:spPr>
        <p:txBody>
          <a:bodyPr/>
          <a:lstStyle/>
          <a:p>
            <a:endParaRPr lang="en-US"/>
          </a:p>
        </p:txBody>
      </p:sp>
      <p:sp>
        <p:nvSpPr>
          <p:cNvPr id="13" name="Shape 11"/>
          <p:cNvSpPr/>
          <p:nvPr/>
        </p:nvSpPr>
        <p:spPr>
          <a:xfrm>
            <a:off x="13687082" y="5313462"/>
            <a:ext cx="0" cy="1484412"/>
          </a:xfrm>
          <a:prstGeom prst="line">
            <a:avLst/>
          </a:prstGeom>
          <a:solidFill>
            <a:srgbClr val="111C2D">
              <a:alpha val="0"/>
            </a:srgbClr>
          </a:solidFill>
          <a:ln w="66675">
            <a:solidFill>
              <a:srgbClr val="F9B000"/>
            </a:solidFill>
            <a:prstDash val="solid"/>
          </a:ln>
        </p:spPr>
        <p:txBody>
          <a:bodyPr/>
          <a:lstStyle/>
          <a:p>
            <a:endParaRPr lang="en-US"/>
          </a:p>
        </p:txBody>
      </p:sp>
      <p:sp>
        <p:nvSpPr>
          <p:cNvPr id="14" name="Text 12"/>
          <p:cNvSpPr/>
          <p:nvPr/>
        </p:nvSpPr>
        <p:spPr>
          <a:xfrm>
            <a:off x="14096649" y="5656362"/>
            <a:ext cx="4133746" cy="41910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700" b="1" dirty="0">
                <a:solidFill>
                  <a:srgbClr val="F1F5F9"/>
                </a:solidFill>
                <a:latin typeface="Aptos" pitchFamily="34" charset="0"/>
                <a:ea typeface="Arial" pitchFamily="34" charset="-122"/>
                <a:cs typeface="Arial" pitchFamily="34" charset="-120"/>
              </a:rPr>
              <a:t>Domínio</a:t>
            </a:r>
            <a:endParaRPr lang="en-US" sz="2900" dirty="0"/>
          </a:p>
        </p:txBody>
      </p:sp>
      <p:sp>
        <p:nvSpPr>
          <p:cNvPr id="15" name="Text 13"/>
          <p:cNvSpPr/>
          <p:nvPr/>
        </p:nvSpPr>
        <p:spPr>
          <a:xfrm>
            <a:off x="14096649" y="6075462"/>
            <a:ext cx="4133746" cy="8229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300" dirty="0">
                <a:solidFill>
                  <a:srgbClr val="F1F5F9"/>
                </a:solidFill>
                <a:latin typeface="Aptos" pitchFamily="34" charset="0"/>
                <a:ea typeface="Arial" pitchFamily="34" charset="-122"/>
                <a:cs typeface="Arial" pitchFamily="34" charset="-120"/>
              </a:rPr>
              <a:t>ID válido pode estar ausente.</a:t>
            </a:r>
            <a:endParaRPr lang="en-US" sz="2300" dirty="0"/>
          </a:p>
        </p:txBody>
      </p:sp>
      <p:sp>
        <p:nvSpPr>
          <p:cNvPr id="16" name="Shape 14"/>
          <p:cNvSpPr/>
          <p:nvPr/>
        </p:nvSpPr>
        <p:spPr>
          <a:xfrm>
            <a:off x="13620410" y="7102674"/>
            <a:ext cx="4952876" cy="1484412"/>
          </a:xfrm>
          <a:prstGeom prst="rect">
            <a:avLst/>
          </a:prstGeom>
          <a:solidFill>
            <a:srgbClr val="223147"/>
          </a:solidFill>
          <a:ln w="12700">
            <a:solidFill>
              <a:srgbClr val="FFFFFF">
                <a:alpha val="0"/>
              </a:srgbClr>
            </a:solidFill>
            <a:prstDash val="solid"/>
          </a:ln>
        </p:spPr>
        <p:txBody>
          <a:bodyPr/>
          <a:lstStyle/>
          <a:p>
            <a:endParaRPr lang="en-US"/>
          </a:p>
        </p:txBody>
      </p:sp>
      <p:sp>
        <p:nvSpPr>
          <p:cNvPr id="17" name="Shape 15"/>
          <p:cNvSpPr/>
          <p:nvPr/>
        </p:nvSpPr>
        <p:spPr>
          <a:xfrm>
            <a:off x="13687082" y="7102674"/>
            <a:ext cx="0" cy="1484412"/>
          </a:xfrm>
          <a:prstGeom prst="line">
            <a:avLst/>
          </a:prstGeom>
          <a:solidFill>
            <a:srgbClr val="111C2D">
              <a:alpha val="0"/>
            </a:srgbClr>
          </a:solidFill>
          <a:ln w="66675">
            <a:solidFill>
              <a:srgbClr val="F9B000"/>
            </a:solidFill>
            <a:prstDash val="solid"/>
          </a:ln>
        </p:spPr>
        <p:txBody>
          <a:bodyPr/>
          <a:lstStyle/>
          <a:p>
            <a:endParaRPr lang="en-US"/>
          </a:p>
        </p:txBody>
      </p:sp>
      <p:sp>
        <p:nvSpPr>
          <p:cNvPr id="18" name="Text 16"/>
          <p:cNvSpPr/>
          <p:nvPr/>
        </p:nvSpPr>
        <p:spPr>
          <a:xfrm>
            <a:off x="14096649" y="7445574"/>
            <a:ext cx="4133746" cy="41910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700" b="1" dirty="0">
                <a:solidFill>
                  <a:srgbClr val="F1F5F9"/>
                </a:solidFill>
                <a:latin typeface="Aptos" pitchFamily="34" charset="0"/>
                <a:ea typeface="Arial" pitchFamily="34" charset="-122"/>
                <a:cs typeface="Arial" pitchFamily="34" charset="-120"/>
              </a:rPr>
              <a:t>Erro</a:t>
            </a:r>
            <a:endParaRPr lang="en-US" sz="2900" dirty="0"/>
          </a:p>
        </p:txBody>
      </p:sp>
      <p:sp>
        <p:nvSpPr>
          <p:cNvPr id="19" name="Text 17"/>
          <p:cNvSpPr/>
          <p:nvPr/>
        </p:nvSpPr>
        <p:spPr>
          <a:xfrm>
            <a:off x="14096649" y="7864674"/>
            <a:ext cx="4133746" cy="8229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300" dirty="0">
                <a:solidFill>
                  <a:srgbClr val="F1F5F9"/>
                </a:solidFill>
                <a:latin typeface="Aptos" pitchFamily="34" charset="0"/>
                <a:ea typeface="Arial" pitchFamily="34" charset="-122"/>
                <a:cs typeface="Arial" pitchFamily="34" charset="-120"/>
              </a:rPr>
              <a:t>Retorno explícito ao cliente.</a:t>
            </a:r>
            <a:endParaRPr lang="en-US" sz="2300" dirty="0"/>
          </a:p>
        </p:txBody>
      </p:sp>
      <p:sp>
        <p:nvSpPr>
          <p:cNvPr id="20" name="Shape 18"/>
          <p:cNvSpPr/>
          <p:nvPr/>
        </p:nvSpPr>
        <p:spPr>
          <a:xfrm>
            <a:off x="13620410" y="8891886"/>
            <a:ext cx="4952876" cy="1484412"/>
          </a:xfrm>
          <a:prstGeom prst="rect">
            <a:avLst/>
          </a:prstGeom>
          <a:solidFill>
            <a:srgbClr val="223147"/>
          </a:solidFill>
          <a:ln w="12700">
            <a:solidFill>
              <a:srgbClr val="FFFFFF">
                <a:alpha val="0"/>
              </a:srgbClr>
            </a:solidFill>
            <a:prstDash val="solid"/>
          </a:ln>
        </p:spPr>
        <p:txBody>
          <a:bodyPr/>
          <a:lstStyle/>
          <a:p>
            <a:endParaRPr lang="en-US"/>
          </a:p>
        </p:txBody>
      </p:sp>
      <p:sp>
        <p:nvSpPr>
          <p:cNvPr id="21" name="Shape 19"/>
          <p:cNvSpPr/>
          <p:nvPr/>
        </p:nvSpPr>
        <p:spPr>
          <a:xfrm>
            <a:off x="13687082" y="8891886"/>
            <a:ext cx="0" cy="1484412"/>
          </a:xfrm>
          <a:prstGeom prst="line">
            <a:avLst/>
          </a:prstGeom>
          <a:solidFill>
            <a:srgbClr val="111C2D">
              <a:alpha val="0"/>
            </a:srgbClr>
          </a:solidFill>
          <a:ln w="66675">
            <a:solidFill>
              <a:srgbClr val="F9B000"/>
            </a:solidFill>
            <a:prstDash val="solid"/>
          </a:ln>
        </p:spPr>
        <p:txBody>
          <a:bodyPr/>
          <a:lstStyle/>
          <a:p>
            <a:endParaRPr lang="en-US"/>
          </a:p>
        </p:txBody>
      </p:sp>
      <p:sp>
        <p:nvSpPr>
          <p:cNvPr id="22" name="Text 20"/>
          <p:cNvSpPr/>
          <p:nvPr/>
        </p:nvSpPr>
        <p:spPr>
          <a:xfrm>
            <a:off x="14096649" y="9234786"/>
            <a:ext cx="4133746" cy="41910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700" b="1" dirty="0">
                <a:solidFill>
                  <a:srgbClr val="F1F5F9"/>
                </a:solidFill>
                <a:latin typeface="Aptos" pitchFamily="34" charset="0"/>
                <a:ea typeface="Arial" pitchFamily="34" charset="-122"/>
                <a:cs typeface="Arial" pitchFamily="34" charset="-120"/>
              </a:rPr>
              <a:t>Escopo</a:t>
            </a:r>
            <a:endParaRPr lang="en-US" sz="2900" dirty="0"/>
          </a:p>
        </p:txBody>
      </p:sp>
      <p:sp>
        <p:nvSpPr>
          <p:cNvPr id="23" name="Text 21"/>
          <p:cNvSpPr/>
          <p:nvPr/>
        </p:nvSpPr>
        <p:spPr>
          <a:xfrm>
            <a:off x="14096649" y="9653886"/>
            <a:ext cx="4133746" cy="8229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300" dirty="0">
                <a:solidFill>
                  <a:srgbClr val="F1F5F9"/>
                </a:solidFill>
                <a:latin typeface="Aptos" pitchFamily="34" charset="0"/>
                <a:ea typeface="Arial" pitchFamily="34" charset="-122"/>
                <a:cs typeface="Arial" pitchFamily="34" charset="-120"/>
              </a:rPr>
              <a:t>Verificar dentro do caso fixado.</a:t>
            </a:r>
            <a:endParaRPr lang="en-US" sz="2300" dirty="0"/>
          </a:p>
        </p:txBody>
      </p:sp>
      <p:sp>
        <p:nvSpPr>
          <p:cNvPr id="24" name="Text 22"/>
          <p:cNvSpPr/>
          <p:nvPr/>
        </p:nvSpPr>
        <p:spPr>
          <a:xfrm>
            <a:off x="1409665" y="12687300"/>
            <a:ext cx="17373600" cy="5943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400" dirty="0">
                <a:solidFill>
                  <a:srgbClr val="F1F5F9"/>
                </a:solidFill>
                <a:latin typeface="Aptos" pitchFamily="34" charset="0"/>
                <a:ea typeface="Arial" pitchFamily="34" charset="-122"/>
                <a:cs typeface="Arial" pitchFamily="34" charset="-120"/>
              </a:rPr>
              <a:t>A validação numérica do schema não garante existência no índice.</a:t>
            </a:r>
            <a:endParaRPr lang="en-US" sz="2100" dirty="0"/>
          </a:p>
        </p:txBody>
      </p:sp>
      <p:sp>
        <p:nvSpPr>
          <p:cNvPr id="25" name="TextBox 24"/>
          <p:cNvSpPr txBox="1"/>
          <p:nvPr/>
        </p:nvSpPr>
        <p:spPr>
          <a:xfrm>
            <a:off x="21214080" y="12344400"/>
            <a:ext cx="2286000" cy="502920"/>
          </a:xfrm>
          <a:prstGeom prst="rect">
            <a:avLst/>
          </a:prstGeom>
          <a:noFill/>
        </p:spPr>
        <p:txBody>
          <a:bodyPr wrap="none" lIns="0" tIns="0" rIns="0" bIns="0">
            <a:noAutofit/>
          </a:bodyPr>
          <a:lstStyle/>
          <a:p>
            <a:pPr>
              <a:lnSpc>
                <a:spcPct val="108000"/>
              </a:lnSpc>
              <a:spcBef>
                <a:spcPts val="0"/>
              </a:spcBef>
              <a:spcAft>
                <a:spcPts val="0"/>
              </a:spcAft>
            </a:pPr>
            <a:r>
              <a:rPr lang="en-US" sz="2200">
                <a:solidFill>
                  <a:srgbClr val="15243B"/>
                </a:solidFill>
                <a:latin typeface="Aptos"/>
              </a:rPr>
              <a:t>28 / 70</a:t>
            </a:r>
            <a:endParaRPr sz="2200">
              <a:solidFill>
                <a:srgbClr val="15243B"/>
              </a:solidFill>
              <a:latin typeface="Aptos"/>
            </a:endParaRP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hape 0"/>
          <p:cNvSpPr/>
          <p:nvPr/>
        </p:nvSpPr>
        <p:spPr>
          <a:xfrm>
            <a:off x="1" y="0"/>
            <a:ext cx="24383390" cy="13716000"/>
          </a:xfrm>
          <a:prstGeom prst="rect">
            <a:avLst/>
          </a:prstGeom>
          <a:solidFill>
            <a:srgbClr val="111C2D"/>
          </a:solidFill>
          <a:ln w="12700">
            <a:solidFill>
              <a:srgbClr val="FFFFFF">
                <a:alpha val="0"/>
              </a:srgbClr>
            </a:solidFill>
            <a:prstDash val="solid"/>
          </a:ln>
        </p:spPr>
        <p:txBody>
          <a:bodyPr/>
          <a:lstStyle/>
          <a:p>
            <a:endParaRPr lang="en-US"/>
          </a:p>
        </p:txBody>
      </p:sp>
      <p:sp>
        <p:nvSpPr>
          <p:cNvPr id="3" name="Shape 1"/>
          <p:cNvSpPr/>
          <p:nvPr/>
        </p:nvSpPr>
        <p:spPr>
          <a:xfrm>
            <a:off x="0" y="0"/>
            <a:ext cx="19811504" cy="1219200"/>
          </a:xfrm>
          <a:prstGeom prst="rect">
            <a:avLst/>
          </a:prstGeom>
          <a:solidFill>
            <a:srgbClr val="D9DCDF"/>
          </a:solidFill>
          <a:ln w="12700">
            <a:solidFill>
              <a:srgbClr val="FFFFFF">
                <a:alpha val="0"/>
              </a:srgbClr>
            </a:solidFill>
            <a:prstDash val="solid"/>
          </a:ln>
        </p:spPr>
        <p:txBody>
          <a:bodyPr/>
          <a:lstStyle/>
          <a:p>
            <a:endParaRPr lang="en-US"/>
          </a:p>
        </p:txBody>
      </p:sp>
      <p:sp>
        <p:nvSpPr>
          <p:cNvPr id="4" name="Shape 2"/>
          <p:cNvSpPr/>
          <p:nvPr/>
        </p:nvSpPr>
        <p:spPr>
          <a:xfrm>
            <a:off x="20382990" y="0"/>
            <a:ext cx="4000400" cy="13716000"/>
          </a:xfrm>
          <a:prstGeom prst="rect">
            <a:avLst/>
          </a:prstGeom>
          <a:solidFill>
            <a:srgbClr val="F9B000"/>
          </a:solidFill>
          <a:ln w="12700">
            <a:solidFill>
              <a:srgbClr val="FFFFFF">
                <a:alpha val="0"/>
              </a:srgbClr>
            </a:solidFill>
            <a:prstDash val="solid"/>
          </a:ln>
        </p:spPr>
        <p:txBody>
          <a:bodyPr/>
          <a:lstStyle/>
          <a:p>
            <a:endParaRPr lang="en-US"/>
          </a:p>
        </p:txBody>
      </p:sp>
      <p:sp>
        <p:nvSpPr>
          <p:cNvPr id="5" name="Text 3"/>
          <p:cNvSpPr/>
          <p:nvPr/>
        </p:nvSpPr>
        <p:spPr>
          <a:xfrm>
            <a:off x="1371567" y="1676400"/>
            <a:ext cx="17525562" cy="164592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5400" b="1" dirty="0">
                <a:solidFill>
                  <a:srgbClr val="68BDF4"/>
                </a:solidFill>
                <a:latin typeface="Aptos Display" pitchFamily="34" charset="0"/>
                <a:ea typeface="Arial" pitchFamily="34" charset="-122"/>
                <a:cs typeface="Arial" pitchFamily="34" charset="-120"/>
              </a:rPr>
              <a:t>Execução na thread principal</a:t>
            </a:r>
            <a:endParaRPr lang="en-US" sz="5600" dirty="0"/>
          </a:p>
        </p:txBody>
      </p:sp>
      <p:sp>
        <p:nvSpPr>
          <p:cNvPr id="6" name="Shape 4"/>
          <p:cNvSpPr/>
          <p:nvPr/>
        </p:nvSpPr>
        <p:spPr>
          <a:xfrm>
            <a:off x="1409664" y="3619500"/>
            <a:ext cx="8400840" cy="3543300"/>
          </a:xfrm>
          <a:prstGeom prst="rect">
            <a:avLst/>
          </a:prstGeom>
          <a:solidFill>
            <a:srgbClr val="223147"/>
          </a:solidFill>
          <a:ln w="12700">
            <a:solidFill>
              <a:srgbClr val="FFFFFF">
                <a:alpha val="0"/>
              </a:srgbClr>
            </a:solidFill>
            <a:prstDash val="solid"/>
          </a:ln>
        </p:spPr>
        <p:txBody>
          <a:bodyPr/>
          <a:lstStyle/>
          <a:p>
            <a:endParaRPr lang="en-US"/>
          </a:p>
        </p:txBody>
      </p:sp>
      <p:sp>
        <p:nvSpPr>
          <p:cNvPr id="7" name="Shape 5"/>
          <p:cNvSpPr/>
          <p:nvPr/>
        </p:nvSpPr>
        <p:spPr>
          <a:xfrm>
            <a:off x="1476338" y="3619500"/>
            <a:ext cx="0" cy="3543300"/>
          </a:xfrm>
          <a:prstGeom prst="line">
            <a:avLst/>
          </a:prstGeom>
          <a:solidFill>
            <a:srgbClr val="111C2D">
              <a:alpha val="0"/>
            </a:srgbClr>
          </a:solidFill>
          <a:ln w="66675">
            <a:solidFill>
              <a:srgbClr val="0B6FBD"/>
            </a:solidFill>
            <a:prstDash val="solid"/>
          </a:ln>
        </p:spPr>
        <p:txBody>
          <a:bodyPr/>
          <a:lstStyle/>
          <a:p>
            <a:endParaRPr lang="en-US"/>
          </a:p>
        </p:txBody>
      </p:sp>
      <p:sp>
        <p:nvSpPr>
          <p:cNvPr id="8" name="Text 6"/>
          <p:cNvSpPr/>
          <p:nvPr/>
        </p:nvSpPr>
        <p:spPr>
          <a:xfrm>
            <a:off x="2000200" y="4076701"/>
            <a:ext cx="7353116" cy="51435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3200" b="1" dirty="0">
                <a:solidFill>
                  <a:srgbClr val="F1F5F9"/>
                </a:solidFill>
                <a:latin typeface="Aptos" pitchFamily="34" charset="0"/>
                <a:ea typeface="Arial" pitchFamily="34" charset="-122"/>
                <a:cs typeface="Arial" pitchFamily="34" charset="-120"/>
              </a:rPr>
              <a:t>Abertura</a:t>
            </a:r>
            <a:endParaRPr lang="en-US" sz="3500" dirty="0"/>
          </a:p>
        </p:txBody>
      </p:sp>
      <p:sp>
        <p:nvSpPr>
          <p:cNvPr id="9" name="Text 7"/>
          <p:cNvSpPr/>
          <p:nvPr/>
        </p:nvSpPr>
        <p:spPr>
          <a:xfrm>
            <a:off x="2000200" y="4591051"/>
            <a:ext cx="7353116" cy="19659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800" dirty="0">
                <a:solidFill>
                  <a:srgbClr val="F1F5F9"/>
                </a:solidFill>
                <a:latin typeface="Aptos" pitchFamily="34" charset="0"/>
                <a:ea typeface="Arial" pitchFamily="34" charset="-122"/>
                <a:cs typeface="Arial" pitchFamily="34" charset="-120"/>
              </a:rPr>
              <a:t>PonteIPED abre o caso no início da sessão.</a:t>
            </a:r>
            <a:endParaRPr lang="en-US" sz="2700" dirty="0"/>
          </a:p>
        </p:txBody>
      </p:sp>
      <p:sp>
        <p:nvSpPr>
          <p:cNvPr id="10" name="Shape 8"/>
          <p:cNvSpPr/>
          <p:nvPr/>
        </p:nvSpPr>
        <p:spPr>
          <a:xfrm>
            <a:off x="10153396" y="3619500"/>
            <a:ext cx="8400840" cy="3543300"/>
          </a:xfrm>
          <a:prstGeom prst="rect">
            <a:avLst/>
          </a:prstGeom>
          <a:solidFill>
            <a:srgbClr val="223147"/>
          </a:solidFill>
          <a:ln w="12700">
            <a:solidFill>
              <a:srgbClr val="FFFFFF">
                <a:alpha val="0"/>
              </a:srgbClr>
            </a:solidFill>
            <a:prstDash val="solid"/>
          </a:ln>
        </p:spPr>
        <p:txBody>
          <a:bodyPr/>
          <a:lstStyle/>
          <a:p>
            <a:endParaRPr lang="en-US"/>
          </a:p>
        </p:txBody>
      </p:sp>
      <p:sp>
        <p:nvSpPr>
          <p:cNvPr id="11" name="Shape 9"/>
          <p:cNvSpPr/>
          <p:nvPr/>
        </p:nvSpPr>
        <p:spPr>
          <a:xfrm>
            <a:off x="10220070" y="3619500"/>
            <a:ext cx="0" cy="3543300"/>
          </a:xfrm>
          <a:prstGeom prst="line">
            <a:avLst/>
          </a:prstGeom>
          <a:solidFill>
            <a:srgbClr val="111C2D">
              <a:alpha val="0"/>
            </a:srgbClr>
          </a:solidFill>
          <a:ln w="66675">
            <a:solidFill>
              <a:srgbClr val="0B6FBD"/>
            </a:solidFill>
            <a:prstDash val="solid"/>
          </a:ln>
        </p:spPr>
        <p:txBody>
          <a:bodyPr/>
          <a:lstStyle/>
          <a:p>
            <a:endParaRPr lang="en-US"/>
          </a:p>
        </p:txBody>
      </p:sp>
      <p:sp>
        <p:nvSpPr>
          <p:cNvPr id="12" name="Text 10"/>
          <p:cNvSpPr/>
          <p:nvPr/>
        </p:nvSpPr>
        <p:spPr>
          <a:xfrm>
            <a:off x="10743932" y="4076701"/>
            <a:ext cx="7353116" cy="51435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3200" b="1" dirty="0">
                <a:solidFill>
                  <a:srgbClr val="F1F5F9"/>
                </a:solidFill>
                <a:latin typeface="Aptos" pitchFamily="34" charset="0"/>
                <a:ea typeface="Arial" pitchFamily="34" charset="-122"/>
                <a:cs typeface="Arial" pitchFamily="34" charset="-120"/>
              </a:rPr>
              <a:t>Chamadas diretas</a:t>
            </a:r>
            <a:endParaRPr lang="en-US" sz="3500" dirty="0"/>
          </a:p>
        </p:txBody>
      </p:sp>
      <p:sp>
        <p:nvSpPr>
          <p:cNvPr id="13" name="Text 11"/>
          <p:cNvSpPr/>
          <p:nvPr/>
        </p:nvSpPr>
        <p:spPr>
          <a:xfrm>
            <a:off x="10743932" y="4591051"/>
            <a:ext cx="7353116" cy="19659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800" dirty="0">
                <a:solidFill>
                  <a:srgbClr val="F1F5F9"/>
                </a:solidFill>
                <a:latin typeface="Aptos" pitchFamily="34" charset="0"/>
                <a:ea typeface="Arial" pitchFamily="34" charset="-122"/>
                <a:cs typeface="Arial" pitchFamily="34" charset="-120"/>
              </a:rPr>
              <a:t>Cada handler chama a ponte na thread principal.</a:t>
            </a:r>
            <a:endParaRPr lang="en-US" sz="2700" dirty="0"/>
          </a:p>
        </p:txBody>
      </p:sp>
      <p:sp>
        <p:nvSpPr>
          <p:cNvPr id="14" name="Shape 12"/>
          <p:cNvSpPr/>
          <p:nvPr/>
        </p:nvSpPr>
        <p:spPr>
          <a:xfrm>
            <a:off x="1409664" y="7505700"/>
            <a:ext cx="8400840" cy="3543300"/>
          </a:xfrm>
          <a:prstGeom prst="rect">
            <a:avLst/>
          </a:prstGeom>
          <a:solidFill>
            <a:srgbClr val="223147"/>
          </a:solidFill>
          <a:ln w="12700">
            <a:solidFill>
              <a:srgbClr val="FFFFFF">
                <a:alpha val="0"/>
              </a:srgbClr>
            </a:solidFill>
            <a:prstDash val="solid"/>
          </a:ln>
        </p:spPr>
        <p:txBody>
          <a:bodyPr/>
          <a:lstStyle/>
          <a:p>
            <a:endParaRPr lang="en-US"/>
          </a:p>
        </p:txBody>
      </p:sp>
      <p:sp>
        <p:nvSpPr>
          <p:cNvPr id="15" name="Shape 13"/>
          <p:cNvSpPr/>
          <p:nvPr/>
        </p:nvSpPr>
        <p:spPr>
          <a:xfrm>
            <a:off x="1476338" y="7505700"/>
            <a:ext cx="0" cy="3543300"/>
          </a:xfrm>
          <a:prstGeom prst="line">
            <a:avLst/>
          </a:prstGeom>
          <a:solidFill>
            <a:srgbClr val="111C2D">
              <a:alpha val="0"/>
            </a:srgbClr>
          </a:solidFill>
          <a:ln w="66675">
            <a:solidFill>
              <a:srgbClr val="F9B000"/>
            </a:solidFill>
            <a:prstDash val="solid"/>
          </a:ln>
        </p:spPr>
        <p:txBody>
          <a:bodyPr/>
          <a:lstStyle/>
          <a:p>
            <a:endParaRPr lang="en-US"/>
          </a:p>
        </p:txBody>
      </p:sp>
      <p:sp>
        <p:nvSpPr>
          <p:cNvPr id="16" name="Text 14"/>
          <p:cNvSpPr/>
          <p:nvPr/>
        </p:nvSpPr>
        <p:spPr>
          <a:xfrm>
            <a:off x="2000200" y="7962901"/>
            <a:ext cx="7353116" cy="51435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3200" b="1" dirty="0">
                <a:solidFill>
                  <a:srgbClr val="F1F5F9"/>
                </a:solidFill>
                <a:latin typeface="Aptos" pitchFamily="34" charset="0"/>
                <a:ea typeface="Arial" pitchFamily="34" charset="-122"/>
                <a:cs typeface="Arial" pitchFamily="34" charset="-120"/>
              </a:rPr>
              <a:t>Tempo de resposta</a:t>
            </a:r>
            <a:endParaRPr lang="en-US" sz="3500" dirty="0"/>
          </a:p>
        </p:txBody>
      </p:sp>
      <p:sp>
        <p:nvSpPr>
          <p:cNvPr id="17" name="Text 15"/>
          <p:cNvSpPr/>
          <p:nvPr/>
        </p:nvSpPr>
        <p:spPr>
          <a:xfrm>
            <a:off x="2000200" y="8477251"/>
            <a:ext cx="7353116" cy="19659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800" dirty="0">
                <a:solidFill>
                  <a:srgbClr val="F1F5F9"/>
                </a:solidFill>
                <a:latin typeface="Aptos" pitchFamily="34" charset="0"/>
                <a:ea typeface="Arial" pitchFamily="34" charset="-122"/>
                <a:cs typeface="Arial" pitchFamily="34" charset="-120"/>
              </a:rPr>
              <a:t>Java ocupa o fluxo do servidor até terminar.</a:t>
            </a:r>
            <a:endParaRPr lang="en-US" sz="2700" dirty="0"/>
          </a:p>
        </p:txBody>
      </p:sp>
      <p:sp>
        <p:nvSpPr>
          <p:cNvPr id="18" name="Shape 16"/>
          <p:cNvSpPr/>
          <p:nvPr/>
        </p:nvSpPr>
        <p:spPr>
          <a:xfrm>
            <a:off x="10153396" y="7505700"/>
            <a:ext cx="8400840" cy="3543300"/>
          </a:xfrm>
          <a:prstGeom prst="rect">
            <a:avLst/>
          </a:prstGeom>
          <a:solidFill>
            <a:srgbClr val="223147"/>
          </a:solidFill>
          <a:ln w="12700">
            <a:solidFill>
              <a:srgbClr val="FFFFFF">
                <a:alpha val="0"/>
              </a:srgbClr>
            </a:solidFill>
            <a:prstDash val="solid"/>
          </a:ln>
        </p:spPr>
        <p:txBody>
          <a:bodyPr/>
          <a:lstStyle/>
          <a:p>
            <a:endParaRPr lang="en-US"/>
          </a:p>
        </p:txBody>
      </p:sp>
      <p:sp>
        <p:nvSpPr>
          <p:cNvPr id="19" name="Shape 17"/>
          <p:cNvSpPr/>
          <p:nvPr/>
        </p:nvSpPr>
        <p:spPr>
          <a:xfrm>
            <a:off x="10220070" y="7505700"/>
            <a:ext cx="0" cy="3543300"/>
          </a:xfrm>
          <a:prstGeom prst="line">
            <a:avLst/>
          </a:prstGeom>
          <a:solidFill>
            <a:srgbClr val="111C2D">
              <a:alpha val="0"/>
            </a:srgbClr>
          </a:solidFill>
          <a:ln w="66675">
            <a:solidFill>
              <a:srgbClr val="F9B000"/>
            </a:solidFill>
            <a:prstDash val="solid"/>
          </a:ln>
        </p:spPr>
        <p:txBody>
          <a:bodyPr/>
          <a:lstStyle/>
          <a:p>
            <a:endParaRPr lang="en-US"/>
          </a:p>
        </p:txBody>
      </p:sp>
      <p:sp>
        <p:nvSpPr>
          <p:cNvPr id="20" name="Text 18"/>
          <p:cNvSpPr/>
          <p:nvPr/>
        </p:nvSpPr>
        <p:spPr>
          <a:xfrm>
            <a:off x="10743932" y="7962901"/>
            <a:ext cx="7353116" cy="51435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3200" b="1" dirty="0">
                <a:solidFill>
                  <a:srgbClr val="F1F5F9"/>
                </a:solidFill>
                <a:latin typeface="Aptos" pitchFamily="34" charset="0"/>
                <a:ea typeface="Arial" pitchFamily="34" charset="-122"/>
                <a:cs typeface="Arial" pitchFamily="34" charset="-120"/>
              </a:rPr>
              <a:t>Encerramento</a:t>
            </a:r>
            <a:endParaRPr lang="en-US" sz="3500" dirty="0"/>
          </a:p>
        </p:txBody>
      </p:sp>
      <p:sp>
        <p:nvSpPr>
          <p:cNvPr id="21" name="Text 19"/>
          <p:cNvSpPr/>
          <p:nvPr/>
        </p:nvSpPr>
        <p:spPr>
          <a:xfrm>
            <a:off x="10743932" y="8477251"/>
            <a:ext cx="7353116" cy="19659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800" dirty="0">
                <a:solidFill>
                  <a:srgbClr val="F1F5F9"/>
                </a:solidFill>
                <a:latin typeface="Aptos" pitchFamily="34" charset="0"/>
                <a:ea typeface="Arial" pitchFamily="34" charset="-122"/>
                <a:cs typeface="Arial" pitchFamily="34" charset="-120"/>
              </a:rPr>
              <a:t>Fechar a fonte e limpar o cache na mesma thread.</a:t>
            </a:r>
            <a:endParaRPr lang="en-US" sz="2700" dirty="0"/>
          </a:p>
        </p:txBody>
      </p:sp>
      <p:sp>
        <p:nvSpPr>
          <p:cNvPr id="22" name="Text 20"/>
          <p:cNvSpPr/>
          <p:nvPr/>
        </p:nvSpPr>
        <p:spPr>
          <a:xfrm>
            <a:off x="1409664" y="11734801"/>
            <a:ext cx="17144572" cy="112395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500" dirty="0">
                <a:solidFill>
                  <a:srgbClr val="F1F5F9"/>
                </a:solidFill>
                <a:latin typeface="Aptos" pitchFamily="34" charset="0"/>
                <a:ea typeface="Arial" pitchFamily="34" charset="-122"/>
                <a:cs typeface="Arial" pitchFamily="34" charset="-120"/>
              </a:rPr>
              <a:t>Uma extração demorada adia as outras requisições do servidor.</a:t>
            </a:r>
            <a:endParaRPr lang="en-US" sz="3000" dirty="0"/>
          </a:p>
        </p:txBody>
      </p:sp>
      <p:sp>
        <p:nvSpPr>
          <p:cNvPr id="23" name="TextBox 22"/>
          <p:cNvSpPr txBox="1"/>
          <p:nvPr/>
        </p:nvSpPr>
        <p:spPr>
          <a:xfrm>
            <a:off x="21214080" y="12344400"/>
            <a:ext cx="2286000" cy="502920"/>
          </a:xfrm>
          <a:prstGeom prst="rect">
            <a:avLst/>
          </a:prstGeom>
          <a:noFill/>
        </p:spPr>
        <p:txBody>
          <a:bodyPr wrap="none" lIns="0" tIns="0" rIns="0" bIns="0">
            <a:noAutofit/>
          </a:bodyPr>
          <a:lstStyle/>
          <a:p>
            <a:pPr>
              <a:lnSpc>
                <a:spcPct val="108000"/>
              </a:lnSpc>
              <a:spcBef>
                <a:spcPts val="0"/>
              </a:spcBef>
              <a:spcAft>
                <a:spcPts val="0"/>
              </a:spcAft>
            </a:pPr>
            <a:r>
              <a:rPr lang="en-US" sz="2200">
                <a:solidFill>
                  <a:srgbClr val="15243B"/>
                </a:solidFill>
                <a:latin typeface="Aptos"/>
              </a:rPr>
              <a:t>29 / 70</a:t>
            </a:r>
            <a:endParaRPr sz="2200">
              <a:solidFill>
                <a:srgbClr val="15243B"/>
              </a:solidFill>
              <a:latin typeface="Aptos"/>
            </a:endParaRP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hape 0"/>
          <p:cNvSpPr/>
          <p:nvPr/>
        </p:nvSpPr>
        <p:spPr>
          <a:xfrm>
            <a:off x="1" y="0"/>
            <a:ext cx="24383390" cy="13716000"/>
          </a:xfrm>
          <a:prstGeom prst="rect">
            <a:avLst/>
          </a:prstGeom>
          <a:solidFill>
            <a:srgbClr val="111C2D"/>
          </a:solidFill>
          <a:ln w="12700">
            <a:solidFill>
              <a:srgbClr val="FFFFFF">
                <a:alpha val="0"/>
              </a:srgbClr>
            </a:solidFill>
            <a:prstDash val="solid"/>
          </a:ln>
        </p:spPr>
        <p:txBody>
          <a:bodyPr/>
          <a:lstStyle/>
          <a:p>
            <a:endParaRPr lang="en-US"/>
          </a:p>
        </p:txBody>
      </p:sp>
      <p:sp>
        <p:nvSpPr>
          <p:cNvPr id="3" name="Shape 1"/>
          <p:cNvSpPr/>
          <p:nvPr/>
        </p:nvSpPr>
        <p:spPr>
          <a:xfrm>
            <a:off x="0" y="0"/>
            <a:ext cx="19811504" cy="1219200"/>
          </a:xfrm>
          <a:prstGeom prst="rect">
            <a:avLst/>
          </a:prstGeom>
          <a:solidFill>
            <a:srgbClr val="D9DCDF"/>
          </a:solidFill>
          <a:ln w="12700">
            <a:solidFill>
              <a:srgbClr val="FFFFFF">
                <a:alpha val="0"/>
              </a:srgbClr>
            </a:solidFill>
            <a:prstDash val="solid"/>
          </a:ln>
        </p:spPr>
        <p:txBody>
          <a:bodyPr/>
          <a:lstStyle/>
          <a:p>
            <a:endParaRPr lang="en-US"/>
          </a:p>
        </p:txBody>
      </p:sp>
      <p:sp>
        <p:nvSpPr>
          <p:cNvPr id="4" name="Shape 2"/>
          <p:cNvSpPr/>
          <p:nvPr/>
        </p:nvSpPr>
        <p:spPr>
          <a:xfrm>
            <a:off x="20382990" y="0"/>
            <a:ext cx="4000400" cy="13716000"/>
          </a:xfrm>
          <a:prstGeom prst="rect">
            <a:avLst/>
          </a:prstGeom>
          <a:solidFill>
            <a:srgbClr val="F9B000"/>
          </a:solidFill>
          <a:ln w="12700">
            <a:solidFill>
              <a:srgbClr val="FFFFFF">
                <a:alpha val="0"/>
              </a:srgbClr>
            </a:solidFill>
            <a:prstDash val="solid"/>
          </a:ln>
        </p:spPr>
        <p:txBody>
          <a:bodyPr/>
          <a:lstStyle/>
          <a:p>
            <a:endParaRPr lang="en-US"/>
          </a:p>
        </p:txBody>
      </p:sp>
      <p:sp>
        <p:nvSpPr>
          <p:cNvPr id="5" name="Text 3"/>
          <p:cNvSpPr/>
          <p:nvPr/>
        </p:nvSpPr>
        <p:spPr>
          <a:xfrm>
            <a:off x="1371567" y="1676400"/>
            <a:ext cx="17335066" cy="164592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5400" b="1" dirty="0">
                <a:solidFill>
                  <a:srgbClr val="68BDF4"/>
                </a:solidFill>
                <a:latin typeface="Aptos Display" pitchFamily="34" charset="0"/>
                <a:ea typeface="Arial" pitchFamily="34" charset="-122"/>
                <a:cs typeface="Arial" pitchFamily="34" charset="-120"/>
              </a:rPr>
              <a:t>Checkpoint da ponte</a:t>
            </a:r>
            <a:endParaRPr lang="en-US" sz="5600" dirty="0"/>
          </a:p>
        </p:txBody>
      </p:sp>
      <p:sp>
        <p:nvSpPr>
          <p:cNvPr id="6" name="Shape 4"/>
          <p:cNvSpPr/>
          <p:nvPr/>
        </p:nvSpPr>
        <p:spPr>
          <a:xfrm>
            <a:off x="1409664" y="3619501"/>
            <a:ext cx="17144572" cy="1581150"/>
          </a:xfrm>
          <a:prstGeom prst="rect">
            <a:avLst/>
          </a:prstGeom>
          <a:solidFill>
            <a:srgbClr val="223147"/>
          </a:solidFill>
          <a:ln w="12700">
            <a:solidFill>
              <a:srgbClr val="FFFFFF">
                <a:alpha val="0"/>
              </a:srgbClr>
            </a:solidFill>
            <a:prstDash val="solid"/>
          </a:ln>
        </p:spPr>
        <p:txBody>
          <a:bodyPr/>
          <a:lstStyle/>
          <a:p>
            <a:endParaRPr lang="en-US"/>
          </a:p>
        </p:txBody>
      </p:sp>
      <p:sp>
        <p:nvSpPr>
          <p:cNvPr id="7" name="Shape 5"/>
          <p:cNvSpPr/>
          <p:nvPr/>
        </p:nvSpPr>
        <p:spPr>
          <a:xfrm>
            <a:off x="1409664" y="5191126"/>
            <a:ext cx="17144572" cy="0"/>
          </a:xfrm>
          <a:prstGeom prst="line">
            <a:avLst/>
          </a:prstGeom>
          <a:solidFill>
            <a:srgbClr val="111C2D">
              <a:alpha val="0"/>
            </a:srgbClr>
          </a:solidFill>
          <a:ln w="9525">
            <a:solidFill>
              <a:srgbClr val="CBD5E1"/>
            </a:solidFill>
            <a:prstDash val="solid"/>
          </a:ln>
        </p:spPr>
        <p:txBody>
          <a:bodyPr/>
          <a:lstStyle/>
          <a:p>
            <a:endParaRPr lang="en-US"/>
          </a:p>
        </p:txBody>
      </p:sp>
      <p:sp>
        <p:nvSpPr>
          <p:cNvPr id="8" name="Text 6"/>
          <p:cNvSpPr/>
          <p:nvPr/>
        </p:nvSpPr>
        <p:spPr>
          <a:xfrm>
            <a:off x="1828754" y="4162425"/>
            <a:ext cx="5143372" cy="47625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800" b="1" dirty="0">
                <a:solidFill>
                  <a:srgbClr val="F1F5F9"/>
                </a:solidFill>
                <a:latin typeface="Aptos" pitchFamily="34" charset="0"/>
                <a:ea typeface="Arial" pitchFamily="34" charset="-122"/>
                <a:cs typeface="Arial" pitchFamily="34" charset="-120"/>
              </a:rPr>
              <a:t>Carregamento</a:t>
            </a:r>
            <a:endParaRPr lang="en-US" sz="3200" dirty="0"/>
          </a:p>
        </p:txBody>
      </p:sp>
      <p:sp>
        <p:nvSpPr>
          <p:cNvPr id="9" name="Text 7"/>
          <p:cNvSpPr/>
          <p:nvPr/>
        </p:nvSpPr>
        <p:spPr>
          <a:xfrm>
            <a:off x="6972126" y="4186239"/>
            <a:ext cx="11163020" cy="91440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700" dirty="0">
                <a:solidFill>
                  <a:srgbClr val="F1F5F9"/>
                </a:solidFill>
                <a:latin typeface="Aptos" pitchFamily="34" charset="0"/>
                <a:ea typeface="Arial" pitchFamily="34" charset="-122"/>
                <a:cs typeface="Arial" pitchFamily="34" charset="-120"/>
              </a:rPr>
              <a:t>Java e classes do IPED iniciam sem erro fatal.</a:t>
            </a:r>
            <a:endParaRPr lang="en-US" sz="2700" dirty="0"/>
          </a:p>
        </p:txBody>
      </p:sp>
      <p:sp>
        <p:nvSpPr>
          <p:cNvPr id="10" name="Shape 8"/>
          <p:cNvSpPr/>
          <p:nvPr/>
        </p:nvSpPr>
        <p:spPr>
          <a:xfrm>
            <a:off x="1409664" y="6772276"/>
            <a:ext cx="17144572" cy="0"/>
          </a:xfrm>
          <a:prstGeom prst="line">
            <a:avLst/>
          </a:prstGeom>
          <a:solidFill>
            <a:srgbClr val="111C2D">
              <a:alpha val="0"/>
            </a:srgbClr>
          </a:solidFill>
          <a:ln w="9525">
            <a:solidFill>
              <a:srgbClr val="CBD5E1"/>
            </a:solidFill>
            <a:prstDash val="solid"/>
          </a:ln>
        </p:spPr>
        <p:txBody>
          <a:bodyPr/>
          <a:lstStyle/>
          <a:p>
            <a:endParaRPr lang="en-US"/>
          </a:p>
        </p:txBody>
      </p:sp>
      <p:sp>
        <p:nvSpPr>
          <p:cNvPr id="11" name="Text 9"/>
          <p:cNvSpPr/>
          <p:nvPr/>
        </p:nvSpPr>
        <p:spPr>
          <a:xfrm>
            <a:off x="1828754" y="5743577"/>
            <a:ext cx="5143372" cy="47625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800" b="1" dirty="0">
                <a:solidFill>
                  <a:srgbClr val="F1F5F9"/>
                </a:solidFill>
                <a:latin typeface="Aptos" pitchFamily="34" charset="0"/>
                <a:ea typeface="Arial" pitchFamily="34" charset="-122"/>
                <a:cs typeface="Arial" pitchFamily="34" charset="-120"/>
              </a:rPr>
              <a:t>Busca</a:t>
            </a:r>
            <a:endParaRPr lang="en-US" sz="3200" dirty="0"/>
          </a:p>
        </p:txBody>
      </p:sp>
      <p:sp>
        <p:nvSpPr>
          <p:cNvPr id="12" name="Text 10"/>
          <p:cNvSpPr/>
          <p:nvPr/>
        </p:nvSpPr>
        <p:spPr>
          <a:xfrm>
            <a:off x="6972126" y="5767389"/>
            <a:ext cx="11163020" cy="91440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700" dirty="0">
                <a:solidFill>
                  <a:srgbClr val="F1F5F9"/>
                </a:solidFill>
                <a:latin typeface="Aptos" pitchFamily="34" charset="0"/>
                <a:ea typeface="Arial" pitchFamily="34" charset="-122"/>
                <a:cs typeface="Arial" pitchFamily="34" charset="-120"/>
              </a:rPr>
              <a:t>O caso processado devolve os IDs esperados.</a:t>
            </a:r>
            <a:endParaRPr lang="en-US" sz="2700" dirty="0"/>
          </a:p>
        </p:txBody>
      </p:sp>
      <p:sp>
        <p:nvSpPr>
          <p:cNvPr id="13" name="Shape 11"/>
          <p:cNvSpPr/>
          <p:nvPr/>
        </p:nvSpPr>
        <p:spPr>
          <a:xfrm>
            <a:off x="1409664" y="6781801"/>
            <a:ext cx="17144572" cy="1581150"/>
          </a:xfrm>
          <a:prstGeom prst="rect">
            <a:avLst/>
          </a:prstGeom>
          <a:solidFill>
            <a:srgbClr val="223147"/>
          </a:solidFill>
          <a:ln w="12700">
            <a:solidFill>
              <a:srgbClr val="FFFFFF">
                <a:alpha val="0"/>
              </a:srgbClr>
            </a:solidFill>
            <a:prstDash val="solid"/>
          </a:ln>
        </p:spPr>
        <p:txBody>
          <a:bodyPr/>
          <a:lstStyle/>
          <a:p>
            <a:endParaRPr lang="en-US"/>
          </a:p>
        </p:txBody>
      </p:sp>
      <p:sp>
        <p:nvSpPr>
          <p:cNvPr id="14" name="Shape 12"/>
          <p:cNvSpPr/>
          <p:nvPr/>
        </p:nvSpPr>
        <p:spPr>
          <a:xfrm>
            <a:off x="1409664" y="8353424"/>
            <a:ext cx="17144572" cy="0"/>
          </a:xfrm>
          <a:prstGeom prst="line">
            <a:avLst/>
          </a:prstGeom>
          <a:solidFill>
            <a:srgbClr val="111C2D">
              <a:alpha val="0"/>
            </a:srgbClr>
          </a:solidFill>
          <a:ln w="9525">
            <a:solidFill>
              <a:srgbClr val="CBD5E1"/>
            </a:solidFill>
            <a:prstDash val="solid"/>
          </a:ln>
        </p:spPr>
        <p:txBody>
          <a:bodyPr/>
          <a:lstStyle/>
          <a:p>
            <a:endParaRPr lang="en-US"/>
          </a:p>
        </p:txBody>
      </p:sp>
      <p:sp>
        <p:nvSpPr>
          <p:cNvPr id="15" name="Text 13"/>
          <p:cNvSpPr/>
          <p:nvPr/>
        </p:nvSpPr>
        <p:spPr>
          <a:xfrm>
            <a:off x="1828754" y="7324725"/>
            <a:ext cx="5143372" cy="47625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800" b="1" dirty="0">
                <a:solidFill>
                  <a:srgbClr val="F1F5F9"/>
                </a:solidFill>
                <a:latin typeface="Aptos" pitchFamily="34" charset="0"/>
                <a:ea typeface="Arial" pitchFamily="34" charset="-122"/>
                <a:cs typeface="Arial" pitchFamily="34" charset="-120"/>
              </a:rPr>
              <a:t>Metadados</a:t>
            </a:r>
            <a:endParaRPr lang="en-US" sz="3200" dirty="0"/>
          </a:p>
        </p:txBody>
      </p:sp>
      <p:sp>
        <p:nvSpPr>
          <p:cNvPr id="16" name="Text 14"/>
          <p:cNvSpPr/>
          <p:nvPr/>
        </p:nvSpPr>
        <p:spPr>
          <a:xfrm>
            <a:off x="6972126" y="7348539"/>
            <a:ext cx="11163020" cy="91440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700" dirty="0">
                <a:solidFill>
                  <a:srgbClr val="F1F5F9"/>
                </a:solidFill>
                <a:latin typeface="Aptos" pitchFamily="34" charset="0"/>
                <a:ea typeface="Arial" pitchFamily="34" charset="-122"/>
                <a:cs typeface="Arial" pitchFamily="34" charset="-120"/>
              </a:rPr>
              <a:t>ID e caminho correspondem ao item do caso.</a:t>
            </a:r>
            <a:endParaRPr lang="en-US" sz="2700" dirty="0"/>
          </a:p>
        </p:txBody>
      </p:sp>
      <p:sp>
        <p:nvSpPr>
          <p:cNvPr id="17" name="Shape 15"/>
          <p:cNvSpPr/>
          <p:nvPr/>
        </p:nvSpPr>
        <p:spPr>
          <a:xfrm>
            <a:off x="1409664" y="9934574"/>
            <a:ext cx="17144572" cy="0"/>
          </a:xfrm>
          <a:prstGeom prst="line">
            <a:avLst/>
          </a:prstGeom>
          <a:solidFill>
            <a:srgbClr val="111C2D">
              <a:alpha val="0"/>
            </a:srgbClr>
          </a:solidFill>
          <a:ln w="9525">
            <a:solidFill>
              <a:srgbClr val="CBD5E1"/>
            </a:solidFill>
            <a:prstDash val="solid"/>
          </a:ln>
        </p:spPr>
        <p:txBody>
          <a:bodyPr/>
          <a:lstStyle/>
          <a:p>
            <a:endParaRPr lang="en-US"/>
          </a:p>
        </p:txBody>
      </p:sp>
      <p:sp>
        <p:nvSpPr>
          <p:cNvPr id="18" name="Text 16"/>
          <p:cNvSpPr/>
          <p:nvPr/>
        </p:nvSpPr>
        <p:spPr>
          <a:xfrm>
            <a:off x="1828754" y="8905875"/>
            <a:ext cx="5143372" cy="47625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800" b="1" dirty="0">
                <a:solidFill>
                  <a:srgbClr val="F1F5F9"/>
                </a:solidFill>
                <a:latin typeface="Aptos" pitchFamily="34" charset="0"/>
                <a:ea typeface="Arial" pitchFamily="34" charset="-122"/>
                <a:cs typeface="Arial" pitchFamily="34" charset="-120"/>
              </a:rPr>
              <a:t>Texto</a:t>
            </a:r>
            <a:endParaRPr lang="en-US" sz="3200" dirty="0"/>
          </a:p>
        </p:txBody>
      </p:sp>
      <p:sp>
        <p:nvSpPr>
          <p:cNvPr id="19" name="Text 17"/>
          <p:cNvSpPr/>
          <p:nvPr/>
        </p:nvSpPr>
        <p:spPr>
          <a:xfrm>
            <a:off x="6972126" y="8929689"/>
            <a:ext cx="11163020" cy="91440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700" dirty="0">
                <a:solidFill>
                  <a:srgbClr val="F1F5F9"/>
                </a:solidFill>
                <a:latin typeface="Aptos" pitchFamily="34" charset="0"/>
                <a:ea typeface="Arial" pitchFamily="34" charset="-122"/>
                <a:cs typeface="Arial" pitchFamily="34" charset="-120"/>
              </a:rPr>
              <a:t>PDF e DOCX devolvem conteúdo extraído pelo parser.</a:t>
            </a:r>
            <a:endParaRPr lang="en-US" sz="2700" dirty="0"/>
          </a:p>
        </p:txBody>
      </p:sp>
      <p:sp>
        <p:nvSpPr>
          <p:cNvPr id="20" name="Shape 18"/>
          <p:cNvSpPr/>
          <p:nvPr/>
        </p:nvSpPr>
        <p:spPr>
          <a:xfrm>
            <a:off x="1409664" y="9944101"/>
            <a:ext cx="17144572" cy="1581150"/>
          </a:xfrm>
          <a:prstGeom prst="rect">
            <a:avLst/>
          </a:prstGeom>
          <a:solidFill>
            <a:srgbClr val="223147"/>
          </a:solidFill>
          <a:ln w="12700">
            <a:solidFill>
              <a:srgbClr val="FFFFFF">
                <a:alpha val="0"/>
              </a:srgbClr>
            </a:solidFill>
            <a:prstDash val="solid"/>
          </a:ln>
        </p:spPr>
        <p:txBody>
          <a:bodyPr/>
          <a:lstStyle/>
          <a:p>
            <a:endParaRPr lang="en-US"/>
          </a:p>
        </p:txBody>
      </p:sp>
      <p:sp>
        <p:nvSpPr>
          <p:cNvPr id="21" name="Shape 19"/>
          <p:cNvSpPr/>
          <p:nvPr/>
        </p:nvSpPr>
        <p:spPr>
          <a:xfrm>
            <a:off x="1409664" y="11515726"/>
            <a:ext cx="17144572" cy="0"/>
          </a:xfrm>
          <a:prstGeom prst="line">
            <a:avLst/>
          </a:prstGeom>
          <a:solidFill>
            <a:srgbClr val="111C2D">
              <a:alpha val="0"/>
            </a:srgbClr>
          </a:solidFill>
          <a:ln w="9525">
            <a:solidFill>
              <a:srgbClr val="CBD5E1"/>
            </a:solidFill>
            <a:prstDash val="solid"/>
          </a:ln>
        </p:spPr>
        <p:txBody>
          <a:bodyPr/>
          <a:lstStyle/>
          <a:p>
            <a:endParaRPr lang="en-US"/>
          </a:p>
        </p:txBody>
      </p:sp>
      <p:sp>
        <p:nvSpPr>
          <p:cNvPr id="22" name="Text 20"/>
          <p:cNvSpPr/>
          <p:nvPr/>
        </p:nvSpPr>
        <p:spPr>
          <a:xfrm>
            <a:off x="1828754" y="10487027"/>
            <a:ext cx="5143372" cy="47625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800" b="1" dirty="0">
                <a:solidFill>
                  <a:srgbClr val="F1F5F9"/>
                </a:solidFill>
                <a:latin typeface="Aptos" pitchFamily="34" charset="0"/>
                <a:ea typeface="Arial" pitchFamily="34" charset="-122"/>
                <a:cs typeface="Arial" pitchFamily="34" charset="-120"/>
              </a:rPr>
              <a:t>Unicode</a:t>
            </a:r>
            <a:endParaRPr lang="en-US" sz="3200" dirty="0"/>
          </a:p>
        </p:txBody>
      </p:sp>
      <p:sp>
        <p:nvSpPr>
          <p:cNvPr id="23" name="Text 21"/>
          <p:cNvSpPr/>
          <p:nvPr/>
        </p:nvSpPr>
        <p:spPr>
          <a:xfrm>
            <a:off x="6972126" y="10510839"/>
            <a:ext cx="11163020" cy="91440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700" dirty="0">
                <a:solidFill>
                  <a:srgbClr val="F1F5F9"/>
                </a:solidFill>
                <a:latin typeface="Aptos" pitchFamily="34" charset="0"/>
                <a:ea typeface="Arial" pitchFamily="34" charset="-122"/>
                <a:cs typeface="Arial" pitchFamily="34" charset="-120"/>
              </a:rPr>
              <a:t>A continuação conserva os caracteres do texto.</a:t>
            </a:r>
            <a:endParaRPr lang="en-US" sz="2700" dirty="0"/>
          </a:p>
        </p:txBody>
      </p:sp>
      <p:sp>
        <p:nvSpPr>
          <p:cNvPr id="24" name="Text 22"/>
          <p:cNvSpPr/>
          <p:nvPr/>
        </p:nvSpPr>
        <p:spPr>
          <a:xfrm>
            <a:off x="1409664" y="12458701"/>
            <a:ext cx="17373600" cy="5943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400" dirty="0">
                <a:solidFill>
                  <a:srgbClr val="F1F5F9"/>
                </a:solidFill>
                <a:latin typeface="Aptos" pitchFamily="34" charset="0"/>
                <a:ea typeface="Arial" pitchFamily="34" charset="-122"/>
                <a:cs typeface="Arial" pitchFamily="34" charset="-120"/>
              </a:rPr>
              <a:t>A ponte precisa funcionar antes da conversa com o modelo.</a:t>
            </a:r>
            <a:endParaRPr lang="en-US" sz="2600" dirty="0"/>
          </a:p>
        </p:txBody>
      </p:sp>
      <p:sp>
        <p:nvSpPr>
          <p:cNvPr id="25" name="TextBox 24"/>
          <p:cNvSpPr txBox="1"/>
          <p:nvPr/>
        </p:nvSpPr>
        <p:spPr>
          <a:xfrm>
            <a:off x="21214080" y="12344400"/>
            <a:ext cx="2286000" cy="502920"/>
          </a:xfrm>
          <a:prstGeom prst="rect">
            <a:avLst/>
          </a:prstGeom>
          <a:noFill/>
        </p:spPr>
        <p:txBody>
          <a:bodyPr wrap="none" lIns="0" tIns="0" rIns="0" bIns="0">
            <a:noAutofit/>
          </a:bodyPr>
          <a:lstStyle/>
          <a:p>
            <a:pPr>
              <a:lnSpc>
                <a:spcPct val="108000"/>
              </a:lnSpc>
              <a:spcBef>
                <a:spcPts val="0"/>
              </a:spcBef>
              <a:spcAft>
                <a:spcPts val="0"/>
              </a:spcAft>
            </a:pPr>
            <a:r>
              <a:rPr lang="en-US" sz="2200">
                <a:solidFill>
                  <a:srgbClr val="15243B"/>
                </a:solidFill>
                <a:latin typeface="Aptos"/>
              </a:rPr>
              <a:t>30 / 70</a:t>
            </a:r>
            <a:endParaRPr sz="2200">
              <a:solidFill>
                <a:srgbClr val="15243B"/>
              </a:solidFill>
              <a:latin typeface="Aptos"/>
            </a:endParaRP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hape 0"/>
          <p:cNvSpPr/>
          <p:nvPr/>
        </p:nvSpPr>
        <p:spPr>
          <a:xfrm>
            <a:off x="1" y="0"/>
            <a:ext cx="24383390" cy="13716000"/>
          </a:xfrm>
          <a:prstGeom prst="rect">
            <a:avLst/>
          </a:prstGeom>
          <a:solidFill>
            <a:srgbClr val="0B2D5C"/>
          </a:solidFill>
          <a:ln w="12700">
            <a:solidFill>
              <a:srgbClr val="FFFFFF">
                <a:alpha val="0"/>
              </a:srgbClr>
            </a:solidFill>
            <a:prstDash val="solid"/>
          </a:ln>
        </p:spPr>
        <p:txBody>
          <a:bodyPr/>
          <a:lstStyle/>
          <a:p>
            <a:endParaRPr lang="en-US"/>
          </a:p>
        </p:txBody>
      </p:sp>
      <p:sp>
        <p:nvSpPr>
          <p:cNvPr id="3" name="Shape 1"/>
          <p:cNvSpPr/>
          <p:nvPr/>
        </p:nvSpPr>
        <p:spPr>
          <a:xfrm>
            <a:off x="0" y="0"/>
            <a:ext cx="19811504" cy="1219200"/>
          </a:xfrm>
          <a:prstGeom prst="rect">
            <a:avLst/>
          </a:prstGeom>
          <a:solidFill>
            <a:srgbClr val="D9DCDF"/>
          </a:solidFill>
          <a:ln w="12700">
            <a:solidFill>
              <a:srgbClr val="FFFFFF">
                <a:alpha val="0"/>
              </a:srgbClr>
            </a:solidFill>
            <a:prstDash val="solid"/>
          </a:ln>
        </p:spPr>
        <p:txBody>
          <a:bodyPr/>
          <a:lstStyle/>
          <a:p>
            <a:endParaRPr lang="en-US"/>
          </a:p>
        </p:txBody>
      </p:sp>
      <p:sp>
        <p:nvSpPr>
          <p:cNvPr id="4" name="Shape 2"/>
          <p:cNvSpPr/>
          <p:nvPr/>
        </p:nvSpPr>
        <p:spPr>
          <a:xfrm>
            <a:off x="20382990" y="0"/>
            <a:ext cx="4000400" cy="13716000"/>
          </a:xfrm>
          <a:prstGeom prst="rect">
            <a:avLst/>
          </a:prstGeom>
          <a:solidFill>
            <a:srgbClr val="F9B000"/>
          </a:solidFill>
          <a:ln w="12700">
            <a:solidFill>
              <a:srgbClr val="FFFFFF">
                <a:alpha val="0"/>
              </a:srgbClr>
            </a:solidFill>
            <a:prstDash val="solid"/>
          </a:ln>
        </p:spPr>
        <p:txBody>
          <a:bodyPr/>
          <a:lstStyle/>
          <a:p>
            <a:endParaRPr lang="en-US"/>
          </a:p>
        </p:txBody>
      </p:sp>
      <p:sp>
        <p:nvSpPr>
          <p:cNvPr id="5" name="Text 3"/>
          <p:cNvSpPr/>
          <p:nvPr/>
        </p:nvSpPr>
        <p:spPr>
          <a:xfrm>
            <a:off x="1714459" y="4286251"/>
            <a:ext cx="19216802" cy="164592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5400" b="1" dirty="0">
                <a:solidFill>
                  <a:srgbClr val="68BDF4"/>
                </a:solidFill>
                <a:latin typeface="Aptos Display" pitchFamily="34" charset="0"/>
                <a:ea typeface="Arial" pitchFamily="34" charset="-122"/>
                <a:cs typeface="Arial" pitchFamily="34" charset="-120"/>
              </a:rPr>
              <a:t>Primeiro intervalo</a:t>
            </a:r>
            <a:endParaRPr lang="en-US" sz="8700" dirty="0"/>
          </a:p>
        </p:txBody>
      </p:sp>
      <p:sp>
        <p:nvSpPr>
          <p:cNvPr id="6" name="Text 4"/>
          <p:cNvSpPr/>
          <p:nvPr/>
        </p:nvSpPr>
        <p:spPr>
          <a:xfrm>
            <a:off x="1752556" y="6191250"/>
            <a:ext cx="3016968" cy="64770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3600" b="1" dirty="0">
                <a:solidFill>
                  <a:srgbClr val="F9B000"/>
                </a:solidFill>
                <a:latin typeface="Aptos" pitchFamily="34" charset="0"/>
                <a:ea typeface="Arial" pitchFamily="34" charset="-122"/>
                <a:cs typeface="Arial" pitchFamily="34" charset="-120"/>
              </a:rPr>
              <a:t>20 minutos</a:t>
            </a:r>
            <a:endParaRPr lang="en-US" sz="4500" dirty="0"/>
          </a:p>
        </p:txBody>
      </p:sp>
      <p:sp>
        <p:nvSpPr>
          <p:cNvPr id="7" name="Shape 5"/>
          <p:cNvSpPr/>
          <p:nvPr/>
        </p:nvSpPr>
        <p:spPr>
          <a:xfrm>
            <a:off x="1752557" y="7239000"/>
            <a:ext cx="3524162" cy="114300"/>
          </a:xfrm>
          <a:prstGeom prst="rect">
            <a:avLst/>
          </a:prstGeom>
          <a:solidFill>
            <a:srgbClr val="F9B000"/>
          </a:solidFill>
          <a:ln w="12700">
            <a:solidFill>
              <a:srgbClr val="FFFFFF">
                <a:alpha val="0"/>
              </a:srgbClr>
            </a:solidFill>
            <a:prstDash val="solid"/>
          </a:ln>
        </p:spPr>
        <p:txBody>
          <a:bodyPr/>
          <a:lstStyle/>
          <a:p>
            <a:endParaRPr lang="en-US"/>
          </a:p>
        </p:txBody>
      </p:sp>
      <p:sp>
        <p:nvSpPr>
          <p:cNvPr id="8" name="TextBox 7"/>
          <p:cNvSpPr txBox="1"/>
          <p:nvPr/>
        </p:nvSpPr>
        <p:spPr>
          <a:xfrm>
            <a:off x="21214080" y="12344400"/>
            <a:ext cx="2286000" cy="502920"/>
          </a:xfrm>
          <a:prstGeom prst="rect">
            <a:avLst/>
          </a:prstGeom>
          <a:noFill/>
        </p:spPr>
        <p:txBody>
          <a:bodyPr wrap="none" lIns="0" tIns="0" rIns="0" bIns="0">
            <a:noAutofit/>
          </a:bodyPr>
          <a:lstStyle/>
          <a:p>
            <a:pPr>
              <a:lnSpc>
                <a:spcPct val="108000"/>
              </a:lnSpc>
              <a:spcBef>
                <a:spcPts val="0"/>
              </a:spcBef>
              <a:spcAft>
                <a:spcPts val="0"/>
              </a:spcAft>
            </a:pPr>
            <a:r>
              <a:rPr lang="en-US" sz="2200">
                <a:solidFill>
                  <a:srgbClr val="15243B"/>
                </a:solidFill>
                <a:latin typeface="Aptos"/>
              </a:rPr>
              <a:t>31 / 70</a:t>
            </a:r>
            <a:endParaRPr sz="2200">
              <a:solidFill>
                <a:srgbClr val="15243B"/>
              </a:solidFill>
              <a:latin typeface="Aptos"/>
            </a:endParaRP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hape 0"/>
          <p:cNvSpPr/>
          <p:nvPr/>
        </p:nvSpPr>
        <p:spPr>
          <a:xfrm>
            <a:off x="1" y="0"/>
            <a:ext cx="24383390" cy="13716000"/>
          </a:xfrm>
          <a:prstGeom prst="rect">
            <a:avLst/>
          </a:prstGeom>
          <a:solidFill>
            <a:srgbClr val="111C2D"/>
          </a:solidFill>
          <a:ln w="12700">
            <a:solidFill>
              <a:srgbClr val="FFFFFF">
                <a:alpha val="0"/>
              </a:srgbClr>
            </a:solidFill>
            <a:prstDash val="solid"/>
          </a:ln>
        </p:spPr>
        <p:txBody>
          <a:bodyPr/>
          <a:lstStyle/>
          <a:p>
            <a:endParaRPr lang="en-US"/>
          </a:p>
        </p:txBody>
      </p:sp>
      <p:sp>
        <p:nvSpPr>
          <p:cNvPr id="3" name="Shape 1"/>
          <p:cNvSpPr/>
          <p:nvPr/>
        </p:nvSpPr>
        <p:spPr>
          <a:xfrm>
            <a:off x="0" y="0"/>
            <a:ext cx="19811504" cy="1219200"/>
          </a:xfrm>
          <a:prstGeom prst="rect">
            <a:avLst/>
          </a:prstGeom>
          <a:solidFill>
            <a:srgbClr val="D9DCDF"/>
          </a:solidFill>
          <a:ln w="12700">
            <a:solidFill>
              <a:srgbClr val="FFFFFF">
                <a:alpha val="0"/>
              </a:srgbClr>
            </a:solidFill>
            <a:prstDash val="solid"/>
          </a:ln>
        </p:spPr>
        <p:txBody>
          <a:bodyPr/>
          <a:lstStyle/>
          <a:p>
            <a:endParaRPr lang="en-US"/>
          </a:p>
        </p:txBody>
      </p:sp>
      <p:sp>
        <p:nvSpPr>
          <p:cNvPr id="4" name="Shape 2"/>
          <p:cNvSpPr/>
          <p:nvPr/>
        </p:nvSpPr>
        <p:spPr>
          <a:xfrm>
            <a:off x="20382990" y="0"/>
            <a:ext cx="4000400" cy="13716000"/>
          </a:xfrm>
          <a:prstGeom prst="rect">
            <a:avLst/>
          </a:prstGeom>
          <a:solidFill>
            <a:srgbClr val="F9B000"/>
          </a:solidFill>
          <a:ln w="12700">
            <a:solidFill>
              <a:srgbClr val="FFFFFF">
                <a:alpha val="0"/>
              </a:srgbClr>
            </a:solidFill>
            <a:prstDash val="solid"/>
          </a:ln>
        </p:spPr>
        <p:txBody>
          <a:bodyPr/>
          <a:lstStyle/>
          <a:p>
            <a:endParaRPr lang="en-US"/>
          </a:p>
        </p:txBody>
      </p:sp>
      <p:sp>
        <p:nvSpPr>
          <p:cNvPr id="5" name="Text 3"/>
          <p:cNvSpPr/>
          <p:nvPr/>
        </p:nvSpPr>
        <p:spPr>
          <a:xfrm>
            <a:off x="1371567" y="1676401"/>
            <a:ext cx="17525562" cy="164592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5400" b="1" dirty="0">
                <a:solidFill>
                  <a:srgbClr val="68BDF4"/>
                </a:solidFill>
                <a:latin typeface="Aptos Display" pitchFamily="34" charset="0"/>
                <a:ea typeface="Arial" pitchFamily="34" charset="-122"/>
                <a:cs typeface="Arial" pitchFamily="34" charset="-120"/>
              </a:rPr>
              <a:t>Servidor 1: FastMCP e ciclo de vida</a:t>
            </a:r>
            <a:endParaRPr lang="en-US" sz="5700" dirty="0"/>
          </a:p>
        </p:txBody>
      </p:sp>
      <p:sp>
        <p:nvSpPr>
          <p:cNvPr id="6" name="Shape 4"/>
          <p:cNvSpPr/>
          <p:nvPr/>
        </p:nvSpPr>
        <p:spPr>
          <a:xfrm>
            <a:off x="1409665" y="3524250"/>
            <a:ext cx="12115800" cy="7810500"/>
          </a:xfrm>
          <a:prstGeom prst="rect">
            <a:avLst/>
          </a:prstGeom>
          <a:solidFill>
            <a:srgbClr val="0B2D5C"/>
          </a:solidFill>
          <a:ln w="12700">
            <a:solidFill>
              <a:srgbClr val="FFFFFF">
                <a:alpha val="0"/>
              </a:srgbClr>
            </a:solidFill>
            <a:prstDash val="solid"/>
          </a:ln>
        </p:spPr>
        <p:txBody>
          <a:bodyPr/>
          <a:lstStyle/>
          <a:p>
            <a:endParaRPr lang="en-US"/>
          </a:p>
        </p:txBody>
      </p:sp>
      <p:sp>
        <p:nvSpPr>
          <p:cNvPr id="7" name="Text 5"/>
          <p:cNvSpPr/>
          <p:nvPr/>
        </p:nvSpPr>
        <p:spPr>
          <a:xfrm>
            <a:off x="1783080" y="3767328"/>
            <a:ext cx="11567160" cy="7406640"/>
          </a:xfrm>
          <a:prstGeom prst="rect">
            <a:avLst/>
          </a:prstGeom>
          <a:noFill/>
          <a:ln/>
        </p:spPr>
        <p:txBody>
          <a:bodyPr wrap="non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from contextlib import asynccontextmanager</a:t>
            </a:r>
            <a:endParaRPr lang="en-US" sz="2600" dirty="0">
              <a:solidFill>
                <a:srgbClr val="F1F5F9"/>
              </a:solidFill>
              <a:latin typeface="Consolas" pitchFamily="34" charset="0"/>
              <a:ea typeface="Consolas" pitchFamily="34" charset="-122"/>
              <a:cs typeface="Consolas" pitchFamily="34" charset="-120"/>
            </a:endParaRP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from mcp.server.fastmcp import FastMCP</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@asynccontextmanager</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async def lifespan(server):</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ponte = PonteIPED()</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try:</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yield {"ponte": ponte,</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"audit_path": audit_path,</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"session_id": uuid4().hex,</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"sequence": 0}</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finally:</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ponte.close()</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mcp = FastMCP("iped", lifespan=lifespan)</a:t>
            </a:r>
          </a:p>
        </p:txBody>
      </p:sp>
      <p:sp>
        <p:nvSpPr>
          <p:cNvPr id="8" name="Shape 6"/>
          <p:cNvSpPr/>
          <p:nvPr/>
        </p:nvSpPr>
        <p:spPr>
          <a:xfrm>
            <a:off x="13620410" y="3524250"/>
            <a:ext cx="4952876" cy="1484412"/>
          </a:xfrm>
          <a:prstGeom prst="rect">
            <a:avLst/>
          </a:prstGeom>
          <a:solidFill>
            <a:srgbClr val="223147"/>
          </a:solidFill>
          <a:ln w="12700">
            <a:solidFill>
              <a:srgbClr val="FFFFFF">
                <a:alpha val="0"/>
              </a:srgbClr>
            </a:solidFill>
            <a:prstDash val="solid"/>
          </a:ln>
        </p:spPr>
        <p:txBody>
          <a:bodyPr/>
          <a:lstStyle/>
          <a:p>
            <a:endParaRPr lang="en-US"/>
          </a:p>
        </p:txBody>
      </p:sp>
      <p:sp>
        <p:nvSpPr>
          <p:cNvPr id="9" name="Shape 7"/>
          <p:cNvSpPr/>
          <p:nvPr/>
        </p:nvSpPr>
        <p:spPr>
          <a:xfrm>
            <a:off x="13687082" y="3524250"/>
            <a:ext cx="0" cy="1484412"/>
          </a:xfrm>
          <a:prstGeom prst="line">
            <a:avLst/>
          </a:prstGeom>
          <a:solidFill>
            <a:srgbClr val="111C2D">
              <a:alpha val="0"/>
            </a:srgbClr>
          </a:solidFill>
          <a:ln w="66675">
            <a:solidFill>
              <a:srgbClr val="F9B000"/>
            </a:solidFill>
            <a:prstDash val="solid"/>
          </a:ln>
        </p:spPr>
        <p:txBody>
          <a:bodyPr/>
          <a:lstStyle/>
          <a:p>
            <a:endParaRPr lang="en-US"/>
          </a:p>
        </p:txBody>
      </p:sp>
      <p:sp>
        <p:nvSpPr>
          <p:cNvPr id="10" name="Text 8"/>
          <p:cNvSpPr/>
          <p:nvPr/>
        </p:nvSpPr>
        <p:spPr>
          <a:xfrm>
            <a:off x="14096649" y="3867150"/>
            <a:ext cx="4133746" cy="41910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700" b="1" dirty="0">
                <a:solidFill>
                  <a:srgbClr val="F1F5F9"/>
                </a:solidFill>
                <a:latin typeface="Aptos" pitchFamily="34" charset="0"/>
                <a:ea typeface="Arial" pitchFamily="34" charset="-122"/>
                <a:cs typeface="Arial" pitchFamily="34" charset="-120"/>
              </a:rPr>
              <a:t>Início</a:t>
            </a:r>
            <a:endParaRPr lang="en-US" sz="2900" dirty="0"/>
          </a:p>
        </p:txBody>
      </p:sp>
      <p:sp>
        <p:nvSpPr>
          <p:cNvPr id="11" name="Text 9"/>
          <p:cNvSpPr/>
          <p:nvPr/>
        </p:nvSpPr>
        <p:spPr>
          <a:xfrm>
            <a:off x="14096649" y="4286250"/>
            <a:ext cx="4133746" cy="8229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300" dirty="0">
                <a:solidFill>
                  <a:srgbClr val="F1F5F9"/>
                </a:solidFill>
                <a:latin typeface="Aptos" pitchFamily="34" charset="0"/>
                <a:ea typeface="Arial" pitchFamily="34" charset="-122"/>
                <a:cs typeface="Arial" pitchFamily="34" charset="-120"/>
              </a:rPr>
              <a:t>Criar a ponte diretamente.</a:t>
            </a:r>
            <a:endParaRPr lang="en-US" sz="2300" dirty="0"/>
          </a:p>
        </p:txBody>
      </p:sp>
      <p:sp>
        <p:nvSpPr>
          <p:cNvPr id="12" name="Shape 10"/>
          <p:cNvSpPr/>
          <p:nvPr/>
        </p:nvSpPr>
        <p:spPr>
          <a:xfrm>
            <a:off x="13620410" y="5313462"/>
            <a:ext cx="4952876" cy="1484412"/>
          </a:xfrm>
          <a:prstGeom prst="rect">
            <a:avLst/>
          </a:prstGeom>
          <a:solidFill>
            <a:srgbClr val="223147"/>
          </a:solidFill>
          <a:ln w="12700">
            <a:solidFill>
              <a:srgbClr val="FFFFFF">
                <a:alpha val="0"/>
              </a:srgbClr>
            </a:solidFill>
            <a:prstDash val="solid"/>
          </a:ln>
        </p:spPr>
        <p:txBody>
          <a:bodyPr/>
          <a:lstStyle/>
          <a:p>
            <a:endParaRPr lang="en-US"/>
          </a:p>
        </p:txBody>
      </p:sp>
      <p:sp>
        <p:nvSpPr>
          <p:cNvPr id="13" name="Shape 11"/>
          <p:cNvSpPr/>
          <p:nvPr/>
        </p:nvSpPr>
        <p:spPr>
          <a:xfrm>
            <a:off x="13687082" y="5313462"/>
            <a:ext cx="0" cy="1484412"/>
          </a:xfrm>
          <a:prstGeom prst="line">
            <a:avLst/>
          </a:prstGeom>
          <a:solidFill>
            <a:srgbClr val="111C2D">
              <a:alpha val="0"/>
            </a:srgbClr>
          </a:solidFill>
          <a:ln w="66675">
            <a:solidFill>
              <a:srgbClr val="F9B000"/>
            </a:solidFill>
            <a:prstDash val="solid"/>
          </a:ln>
        </p:spPr>
        <p:txBody>
          <a:bodyPr/>
          <a:lstStyle/>
          <a:p>
            <a:endParaRPr lang="en-US"/>
          </a:p>
        </p:txBody>
      </p:sp>
      <p:sp>
        <p:nvSpPr>
          <p:cNvPr id="14" name="Text 12"/>
          <p:cNvSpPr/>
          <p:nvPr/>
        </p:nvSpPr>
        <p:spPr>
          <a:xfrm>
            <a:off x="14096649" y="5656362"/>
            <a:ext cx="4133746" cy="41910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700" b="1" dirty="0">
                <a:solidFill>
                  <a:srgbClr val="F1F5F9"/>
                </a:solidFill>
                <a:latin typeface="Aptos" pitchFamily="34" charset="0"/>
                <a:ea typeface="Arial" pitchFamily="34" charset="-122"/>
                <a:cs typeface="Arial" pitchFamily="34" charset="-120"/>
              </a:rPr>
              <a:t>Contexto</a:t>
            </a:r>
            <a:endParaRPr lang="en-US" sz="2900" dirty="0"/>
          </a:p>
        </p:txBody>
      </p:sp>
      <p:sp>
        <p:nvSpPr>
          <p:cNvPr id="15" name="Text 13"/>
          <p:cNvSpPr/>
          <p:nvPr/>
        </p:nvSpPr>
        <p:spPr>
          <a:xfrm>
            <a:off x="14096649" y="6075462"/>
            <a:ext cx="4133746" cy="8229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300" dirty="0">
                <a:solidFill>
                  <a:srgbClr val="F1F5F9"/>
                </a:solidFill>
                <a:latin typeface="Aptos" pitchFamily="34" charset="0"/>
                <a:ea typeface="Arial" pitchFamily="34" charset="-122"/>
                <a:cs typeface="Arial" pitchFamily="34" charset="-120"/>
              </a:rPr>
              <a:t>Ponte e registros da sessão.</a:t>
            </a:r>
            <a:endParaRPr lang="en-US" sz="2300" dirty="0"/>
          </a:p>
        </p:txBody>
      </p:sp>
      <p:sp>
        <p:nvSpPr>
          <p:cNvPr id="16" name="Shape 14"/>
          <p:cNvSpPr/>
          <p:nvPr/>
        </p:nvSpPr>
        <p:spPr>
          <a:xfrm>
            <a:off x="13620410" y="7102674"/>
            <a:ext cx="4952876" cy="1484412"/>
          </a:xfrm>
          <a:prstGeom prst="rect">
            <a:avLst/>
          </a:prstGeom>
          <a:solidFill>
            <a:srgbClr val="223147"/>
          </a:solidFill>
          <a:ln w="12700">
            <a:solidFill>
              <a:srgbClr val="FFFFFF">
                <a:alpha val="0"/>
              </a:srgbClr>
            </a:solidFill>
            <a:prstDash val="solid"/>
          </a:ln>
        </p:spPr>
        <p:txBody>
          <a:bodyPr/>
          <a:lstStyle/>
          <a:p>
            <a:endParaRPr lang="en-US"/>
          </a:p>
        </p:txBody>
      </p:sp>
      <p:sp>
        <p:nvSpPr>
          <p:cNvPr id="17" name="Shape 15"/>
          <p:cNvSpPr/>
          <p:nvPr/>
        </p:nvSpPr>
        <p:spPr>
          <a:xfrm>
            <a:off x="13687082" y="7102674"/>
            <a:ext cx="0" cy="1484412"/>
          </a:xfrm>
          <a:prstGeom prst="line">
            <a:avLst/>
          </a:prstGeom>
          <a:solidFill>
            <a:srgbClr val="111C2D">
              <a:alpha val="0"/>
            </a:srgbClr>
          </a:solidFill>
          <a:ln w="66675">
            <a:solidFill>
              <a:srgbClr val="F9B000"/>
            </a:solidFill>
            <a:prstDash val="solid"/>
          </a:ln>
        </p:spPr>
        <p:txBody>
          <a:bodyPr/>
          <a:lstStyle/>
          <a:p>
            <a:endParaRPr lang="en-US"/>
          </a:p>
        </p:txBody>
      </p:sp>
      <p:sp>
        <p:nvSpPr>
          <p:cNvPr id="18" name="Text 16"/>
          <p:cNvSpPr/>
          <p:nvPr/>
        </p:nvSpPr>
        <p:spPr>
          <a:xfrm>
            <a:off x="14096649" y="7445574"/>
            <a:ext cx="4133746" cy="41910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700" b="1" dirty="0">
                <a:solidFill>
                  <a:srgbClr val="F1F5F9"/>
                </a:solidFill>
                <a:latin typeface="Aptos" pitchFamily="34" charset="0"/>
                <a:ea typeface="Arial" pitchFamily="34" charset="-122"/>
                <a:cs typeface="Arial" pitchFamily="34" charset="-120"/>
              </a:rPr>
              <a:t>Reuso</a:t>
            </a:r>
            <a:endParaRPr lang="en-US" sz="2900" dirty="0"/>
          </a:p>
        </p:txBody>
      </p:sp>
      <p:sp>
        <p:nvSpPr>
          <p:cNvPr id="19" name="Text 17"/>
          <p:cNvSpPr/>
          <p:nvPr/>
        </p:nvSpPr>
        <p:spPr>
          <a:xfrm>
            <a:off x="14096649" y="7864674"/>
            <a:ext cx="4133746" cy="8229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300" dirty="0">
                <a:solidFill>
                  <a:srgbClr val="F1F5F9"/>
                </a:solidFill>
                <a:latin typeface="Aptos" pitchFamily="34" charset="0"/>
                <a:ea typeface="Arial" pitchFamily="34" charset="-122"/>
                <a:cs typeface="Arial" pitchFamily="34" charset="-120"/>
              </a:rPr>
              <a:t>Consultar o mesmo caso.</a:t>
            </a:r>
            <a:endParaRPr lang="en-US" sz="2300" dirty="0"/>
          </a:p>
        </p:txBody>
      </p:sp>
      <p:sp>
        <p:nvSpPr>
          <p:cNvPr id="20" name="Shape 18"/>
          <p:cNvSpPr/>
          <p:nvPr/>
        </p:nvSpPr>
        <p:spPr>
          <a:xfrm>
            <a:off x="13620410" y="8891886"/>
            <a:ext cx="4952876" cy="1484412"/>
          </a:xfrm>
          <a:prstGeom prst="rect">
            <a:avLst/>
          </a:prstGeom>
          <a:solidFill>
            <a:srgbClr val="223147"/>
          </a:solidFill>
          <a:ln w="12700">
            <a:solidFill>
              <a:srgbClr val="FFFFFF">
                <a:alpha val="0"/>
              </a:srgbClr>
            </a:solidFill>
            <a:prstDash val="solid"/>
          </a:ln>
        </p:spPr>
        <p:txBody>
          <a:bodyPr/>
          <a:lstStyle/>
          <a:p>
            <a:endParaRPr lang="en-US"/>
          </a:p>
        </p:txBody>
      </p:sp>
      <p:sp>
        <p:nvSpPr>
          <p:cNvPr id="21" name="Shape 19"/>
          <p:cNvSpPr/>
          <p:nvPr/>
        </p:nvSpPr>
        <p:spPr>
          <a:xfrm>
            <a:off x="13687082" y="8891886"/>
            <a:ext cx="0" cy="1484412"/>
          </a:xfrm>
          <a:prstGeom prst="line">
            <a:avLst/>
          </a:prstGeom>
          <a:solidFill>
            <a:srgbClr val="111C2D">
              <a:alpha val="0"/>
            </a:srgbClr>
          </a:solidFill>
          <a:ln w="66675">
            <a:solidFill>
              <a:srgbClr val="F9B000"/>
            </a:solidFill>
            <a:prstDash val="solid"/>
          </a:ln>
        </p:spPr>
        <p:txBody>
          <a:bodyPr/>
          <a:lstStyle/>
          <a:p>
            <a:endParaRPr lang="en-US"/>
          </a:p>
        </p:txBody>
      </p:sp>
      <p:sp>
        <p:nvSpPr>
          <p:cNvPr id="22" name="Text 20"/>
          <p:cNvSpPr/>
          <p:nvPr/>
        </p:nvSpPr>
        <p:spPr>
          <a:xfrm>
            <a:off x="14096649" y="9234786"/>
            <a:ext cx="4133746" cy="41910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700" b="1" dirty="0">
                <a:solidFill>
                  <a:srgbClr val="F1F5F9"/>
                </a:solidFill>
                <a:latin typeface="Aptos" pitchFamily="34" charset="0"/>
                <a:ea typeface="Arial" pitchFamily="34" charset="-122"/>
                <a:cs typeface="Arial" pitchFamily="34" charset="-120"/>
              </a:rPr>
              <a:t>Fim</a:t>
            </a:r>
            <a:endParaRPr lang="en-US" sz="2900" dirty="0"/>
          </a:p>
        </p:txBody>
      </p:sp>
      <p:sp>
        <p:nvSpPr>
          <p:cNvPr id="23" name="Text 21"/>
          <p:cNvSpPr/>
          <p:nvPr/>
        </p:nvSpPr>
        <p:spPr>
          <a:xfrm>
            <a:off x="14096649" y="9653886"/>
            <a:ext cx="4133746" cy="8229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300" dirty="0">
                <a:solidFill>
                  <a:srgbClr val="F1F5F9"/>
                </a:solidFill>
                <a:latin typeface="Aptos" pitchFamily="34" charset="0"/>
                <a:ea typeface="Arial" pitchFamily="34" charset="-122"/>
                <a:cs typeface="Arial" pitchFamily="34" charset="-120"/>
              </a:rPr>
              <a:t>Fechar a fonte no finally.</a:t>
            </a:r>
            <a:endParaRPr lang="en-US" sz="2300" dirty="0"/>
          </a:p>
        </p:txBody>
      </p:sp>
      <p:sp>
        <p:nvSpPr>
          <p:cNvPr id="24" name="Text 22"/>
          <p:cNvSpPr/>
          <p:nvPr/>
        </p:nvSpPr>
        <p:spPr>
          <a:xfrm>
            <a:off x="1409665" y="12687300"/>
            <a:ext cx="17373600" cy="5943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400" dirty="0">
                <a:solidFill>
                  <a:srgbClr val="F1F5F9"/>
                </a:solidFill>
                <a:latin typeface="Aptos" pitchFamily="34" charset="0"/>
                <a:ea typeface="Arial" pitchFamily="34" charset="-122"/>
                <a:cs typeface="Arial" pitchFamily="34" charset="-120"/>
              </a:rPr>
              <a:t>Recorte de create_server, em servidor_mcp.py.</a:t>
            </a:r>
            <a:endParaRPr lang="en-US" sz="2100" dirty="0"/>
          </a:p>
        </p:txBody>
      </p:sp>
      <p:sp>
        <p:nvSpPr>
          <p:cNvPr id="25" name="TextBox 24"/>
          <p:cNvSpPr txBox="1"/>
          <p:nvPr/>
        </p:nvSpPr>
        <p:spPr>
          <a:xfrm>
            <a:off x="21214080" y="12344400"/>
            <a:ext cx="2286000" cy="502920"/>
          </a:xfrm>
          <a:prstGeom prst="rect">
            <a:avLst/>
          </a:prstGeom>
          <a:noFill/>
        </p:spPr>
        <p:txBody>
          <a:bodyPr wrap="none" lIns="0" tIns="0" rIns="0" bIns="0">
            <a:noAutofit/>
          </a:bodyPr>
          <a:lstStyle/>
          <a:p>
            <a:pPr>
              <a:lnSpc>
                <a:spcPct val="108000"/>
              </a:lnSpc>
              <a:spcBef>
                <a:spcPts val="0"/>
              </a:spcBef>
              <a:spcAft>
                <a:spcPts val="0"/>
              </a:spcAft>
            </a:pPr>
            <a:r>
              <a:rPr lang="en-US" sz="2200">
                <a:solidFill>
                  <a:srgbClr val="15243B"/>
                </a:solidFill>
                <a:latin typeface="Aptos"/>
              </a:rPr>
              <a:t>32 / 70</a:t>
            </a:r>
            <a:endParaRPr sz="2200">
              <a:solidFill>
                <a:srgbClr val="15243B"/>
              </a:solidFill>
              <a:latin typeface="Aptos"/>
            </a:endParaRP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hape 0"/>
          <p:cNvSpPr/>
          <p:nvPr/>
        </p:nvSpPr>
        <p:spPr>
          <a:xfrm>
            <a:off x="1" y="0"/>
            <a:ext cx="24383390" cy="13716000"/>
          </a:xfrm>
          <a:prstGeom prst="rect">
            <a:avLst/>
          </a:prstGeom>
          <a:solidFill>
            <a:srgbClr val="111C2D"/>
          </a:solidFill>
          <a:ln w="12700">
            <a:solidFill>
              <a:srgbClr val="FFFFFF">
                <a:alpha val="0"/>
              </a:srgbClr>
            </a:solidFill>
            <a:prstDash val="solid"/>
          </a:ln>
        </p:spPr>
        <p:txBody>
          <a:bodyPr/>
          <a:lstStyle/>
          <a:p>
            <a:endParaRPr lang="en-US"/>
          </a:p>
        </p:txBody>
      </p:sp>
      <p:sp>
        <p:nvSpPr>
          <p:cNvPr id="3" name="Shape 1"/>
          <p:cNvSpPr/>
          <p:nvPr/>
        </p:nvSpPr>
        <p:spPr>
          <a:xfrm>
            <a:off x="0" y="0"/>
            <a:ext cx="19811504" cy="1219200"/>
          </a:xfrm>
          <a:prstGeom prst="rect">
            <a:avLst/>
          </a:prstGeom>
          <a:solidFill>
            <a:srgbClr val="D9DCDF"/>
          </a:solidFill>
          <a:ln w="12700">
            <a:solidFill>
              <a:srgbClr val="FFFFFF">
                <a:alpha val="0"/>
              </a:srgbClr>
            </a:solidFill>
            <a:prstDash val="solid"/>
          </a:ln>
        </p:spPr>
        <p:txBody>
          <a:bodyPr/>
          <a:lstStyle/>
          <a:p>
            <a:endParaRPr lang="en-US"/>
          </a:p>
        </p:txBody>
      </p:sp>
      <p:sp>
        <p:nvSpPr>
          <p:cNvPr id="4" name="Shape 2"/>
          <p:cNvSpPr/>
          <p:nvPr/>
        </p:nvSpPr>
        <p:spPr>
          <a:xfrm>
            <a:off x="20382990" y="0"/>
            <a:ext cx="4000400" cy="13716000"/>
          </a:xfrm>
          <a:prstGeom prst="rect">
            <a:avLst/>
          </a:prstGeom>
          <a:solidFill>
            <a:srgbClr val="F9B000"/>
          </a:solidFill>
          <a:ln w="12700">
            <a:solidFill>
              <a:srgbClr val="FFFFFF">
                <a:alpha val="0"/>
              </a:srgbClr>
            </a:solidFill>
            <a:prstDash val="solid"/>
          </a:ln>
        </p:spPr>
        <p:txBody>
          <a:bodyPr/>
          <a:lstStyle/>
          <a:p>
            <a:endParaRPr lang="en-US"/>
          </a:p>
        </p:txBody>
      </p:sp>
      <p:sp>
        <p:nvSpPr>
          <p:cNvPr id="5" name="Text 3"/>
          <p:cNvSpPr/>
          <p:nvPr/>
        </p:nvSpPr>
        <p:spPr>
          <a:xfrm>
            <a:off x="1371567" y="1676401"/>
            <a:ext cx="17525562" cy="164592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5400" b="1" dirty="0">
                <a:solidFill>
                  <a:srgbClr val="68BDF4"/>
                </a:solidFill>
                <a:latin typeface="Aptos Display" pitchFamily="34" charset="0"/>
                <a:ea typeface="Arial" pitchFamily="34" charset="-122"/>
                <a:cs typeface="Arial" pitchFamily="34" charset="-120"/>
              </a:rPr>
              <a:t>Servidor 2: consulta direta</a:t>
            </a:r>
            <a:endParaRPr lang="en-US" sz="5700" dirty="0"/>
          </a:p>
        </p:txBody>
      </p:sp>
      <p:sp>
        <p:nvSpPr>
          <p:cNvPr id="6" name="Shape 4"/>
          <p:cNvSpPr/>
          <p:nvPr/>
        </p:nvSpPr>
        <p:spPr>
          <a:xfrm>
            <a:off x="1409665" y="3524250"/>
            <a:ext cx="12115800" cy="7810500"/>
          </a:xfrm>
          <a:prstGeom prst="rect">
            <a:avLst/>
          </a:prstGeom>
          <a:solidFill>
            <a:srgbClr val="0B2D5C"/>
          </a:solidFill>
          <a:ln w="12700">
            <a:solidFill>
              <a:srgbClr val="FFFFFF">
                <a:alpha val="0"/>
              </a:srgbClr>
            </a:solidFill>
            <a:prstDash val="solid"/>
          </a:ln>
        </p:spPr>
        <p:txBody>
          <a:bodyPr/>
          <a:lstStyle/>
          <a:p>
            <a:endParaRPr lang="en-US"/>
          </a:p>
        </p:txBody>
      </p:sp>
      <p:sp>
        <p:nvSpPr>
          <p:cNvPr id="7" name="Text 5"/>
          <p:cNvSpPr/>
          <p:nvPr/>
        </p:nvSpPr>
        <p:spPr>
          <a:xfrm>
            <a:off x="1783080" y="3767328"/>
            <a:ext cx="11567160" cy="7406640"/>
          </a:xfrm>
          <a:prstGeom prst="rect">
            <a:avLst/>
          </a:prstGeom>
          <a:noFill/>
          <a:ln/>
        </p:spPr>
        <p:txBody>
          <a:bodyPr wrap="non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def get_ponte(ctx):</a:t>
            </a:r>
            <a:endParaRPr lang="en-US" sz="2600" dirty="0">
              <a:solidFill>
                <a:srgbClr val="F1F5F9"/>
              </a:solidFill>
              <a:latin typeface="Consolas" pitchFamily="34" charset="0"/>
              <a:ea typeface="Consolas" pitchFamily="34" charset="-122"/>
              <a:cs typeface="Consolas" pitchFamily="34" charset="-120"/>
            </a:endParaRP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return ctx.request_context \</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.lifespan_context["ponte"]</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@mcp.tool(annotations=annotations)</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async def buscar_itens(ctx: Context,</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query: str, offset: int = 0,</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limit: int = 20, categoria: str | None = None</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-&gt; dict[str, Any]:</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args = dict(query=query,</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offset=offset, limit=limit,</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categoria=categoria)</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with registrar(ctx, "search", args) as result:</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result["data"] = get_ponte(ctx).search(</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query, offset, limit, categoria)</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return result</a:t>
            </a:r>
          </a:p>
        </p:txBody>
      </p:sp>
      <p:sp>
        <p:nvSpPr>
          <p:cNvPr id="8" name="Shape 6"/>
          <p:cNvSpPr/>
          <p:nvPr/>
        </p:nvSpPr>
        <p:spPr>
          <a:xfrm>
            <a:off x="13620410" y="3524250"/>
            <a:ext cx="4952876" cy="1484412"/>
          </a:xfrm>
          <a:prstGeom prst="rect">
            <a:avLst/>
          </a:prstGeom>
          <a:solidFill>
            <a:srgbClr val="223147"/>
          </a:solidFill>
          <a:ln w="12700">
            <a:solidFill>
              <a:srgbClr val="FFFFFF">
                <a:alpha val="0"/>
              </a:srgbClr>
            </a:solidFill>
            <a:prstDash val="solid"/>
          </a:ln>
        </p:spPr>
        <p:txBody>
          <a:bodyPr/>
          <a:lstStyle/>
          <a:p>
            <a:endParaRPr lang="en-US"/>
          </a:p>
        </p:txBody>
      </p:sp>
      <p:sp>
        <p:nvSpPr>
          <p:cNvPr id="9" name="Shape 7"/>
          <p:cNvSpPr/>
          <p:nvPr/>
        </p:nvSpPr>
        <p:spPr>
          <a:xfrm>
            <a:off x="13687082" y="3524250"/>
            <a:ext cx="0" cy="1484412"/>
          </a:xfrm>
          <a:prstGeom prst="line">
            <a:avLst/>
          </a:prstGeom>
          <a:solidFill>
            <a:srgbClr val="111C2D">
              <a:alpha val="0"/>
            </a:srgbClr>
          </a:solidFill>
          <a:ln w="66675">
            <a:solidFill>
              <a:srgbClr val="F9B000"/>
            </a:solidFill>
            <a:prstDash val="solid"/>
          </a:ln>
        </p:spPr>
        <p:txBody>
          <a:bodyPr/>
          <a:lstStyle/>
          <a:p>
            <a:endParaRPr lang="en-US"/>
          </a:p>
        </p:txBody>
      </p:sp>
      <p:sp>
        <p:nvSpPr>
          <p:cNvPr id="10" name="Text 8"/>
          <p:cNvSpPr/>
          <p:nvPr/>
        </p:nvSpPr>
        <p:spPr>
          <a:xfrm>
            <a:off x="14096649" y="3867150"/>
            <a:ext cx="4133746" cy="41910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700" b="1" dirty="0">
                <a:solidFill>
                  <a:srgbClr val="F1F5F9"/>
                </a:solidFill>
                <a:latin typeface="Aptos" pitchFamily="34" charset="0"/>
                <a:ea typeface="Arial" pitchFamily="34" charset="-122"/>
                <a:cs typeface="Arial" pitchFamily="34" charset="-120"/>
              </a:rPr>
              <a:t>Ponte</a:t>
            </a:r>
            <a:endParaRPr lang="en-US" sz="2900" dirty="0"/>
          </a:p>
        </p:txBody>
      </p:sp>
      <p:sp>
        <p:nvSpPr>
          <p:cNvPr id="11" name="Text 9"/>
          <p:cNvSpPr/>
          <p:nvPr/>
        </p:nvSpPr>
        <p:spPr>
          <a:xfrm>
            <a:off x="14096649" y="4286250"/>
            <a:ext cx="4133746" cy="8229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300" dirty="0">
                <a:solidFill>
                  <a:srgbClr val="F1F5F9"/>
                </a:solidFill>
                <a:latin typeface="Aptos" pitchFamily="34" charset="0"/>
                <a:ea typeface="Arial" pitchFamily="34" charset="-122"/>
                <a:cs typeface="Arial" pitchFamily="34" charset="-120"/>
              </a:rPr>
              <a:t>Objeto aberto no lifespan.</a:t>
            </a:r>
            <a:endParaRPr lang="en-US" sz="2300" dirty="0"/>
          </a:p>
        </p:txBody>
      </p:sp>
      <p:sp>
        <p:nvSpPr>
          <p:cNvPr id="12" name="Shape 10"/>
          <p:cNvSpPr/>
          <p:nvPr/>
        </p:nvSpPr>
        <p:spPr>
          <a:xfrm>
            <a:off x="13620410" y="5313462"/>
            <a:ext cx="4952876" cy="1484412"/>
          </a:xfrm>
          <a:prstGeom prst="rect">
            <a:avLst/>
          </a:prstGeom>
          <a:solidFill>
            <a:srgbClr val="223147"/>
          </a:solidFill>
          <a:ln w="12700">
            <a:solidFill>
              <a:srgbClr val="FFFFFF">
                <a:alpha val="0"/>
              </a:srgbClr>
            </a:solidFill>
            <a:prstDash val="solid"/>
          </a:ln>
        </p:spPr>
        <p:txBody>
          <a:bodyPr/>
          <a:lstStyle/>
          <a:p>
            <a:endParaRPr lang="en-US"/>
          </a:p>
        </p:txBody>
      </p:sp>
      <p:sp>
        <p:nvSpPr>
          <p:cNvPr id="13" name="Shape 11"/>
          <p:cNvSpPr/>
          <p:nvPr/>
        </p:nvSpPr>
        <p:spPr>
          <a:xfrm>
            <a:off x="13687082" y="5313462"/>
            <a:ext cx="0" cy="1484412"/>
          </a:xfrm>
          <a:prstGeom prst="line">
            <a:avLst/>
          </a:prstGeom>
          <a:solidFill>
            <a:srgbClr val="111C2D">
              <a:alpha val="0"/>
            </a:srgbClr>
          </a:solidFill>
          <a:ln w="66675">
            <a:solidFill>
              <a:srgbClr val="F9B000"/>
            </a:solidFill>
            <a:prstDash val="solid"/>
          </a:ln>
        </p:spPr>
        <p:txBody>
          <a:bodyPr/>
          <a:lstStyle/>
          <a:p>
            <a:endParaRPr lang="en-US"/>
          </a:p>
        </p:txBody>
      </p:sp>
      <p:sp>
        <p:nvSpPr>
          <p:cNvPr id="14" name="Text 12"/>
          <p:cNvSpPr/>
          <p:nvPr/>
        </p:nvSpPr>
        <p:spPr>
          <a:xfrm>
            <a:off x="14096649" y="5656362"/>
            <a:ext cx="4133746" cy="41910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700" b="1" dirty="0">
                <a:solidFill>
                  <a:srgbClr val="F1F5F9"/>
                </a:solidFill>
                <a:latin typeface="Aptos" pitchFamily="34" charset="0"/>
                <a:ea typeface="Arial" pitchFamily="34" charset="-122"/>
                <a:cs typeface="Arial" pitchFamily="34" charset="-120"/>
              </a:rPr>
              <a:t>Chamada</a:t>
            </a:r>
            <a:endParaRPr lang="en-US" sz="2900" dirty="0"/>
          </a:p>
        </p:txBody>
      </p:sp>
      <p:sp>
        <p:nvSpPr>
          <p:cNvPr id="15" name="Text 13"/>
          <p:cNvSpPr/>
          <p:nvPr/>
        </p:nvSpPr>
        <p:spPr>
          <a:xfrm>
            <a:off x="14096649" y="6075462"/>
            <a:ext cx="4133746" cy="8229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300" dirty="0">
                <a:solidFill>
                  <a:srgbClr val="F1F5F9"/>
                </a:solidFill>
                <a:latin typeface="Aptos" pitchFamily="34" charset="0"/>
                <a:ea typeface="Arial" pitchFamily="34" charset="-122"/>
                <a:cs typeface="Arial" pitchFamily="34" charset="-120"/>
              </a:rPr>
              <a:t>Invocação direta de search.</a:t>
            </a:r>
            <a:endParaRPr lang="en-US" sz="2300" dirty="0"/>
          </a:p>
        </p:txBody>
      </p:sp>
      <p:sp>
        <p:nvSpPr>
          <p:cNvPr id="16" name="Shape 14"/>
          <p:cNvSpPr/>
          <p:nvPr/>
        </p:nvSpPr>
        <p:spPr>
          <a:xfrm>
            <a:off x="13620410" y="7102674"/>
            <a:ext cx="4952876" cy="1484412"/>
          </a:xfrm>
          <a:prstGeom prst="rect">
            <a:avLst/>
          </a:prstGeom>
          <a:solidFill>
            <a:srgbClr val="223147"/>
          </a:solidFill>
          <a:ln w="12700">
            <a:solidFill>
              <a:srgbClr val="FFFFFF">
                <a:alpha val="0"/>
              </a:srgbClr>
            </a:solidFill>
            <a:prstDash val="solid"/>
          </a:ln>
        </p:spPr>
        <p:txBody>
          <a:bodyPr/>
          <a:lstStyle/>
          <a:p>
            <a:endParaRPr lang="en-US"/>
          </a:p>
        </p:txBody>
      </p:sp>
      <p:sp>
        <p:nvSpPr>
          <p:cNvPr id="17" name="Shape 15"/>
          <p:cNvSpPr/>
          <p:nvPr/>
        </p:nvSpPr>
        <p:spPr>
          <a:xfrm>
            <a:off x="13687082" y="7102674"/>
            <a:ext cx="0" cy="1484412"/>
          </a:xfrm>
          <a:prstGeom prst="line">
            <a:avLst/>
          </a:prstGeom>
          <a:solidFill>
            <a:srgbClr val="111C2D">
              <a:alpha val="0"/>
            </a:srgbClr>
          </a:solidFill>
          <a:ln w="66675">
            <a:solidFill>
              <a:srgbClr val="F9B000"/>
            </a:solidFill>
            <a:prstDash val="solid"/>
          </a:ln>
        </p:spPr>
        <p:txBody>
          <a:bodyPr/>
          <a:lstStyle/>
          <a:p>
            <a:endParaRPr lang="en-US"/>
          </a:p>
        </p:txBody>
      </p:sp>
      <p:sp>
        <p:nvSpPr>
          <p:cNvPr id="18" name="Text 16"/>
          <p:cNvSpPr/>
          <p:nvPr/>
        </p:nvSpPr>
        <p:spPr>
          <a:xfrm>
            <a:off x="14096649" y="7445574"/>
            <a:ext cx="4133746" cy="41910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700" b="1" dirty="0">
                <a:solidFill>
                  <a:srgbClr val="F1F5F9"/>
                </a:solidFill>
                <a:latin typeface="Aptos" pitchFamily="34" charset="0"/>
                <a:ea typeface="Arial" pitchFamily="34" charset="-122"/>
                <a:cs typeface="Arial" pitchFamily="34" charset="-120"/>
              </a:rPr>
              <a:t>Registro</a:t>
            </a:r>
            <a:endParaRPr lang="en-US" sz="2900" dirty="0"/>
          </a:p>
        </p:txBody>
      </p:sp>
      <p:sp>
        <p:nvSpPr>
          <p:cNvPr id="19" name="Text 17"/>
          <p:cNvSpPr/>
          <p:nvPr/>
        </p:nvSpPr>
        <p:spPr>
          <a:xfrm>
            <a:off x="14096649" y="7864674"/>
            <a:ext cx="4133746" cy="8229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300" dirty="0">
                <a:solidFill>
                  <a:srgbClr val="F1F5F9"/>
                </a:solidFill>
                <a:latin typeface="Aptos" pitchFamily="34" charset="0"/>
                <a:ea typeface="Arial" pitchFamily="34" charset="-122"/>
                <a:cs typeface="Arial" pitchFamily="34" charset="-120"/>
              </a:rPr>
              <a:t>Helper conserva resultado e erro.</a:t>
            </a:r>
            <a:endParaRPr lang="en-US" sz="2300" dirty="0"/>
          </a:p>
        </p:txBody>
      </p:sp>
      <p:sp>
        <p:nvSpPr>
          <p:cNvPr id="20" name="Shape 18"/>
          <p:cNvSpPr/>
          <p:nvPr/>
        </p:nvSpPr>
        <p:spPr>
          <a:xfrm>
            <a:off x="13620410" y="8891886"/>
            <a:ext cx="4952876" cy="1484412"/>
          </a:xfrm>
          <a:prstGeom prst="rect">
            <a:avLst/>
          </a:prstGeom>
          <a:solidFill>
            <a:srgbClr val="223147"/>
          </a:solidFill>
          <a:ln w="12700">
            <a:solidFill>
              <a:srgbClr val="FFFFFF">
                <a:alpha val="0"/>
              </a:srgbClr>
            </a:solidFill>
            <a:prstDash val="solid"/>
          </a:ln>
        </p:spPr>
        <p:txBody>
          <a:bodyPr/>
          <a:lstStyle/>
          <a:p>
            <a:endParaRPr lang="en-US"/>
          </a:p>
        </p:txBody>
      </p:sp>
      <p:sp>
        <p:nvSpPr>
          <p:cNvPr id="21" name="Shape 19"/>
          <p:cNvSpPr/>
          <p:nvPr/>
        </p:nvSpPr>
        <p:spPr>
          <a:xfrm>
            <a:off x="13687082" y="8891886"/>
            <a:ext cx="0" cy="1484412"/>
          </a:xfrm>
          <a:prstGeom prst="line">
            <a:avLst/>
          </a:prstGeom>
          <a:solidFill>
            <a:srgbClr val="111C2D">
              <a:alpha val="0"/>
            </a:srgbClr>
          </a:solidFill>
          <a:ln w="66675">
            <a:solidFill>
              <a:srgbClr val="F9B000"/>
            </a:solidFill>
            <a:prstDash val="solid"/>
          </a:ln>
        </p:spPr>
        <p:txBody>
          <a:bodyPr/>
          <a:lstStyle/>
          <a:p>
            <a:endParaRPr lang="en-US"/>
          </a:p>
        </p:txBody>
      </p:sp>
      <p:sp>
        <p:nvSpPr>
          <p:cNvPr id="22" name="Text 20"/>
          <p:cNvSpPr/>
          <p:nvPr/>
        </p:nvSpPr>
        <p:spPr>
          <a:xfrm>
            <a:off x="14096649" y="9234786"/>
            <a:ext cx="4133746" cy="41910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700" b="1" dirty="0">
                <a:solidFill>
                  <a:srgbClr val="F1F5F9"/>
                </a:solidFill>
                <a:latin typeface="Aptos" pitchFamily="34" charset="0"/>
                <a:ea typeface="Arial" pitchFamily="34" charset="-122"/>
                <a:cs typeface="Arial" pitchFamily="34" charset="-120"/>
              </a:rPr>
              <a:t>Espera</a:t>
            </a:r>
            <a:endParaRPr lang="en-US" sz="2900" dirty="0"/>
          </a:p>
        </p:txBody>
      </p:sp>
      <p:sp>
        <p:nvSpPr>
          <p:cNvPr id="23" name="Text 21"/>
          <p:cNvSpPr/>
          <p:nvPr/>
        </p:nvSpPr>
        <p:spPr>
          <a:xfrm>
            <a:off x="14096649" y="9653886"/>
            <a:ext cx="4133746" cy="8229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300" dirty="0">
                <a:solidFill>
                  <a:srgbClr val="F1F5F9"/>
                </a:solidFill>
                <a:latin typeface="Aptos" pitchFamily="34" charset="0"/>
                <a:ea typeface="Arial" pitchFamily="34" charset="-122"/>
                <a:cs typeface="Arial" pitchFamily="34" charset="-120"/>
              </a:rPr>
              <a:t>A chamada Java é bloqueante.</a:t>
            </a:r>
            <a:endParaRPr lang="en-US" sz="2300" dirty="0"/>
          </a:p>
        </p:txBody>
      </p:sp>
      <p:sp>
        <p:nvSpPr>
          <p:cNvPr id="24" name="Text 22"/>
          <p:cNvSpPr/>
          <p:nvPr/>
        </p:nvSpPr>
        <p:spPr>
          <a:xfrm>
            <a:off x="1409665" y="12687300"/>
            <a:ext cx="17373600" cy="5943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400" dirty="0">
                <a:solidFill>
                  <a:srgbClr val="F1F5F9"/>
                </a:solidFill>
                <a:latin typeface="Aptos" pitchFamily="34" charset="0"/>
                <a:ea typeface="Arial" pitchFamily="34" charset="-122"/>
                <a:cs typeface="Arial" pitchFamily="34" charset="-120"/>
              </a:rPr>
              <a:t>Assinatura abreviada. O schema completo inclui limites e categoria opcional.</a:t>
            </a:r>
            <a:endParaRPr lang="en-US" sz="2100" dirty="0"/>
          </a:p>
        </p:txBody>
      </p:sp>
      <p:sp>
        <p:nvSpPr>
          <p:cNvPr id="25" name="TextBox 24"/>
          <p:cNvSpPr txBox="1"/>
          <p:nvPr/>
        </p:nvSpPr>
        <p:spPr>
          <a:xfrm>
            <a:off x="21214080" y="12344400"/>
            <a:ext cx="2286000" cy="502920"/>
          </a:xfrm>
          <a:prstGeom prst="rect">
            <a:avLst/>
          </a:prstGeom>
          <a:noFill/>
        </p:spPr>
        <p:txBody>
          <a:bodyPr wrap="none" lIns="0" tIns="0" rIns="0" bIns="0">
            <a:noAutofit/>
          </a:bodyPr>
          <a:lstStyle/>
          <a:p>
            <a:pPr>
              <a:lnSpc>
                <a:spcPct val="108000"/>
              </a:lnSpc>
              <a:spcBef>
                <a:spcPts val="0"/>
              </a:spcBef>
              <a:spcAft>
                <a:spcPts val="0"/>
              </a:spcAft>
            </a:pPr>
            <a:r>
              <a:rPr lang="en-US" sz="2200">
                <a:solidFill>
                  <a:srgbClr val="15243B"/>
                </a:solidFill>
                <a:latin typeface="Aptos"/>
              </a:rPr>
              <a:t>33 / 70</a:t>
            </a:r>
            <a:endParaRPr sz="2200">
              <a:solidFill>
                <a:srgbClr val="15243B"/>
              </a:solidFill>
              <a:latin typeface="Aptos"/>
            </a:endParaRP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hape 0"/>
          <p:cNvSpPr/>
          <p:nvPr/>
        </p:nvSpPr>
        <p:spPr>
          <a:xfrm>
            <a:off x="1" y="0"/>
            <a:ext cx="24383390" cy="13716000"/>
          </a:xfrm>
          <a:prstGeom prst="rect">
            <a:avLst/>
          </a:prstGeom>
          <a:solidFill>
            <a:srgbClr val="111C2D"/>
          </a:solidFill>
          <a:ln w="12700">
            <a:solidFill>
              <a:srgbClr val="FFFFFF">
                <a:alpha val="0"/>
              </a:srgbClr>
            </a:solidFill>
            <a:prstDash val="solid"/>
          </a:ln>
        </p:spPr>
        <p:txBody>
          <a:bodyPr/>
          <a:lstStyle/>
          <a:p>
            <a:endParaRPr lang="en-US"/>
          </a:p>
        </p:txBody>
      </p:sp>
      <p:sp>
        <p:nvSpPr>
          <p:cNvPr id="3" name="Shape 1"/>
          <p:cNvSpPr/>
          <p:nvPr/>
        </p:nvSpPr>
        <p:spPr>
          <a:xfrm>
            <a:off x="0" y="0"/>
            <a:ext cx="19811504" cy="1219200"/>
          </a:xfrm>
          <a:prstGeom prst="rect">
            <a:avLst/>
          </a:prstGeom>
          <a:solidFill>
            <a:srgbClr val="D9DCDF"/>
          </a:solidFill>
          <a:ln w="12700">
            <a:solidFill>
              <a:srgbClr val="FFFFFF">
                <a:alpha val="0"/>
              </a:srgbClr>
            </a:solidFill>
            <a:prstDash val="solid"/>
          </a:ln>
        </p:spPr>
        <p:txBody>
          <a:bodyPr/>
          <a:lstStyle/>
          <a:p>
            <a:endParaRPr lang="en-US"/>
          </a:p>
        </p:txBody>
      </p:sp>
      <p:sp>
        <p:nvSpPr>
          <p:cNvPr id="4" name="Shape 2"/>
          <p:cNvSpPr/>
          <p:nvPr/>
        </p:nvSpPr>
        <p:spPr>
          <a:xfrm>
            <a:off x="20382990" y="0"/>
            <a:ext cx="4000400" cy="13716000"/>
          </a:xfrm>
          <a:prstGeom prst="rect">
            <a:avLst/>
          </a:prstGeom>
          <a:solidFill>
            <a:srgbClr val="F9B000"/>
          </a:solidFill>
          <a:ln w="12700">
            <a:solidFill>
              <a:srgbClr val="FFFFFF">
                <a:alpha val="0"/>
              </a:srgbClr>
            </a:solidFill>
            <a:prstDash val="solid"/>
          </a:ln>
        </p:spPr>
        <p:txBody>
          <a:bodyPr/>
          <a:lstStyle/>
          <a:p>
            <a:endParaRPr lang="en-US"/>
          </a:p>
        </p:txBody>
      </p:sp>
      <p:sp>
        <p:nvSpPr>
          <p:cNvPr id="5" name="Text 3"/>
          <p:cNvSpPr/>
          <p:nvPr/>
        </p:nvSpPr>
        <p:spPr>
          <a:xfrm>
            <a:off x="1371567" y="1676401"/>
            <a:ext cx="17525562" cy="164592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5400" b="1" dirty="0">
                <a:solidFill>
                  <a:srgbClr val="68BDF4"/>
                </a:solidFill>
                <a:latin typeface="Aptos Display" pitchFamily="34" charset="0"/>
                <a:ea typeface="Arial" pitchFamily="34" charset="-122"/>
                <a:cs typeface="Arial" pitchFamily="34" charset="-120"/>
              </a:rPr>
              <a:t>Servidor 3: identificação do caso</a:t>
            </a:r>
            <a:endParaRPr lang="en-US" sz="5700" dirty="0"/>
          </a:p>
        </p:txBody>
      </p:sp>
      <p:sp>
        <p:nvSpPr>
          <p:cNvPr id="6" name="Shape 4"/>
          <p:cNvSpPr/>
          <p:nvPr/>
        </p:nvSpPr>
        <p:spPr>
          <a:xfrm>
            <a:off x="1409665" y="3524250"/>
            <a:ext cx="12115800" cy="7810500"/>
          </a:xfrm>
          <a:prstGeom prst="rect">
            <a:avLst/>
          </a:prstGeom>
          <a:solidFill>
            <a:srgbClr val="0B2D5C"/>
          </a:solidFill>
          <a:ln w="12700">
            <a:solidFill>
              <a:srgbClr val="FFFFFF">
                <a:alpha val="0"/>
              </a:srgbClr>
            </a:solidFill>
            <a:prstDash val="solid"/>
          </a:ln>
        </p:spPr>
        <p:txBody>
          <a:bodyPr/>
          <a:lstStyle/>
          <a:p>
            <a:endParaRPr lang="en-US"/>
          </a:p>
        </p:txBody>
      </p:sp>
      <p:sp>
        <p:nvSpPr>
          <p:cNvPr id="7" name="Text 5"/>
          <p:cNvSpPr/>
          <p:nvPr/>
        </p:nvSpPr>
        <p:spPr>
          <a:xfrm>
            <a:off x="1783080" y="3767328"/>
            <a:ext cx="11567160" cy="7406640"/>
          </a:xfrm>
          <a:prstGeom prst="rect">
            <a:avLst/>
          </a:prstGeom>
          <a:noFill/>
          <a:ln/>
        </p:spPr>
        <p:txBody>
          <a:bodyPr wrap="non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a:t>
            </a:r>
            <a:endParaRPr lang="en-US" sz="2600" dirty="0">
              <a:solidFill>
                <a:srgbClr val="F1F5F9"/>
              </a:solidFill>
              <a:latin typeface="Consolas" pitchFamily="34" charset="0"/>
              <a:ea typeface="Consolas" pitchFamily="34" charset="-122"/>
              <a:cs typeface="Consolas" pitchFamily="34" charset="-120"/>
            </a:endParaRP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"case_label": "AURORA_FORMATOS",</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"total_items": 17,</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"category_count": 14,</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"categories": [</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{"name": "Documents", "item_count": 3},</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{"name": "PDF Documents", "item_count": 1},</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{"name": "Plain Texts", "item_count": 8}</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"category_counting":</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"unique_items_including_subcategories"</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a:t>
            </a:r>
          </a:p>
        </p:txBody>
      </p:sp>
      <p:sp>
        <p:nvSpPr>
          <p:cNvPr id="8" name="Shape 6"/>
          <p:cNvSpPr/>
          <p:nvPr/>
        </p:nvSpPr>
        <p:spPr>
          <a:xfrm>
            <a:off x="13620410" y="3524250"/>
            <a:ext cx="4952876" cy="1484412"/>
          </a:xfrm>
          <a:prstGeom prst="rect">
            <a:avLst/>
          </a:prstGeom>
          <a:solidFill>
            <a:srgbClr val="223147"/>
          </a:solidFill>
          <a:ln w="12700">
            <a:solidFill>
              <a:srgbClr val="FFFFFF">
                <a:alpha val="0"/>
              </a:srgbClr>
            </a:solidFill>
            <a:prstDash val="solid"/>
          </a:ln>
        </p:spPr>
        <p:txBody>
          <a:bodyPr/>
          <a:lstStyle/>
          <a:p>
            <a:endParaRPr lang="en-US"/>
          </a:p>
        </p:txBody>
      </p:sp>
      <p:sp>
        <p:nvSpPr>
          <p:cNvPr id="9" name="Shape 7"/>
          <p:cNvSpPr/>
          <p:nvPr/>
        </p:nvSpPr>
        <p:spPr>
          <a:xfrm>
            <a:off x="13687082" y="3524250"/>
            <a:ext cx="0" cy="1484412"/>
          </a:xfrm>
          <a:prstGeom prst="line">
            <a:avLst/>
          </a:prstGeom>
          <a:solidFill>
            <a:srgbClr val="111C2D">
              <a:alpha val="0"/>
            </a:srgbClr>
          </a:solidFill>
          <a:ln w="66675">
            <a:solidFill>
              <a:srgbClr val="F9B000"/>
            </a:solidFill>
            <a:prstDash val="solid"/>
          </a:ln>
        </p:spPr>
        <p:txBody>
          <a:bodyPr/>
          <a:lstStyle/>
          <a:p>
            <a:endParaRPr lang="en-US"/>
          </a:p>
        </p:txBody>
      </p:sp>
      <p:sp>
        <p:nvSpPr>
          <p:cNvPr id="10" name="Text 8"/>
          <p:cNvSpPr/>
          <p:nvPr/>
        </p:nvSpPr>
        <p:spPr>
          <a:xfrm>
            <a:off x="14096649" y="3867150"/>
            <a:ext cx="4133746" cy="41910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700" b="1" dirty="0">
                <a:solidFill>
                  <a:srgbClr val="F1F5F9"/>
                </a:solidFill>
                <a:latin typeface="Aptos" pitchFamily="34" charset="0"/>
                <a:ea typeface="Arial" pitchFamily="34" charset="-122"/>
                <a:cs typeface="Arial" pitchFamily="34" charset="-120"/>
              </a:rPr>
              <a:t>Caso</a:t>
            </a:r>
            <a:endParaRPr lang="en-US" sz="2900" dirty="0"/>
          </a:p>
        </p:txBody>
      </p:sp>
      <p:sp>
        <p:nvSpPr>
          <p:cNvPr id="11" name="Text 9"/>
          <p:cNvSpPr/>
          <p:nvPr/>
        </p:nvSpPr>
        <p:spPr>
          <a:xfrm>
            <a:off x="14096649" y="4286250"/>
            <a:ext cx="4133746" cy="8229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300" dirty="0">
                <a:solidFill>
                  <a:srgbClr val="F1F5F9"/>
                </a:solidFill>
                <a:latin typeface="Aptos" pitchFamily="34" charset="0"/>
                <a:ea typeface="Arial" pitchFamily="34" charset="-122"/>
                <a:cs typeface="Arial" pitchFamily="34" charset="-120"/>
              </a:rPr>
              <a:t>Total de itens do índice consultado.</a:t>
            </a:r>
            <a:endParaRPr lang="en-US" sz="2300" dirty="0"/>
          </a:p>
        </p:txBody>
      </p:sp>
      <p:sp>
        <p:nvSpPr>
          <p:cNvPr id="12" name="Shape 10"/>
          <p:cNvSpPr/>
          <p:nvPr/>
        </p:nvSpPr>
        <p:spPr>
          <a:xfrm>
            <a:off x="13620410" y="5313462"/>
            <a:ext cx="4952876" cy="1484412"/>
          </a:xfrm>
          <a:prstGeom prst="rect">
            <a:avLst/>
          </a:prstGeom>
          <a:solidFill>
            <a:srgbClr val="223147"/>
          </a:solidFill>
          <a:ln w="12700">
            <a:solidFill>
              <a:srgbClr val="FFFFFF">
                <a:alpha val="0"/>
              </a:srgbClr>
            </a:solidFill>
            <a:prstDash val="solid"/>
          </a:ln>
        </p:spPr>
        <p:txBody>
          <a:bodyPr/>
          <a:lstStyle/>
          <a:p>
            <a:endParaRPr lang="en-US"/>
          </a:p>
        </p:txBody>
      </p:sp>
      <p:sp>
        <p:nvSpPr>
          <p:cNvPr id="13" name="Shape 11"/>
          <p:cNvSpPr/>
          <p:nvPr/>
        </p:nvSpPr>
        <p:spPr>
          <a:xfrm>
            <a:off x="13687082" y="5313462"/>
            <a:ext cx="0" cy="1484412"/>
          </a:xfrm>
          <a:prstGeom prst="line">
            <a:avLst/>
          </a:prstGeom>
          <a:solidFill>
            <a:srgbClr val="111C2D">
              <a:alpha val="0"/>
            </a:srgbClr>
          </a:solidFill>
          <a:ln w="66675">
            <a:solidFill>
              <a:srgbClr val="F9B000"/>
            </a:solidFill>
            <a:prstDash val="solid"/>
          </a:ln>
        </p:spPr>
        <p:txBody>
          <a:bodyPr/>
          <a:lstStyle/>
          <a:p>
            <a:endParaRPr lang="en-US"/>
          </a:p>
        </p:txBody>
      </p:sp>
      <p:sp>
        <p:nvSpPr>
          <p:cNvPr id="14" name="Text 12"/>
          <p:cNvSpPr/>
          <p:nvPr/>
        </p:nvSpPr>
        <p:spPr>
          <a:xfrm>
            <a:off x="14096649" y="5656362"/>
            <a:ext cx="4133746" cy="41910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700" b="1" dirty="0">
                <a:solidFill>
                  <a:srgbClr val="F1F5F9"/>
                </a:solidFill>
                <a:latin typeface="Aptos" pitchFamily="34" charset="0"/>
                <a:ea typeface="Arial" pitchFamily="34" charset="-122"/>
                <a:cs typeface="Arial" pitchFamily="34" charset="-120"/>
              </a:rPr>
              <a:t>Categorias</a:t>
            </a:r>
            <a:endParaRPr lang="en-US" sz="2900" dirty="0"/>
          </a:p>
        </p:txBody>
      </p:sp>
      <p:sp>
        <p:nvSpPr>
          <p:cNvPr id="15" name="Text 13"/>
          <p:cNvSpPr/>
          <p:nvPr/>
        </p:nvSpPr>
        <p:spPr>
          <a:xfrm>
            <a:off x="14096649" y="6075462"/>
            <a:ext cx="4133746" cy="8229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300" dirty="0">
                <a:solidFill>
                  <a:srgbClr val="F1F5F9"/>
                </a:solidFill>
                <a:latin typeface="Aptos" pitchFamily="34" charset="0"/>
                <a:ea typeface="Arial" pitchFamily="34" charset="-122"/>
                <a:cs typeface="Arial" pitchFamily="34" charset="-120"/>
              </a:rPr>
              <a:t>Nome, rótulo e caminho na árvore.</a:t>
            </a:r>
            <a:endParaRPr lang="en-US" sz="2300" dirty="0"/>
          </a:p>
        </p:txBody>
      </p:sp>
      <p:sp>
        <p:nvSpPr>
          <p:cNvPr id="16" name="Shape 14"/>
          <p:cNvSpPr/>
          <p:nvPr/>
        </p:nvSpPr>
        <p:spPr>
          <a:xfrm>
            <a:off x="13620410" y="7102674"/>
            <a:ext cx="4952876" cy="1484412"/>
          </a:xfrm>
          <a:prstGeom prst="rect">
            <a:avLst/>
          </a:prstGeom>
          <a:solidFill>
            <a:srgbClr val="223147"/>
          </a:solidFill>
          <a:ln w="12700">
            <a:solidFill>
              <a:srgbClr val="FFFFFF">
                <a:alpha val="0"/>
              </a:srgbClr>
            </a:solidFill>
            <a:prstDash val="solid"/>
          </a:ln>
        </p:spPr>
        <p:txBody>
          <a:bodyPr/>
          <a:lstStyle/>
          <a:p>
            <a:endParaRPr lang="en-US"/>
          </a:p>
        </p:txBody>
      </p:sp>
      <p:sp>
        <p:nvSpPr>
          <p:cNvPr id="17" name="Shape 15"/>
          <p:cNvSpPr/>
          <p:nvPr/>
        </p:nvSpPr>
        <p:spPr>
          <a:xfrm>
            <a:off x="13687082" y="7102674"/>
            <a:ext cx="0" cy="1484412"/>
          </a:xfrm>
          <a:prstGeom prst="line">
            <a:avLst/>
          </a:prstGeom>
          <a:solidFill>
            <a:srgbClr val="111C2D">
              <a:alpha val="0"/>
            </a:srgbClr>
          </a:solidFill>
          <a:ln w="66675">
            <a:solidFill>
              <a:srgbClr val="F9B000"/>
            </a:solidFill>
            <a:prstDash val="solid"/>
          </a:ln>
        </p:spPr>
        <p:txBody>
          <a:bodyPr/>
          <a:lstStyle/>
          <a:p>
            <a:endParaRPr lang="en-US"/>
          </a:p>
        </p:txBody>
      </p:sp>
      <p:sp>
        <p:nvSpPr>
          <p:cNvPr id="18" name="Text 16"/>
          <p:cNvSpPr/>
          <p:nvPr/>
        </p:nvSpPr>
        <p:spPr>
          <a:xfrm>
            <a:off x="14096649" y="7445574"/>
            <a:ext cx="4133746" cy="41910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700" b="1" dirty="0">
                <a:solidFill>
                  <a:srgbClr val="F1F5F9"/>
                </a:solidFill>
                <a:latin typeface="Aptos" pitchFamily="34" charset="0"/>
                <a:ea typeface="Arial" pitchFamily="34" charset="-122"/>
                <a:cs typeface="Arial" pitchFamily="34" charset="-120"/>
              </a:rPr>
              <a:t>Contagem</a:t>
            </a:r>
            <a:endParaRPr lang="en-US" sz="2900" dirty="0"/>
          </a:p>
        </p:txBody>
      </p:sp>
      <p:sp>
        <p:nvSpPr>
          <p:cNvPr id="19" name="Text 17"/>
          <p:cNvSpPr/>
          <p:nvPr/>
        </p:nvSpPr>
        <p:spPr>
          <a:xfrm>
            <a:off x="14096649" y="7864674"/>
            <a:ext cx="4133746" cy="8229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300" dirty="0">
                <a:solidFill>
                  <a:srgbClr val="F1F5F9"/>
                </a:solidFill>
                <a:latin typeface="Aptos" pitchFamily="34" charset="0"/>
                <a:ea typeface="Arial" pitchFamily="34" charset="-122"/>
                <a:cs typeface="Arial" pitchFamily="34" charset="-120"/>
              </a:rPr>
              <a:t>Itens únicos, incluindo descendentes.</a:t>
            </a:r>
            <a:endParaRPr lang="en-US" sz="2300" dirty="0"/>
          </a:p>
        </p:txBody>
      </p:sp>
      <p:sp>
        <p:nvSpPr>
          <p:cNvPr id="20" name="Shape 18"/>
          <p:cNvSpPr/>
          <p:nvPr/>
        </p:nvSpPr>
        <p:spPr>
          <a:xfrm>
            <a:off x="13620410" y="8891886"/>
            <a:ext cx="4952876" cy="1484412"/>
          </a:xfrm>
          <a:prstGeom prst="rect">
            <a:avLst/>
          </a:prstGeom>
          <a:solidFill>
            <a:srgbClr val="223147"/>
          </a:solidFill>
          <a:ln w="12700">
            <a:solidFill>
              <a:srgbClr val="FFFFFF">
                <a:alpha val="0"/>
              </a:srgbClr>
            </a:solidFill>
            <a:prstDash val="solid"/>
          </a:ln>
        </p:spPr>
        <p:txBody>
          <a:bodyPr/>
          <a:lstStyle/>
          <a:p>
            <a:endParaRPr lang="en-US"/>
          </a:p>
        </p:txBody>
      </p:sp>
      <p:sp>
        <p:nvSpPr>
          <p:cNvPr id="21" name="Shape 19"/>
          <p:cNvSpPr/>
          <p:nvPr/>
        </p:nvSpPr>
        <p:spPr>
          <a:xfrm>
            <a:off x="13687082" y="8891886"/>
            <a:ext cx="0" cy="1484412"/>
          </a:xfrm>
          <a:prstGeom prst="line">
            <a:avLst/>
          </a:prstGeom>
          <a:solidFill>
            <a:srgbClr val="111C2D">
              <a:alpha val="0"/>
            </a:srgbClr>
          </a:solidFill>
          <a:ln w="66675">
            <a:solidFill>
              <a:srgbClr val="F9B000"/>
            </a:solidFill>
            <a:prstDash val="solid"/>
          </a:ln>
        </p:spPr>
        <p:txBody>
          <a:bodyPr/>
          <a:lstStyle/>
          <a:p>
            <a:endParaRPr lang="en-US"/>
          </a:p>
        </p:txBody>
      </p:sp>
      <p:sp>
        <p:nvSpPr>
          <p:cNvPr id="22" name="Text 20"/>
          <p:cNvSpPr/>
          <p:nvPr/>
        </p:nvSpPr>
        <p:spPr>
          <a:xfrm>
            <a:off x="14096649" y="9234786"/>
            <a:ext cx="4133746" cy="41910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700" b="1" dirty="0">
                <a:solidFill>
                  <a:srgbClr val="F1F5F9"/>
                </a:solidFill>
                <a:latin typeface="Aptos" pitchFamily="34" charset="0"/>
                <a:ea typeface="Arial" pitchFamily="34" charset="-122"/>
                <a:cs typeface="Arial" pitchFamily="34" charset="-120"/>
              </a:rPr>
              <a:t>Uso</a:t>
            </a:r>
            <a:endParaRPr lang="en-US" sz="2900" dirty="0"/>
          </a:p>
        </p:txBody>
      </p:sp>
      <p:sp>
        <p:nvSpPr>
          <p:cNvPr id="23" name="Text 21"/>
          <p:cNvSpPr/>
          <p:nvPr/>
        </p:nvSpPr>
        <p:spPr>
          <a:xfrm>
            <a:off x="14096649" y="9653886"/>
            <a:ext cx="4133746" cy="8229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300" dirty="0">
                <a:solidFill>
                  <a:srgbClr val="F1F5F9"/>
                </a:solidFill>
                <a:latin typeface="Aptos" pitchFamily="34" charset="0"/>
                <a:ea typeface="Arial" pitchFamily="34" charset="-122"/>
                <a:cs typeface="Arial" pitchFamily="34" charset="-120"/>
              </a:rPr>
              <a:t>Copiar name para o filtro categoria.</a:t>
            </a:r>
            <a:endParaRPr lang="en-US" sz="2300" dirty="0"/>
          </a:p>
        </p:txBody>
      </p:sp>
      <p:sp>
        <p:nvSpPr>
          <p:cNvPr id="24" name="Text 22"/>
          <p:cNvSpPr/>
          <p:nvPr/>
        </p:nvSpPr>
        <p:spPr>
          <a:xfrm>
            <a:off x="1409665" y="12687300"/>
            <a:ext cx="17373600" cy="5943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400" dirty="0">
                <a:solidFill>
                  <a:srgbClr val="F1F5F9"/>
                </a:solidFill>
                <a:latin typeface="Aptos" pitchFamily="34" charset="0"/>
                <a:ea typeface="Arial" pitchFamily="34" charset="-122"/>
                <a:cs typeface="Arial" pitchFamily="34" charset="-120"/>
              </a:rPr>
              <a:t>Recorte de data no caso didático. O retorno completo lista todas as categorias.</a:t>
            </a:r>
            <a:endParaRPr lang="en-US" sz="2100" dirty="0"/>
          </a:p>
        </p:txBody>
      </p:sp>
      <p:sp>
        <p:nvSpPr>
          <p:cNvPr id="25" name="TextBox 24"/>
          <p:cNvSpPr txBox="1"/>
          <p:nvPr/>
        </p:nvSpPr>
        <p:spPr>
          <a:xfrm>
            <a:off x="21214080" y="12344400"/>
            <a:ext cx="2286000" cy="502920"/>
          </a:xfrm>
          <a:prstGeom prst="rect">
            <a:avLst/>
          </a:prstGeom>
          <a:noFill/>
        </p:spPr>
        <p:txBody>
          <a:bodyPr wrap="none" lIns="0" tIns="0" rIns="0" bIns="0">
            <a:noAutofit/>
          </a:bodyPr>
          <a:lstStyle/>
          <a:p>
            <a:pPr>
              <a:lnSpc>
                <a:spcPct val="108000"/>
              </a:lnSpc>
              <a:spcBef>
                <a:spcPts val="0"/>
              </a:spcBef>
              <a:spcAft>
                <a:spcPts val="0"/>
              </a:spcAft>
            </a:pPr>
            <a:r>
              <a:rPr lang="en-US" sz="2200">
                <a:solidFill>
                  <a:srgbClr val="15243B"/>
                </a:solidFill>
                <a:latin typeface="Aptos"/>
              </a:rPr>
              <a:t>34 / 70</a:t>
            </a:r>
            <a:endParaRPr sz="2200">
              <a:solidFill>
                <a:srgbClr val="15243B"/>
              </a:solidFill>
              <a:latin typeface="Aptos"/>
            </a:endParaRP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hape 0"/>
          <p:cNvSpPr/>
          <p:nvPr/>
        </p:nvSpPr>
        <p:spPr>
          <a:xfrm>
            <a:off x="1" y="0"/>
            <a:ext cx="24383390" cy="13716000"/>
          </a:xfrm>
          <a:prstGeom prst="rect">
            <a:avLst/>
          </a:prstGeom>
          <a:solidFill>
            <a:srgbClr val="111C2D"/>
          </a:solidFill>
          <a:ln w="12700">
            <a:solidFill>
              <a:srgbClr val="FFFFFF">
                <a:alpha val="0"/>
              </a:srgbClr>
            </a:solidFill>
            <a:prstDash val="solid"/>
          </a:ln>
        </p:spPr>
        <p:txBody>
          <a:bodyPr/>
          <a:lstStyle/>
          <a:p>
            <a:endParaRPr lang="en-US"/>
          </a:p>
        </p:txBody>
      </p:sp>
      <p:sp>
        <p:nvSpPr>
          <p:cNvPr id="3" name="Shape 1"/>
          <p:cNvSpPr/>
          <p:nvPr/>
        </p:nvSpPr>
        <p:spPr>
          <a:xfrm>
            <a:off x="0" y="0"/>
            <a:ext cx="19811504" cy="1219200"/>
          </a:xfrm>
          <a:prstGeom prst="rect">
            <a:avLst/>
          </a:prstGeom>
          <a:solidFill>
            <a:srgbClr val="D9DCDF"/>
          </a:solidFill>
          <a:ln w="12700">
            <a:solidFill>
              <a:srgbClr val="FFFFFF">
                <a:alpha val="0"/>
              </a:srgbClr>
            </a:solidFill>
            <a:prstDash val="solid"/>
          </a:ln>
        </p:spPr>
        <p:txBody>
          <a:bodyPr/>
          <a:lstStyle/>
          <a:p>
            <a:endParaRPr lang="en-US"/>
          </a:p>
        </p:txBody>
      </p:sp>
      <p:sp>
        <p:nvSpPr>
          <p:cNvPr id="4" name="Shape 2"/>
          <p:cNvSpPr/>
          <p:nvPr/>
        </p:nvSpPr>
        <p:spPr>
          <a:xfrm>
            <a:off x="20382990" y="0"/>
            <a:ext cx="4000400" cy="13716000"/>
          </a:xfrm>
          <a:prstGeom prst="rect">
            <a:avLst/>
          </a:prstGeom>
          <a:solidFill>
            <a:srgbClr val="F9B000"/>
          </a:solidFill>
          <a:ln w="12700">
            <a:solidFill>
              <a:srgbClr val="FFFFFF">
                <a:alpha val="0"/>
              </a:srgbClr>
            </a:solidFill>
            <a:prstDash val="solid"/>
          </a:ln>
        </p:spPr>
        <p:txBody>
          <a:bodyPr/>
          <a:lstStyle/>
          <a:p>
            <a:endParaRPr lang="en-US"/>
          </a:p>
        </p:txBody>
      </p:sp>
      <p:sp>
        <p:nvSpPr>
          <p:cNvPr id="5" name="Text 3"/>
          <p:cNvSpPr/>
          <p:nvPr/>
        </p:nvSpPr>
        <p:spPr>
          <a:xfrm>
            <a:off x="1371567" y="1676401"/>
            <a:ext cx="17525562" cy="164592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5400" b="1" dirty="0">
                <a:solidFill>
                  <a:srgbClr val="68BDF4"/>
                </a:solidFill>
                <a:latin typeface="Aptos Display" pitchFamily="34" charset="0"/>
                <a:ea typeface="Arial" pitchFamily="34" charset="-122"/>
                <a:cs typeface="Arial" pitchFamily="34" charset="-120"/>
              </a:rPr>
              <a:t>Servidor 4: busca com schema</a:t>
            </a:r>
            <a:endParaRPr lang="en-US" sz="5700" dirty="0"/>
          </a:p>
        </p:txBody>
      </p:sp>
      <p:sp>
        <p:nvSpPr>
          <p:cNvPr id="6" name="Shape 4"/>
          <p:cNvSpPr/>
          <p:nvPr/>
        </p:nvSpPr>
        <p:spPr>
          <a:xfrm>
            <a:off x="1409665" y="3524250"/>
            <a:ext cx="12115800" cy="7810500"/>
          </a:xfrm>
          <a:prstGeom prst="rect">
            <a:avLst/>
          </a:prstGeom>
          <a:solidFill>
            <a:srgbClr val="0B2D5C"/>
          </a:solidFill>
          <a:ln w="12700">
            <a:solidFill>
              <a:srgbClr val="FFFFFF">
                <a:alpha val="0"/>
              </a:srgbClr>
            </a:solidFill>
            <a:prstDash val="solid"/>
          </a:ln>
        </p:spPr>
        <p:txBody>
          <a:bodyPr/>
          <a:lstStyle/>
          <a:p>
            <a:endParaRPr lang="en-US"/>
          </a:p>
        </p:txBody>
      </p:sp>
      <p:sp>
        <p:nvSpPr>
          <p:cNvPr id="7" name="Text 5"/>
          <p:cNvSpPr/>
          <p:nvPr/>
        </p:nvSpPr>
        <p:spPr>
          <a:xfrm>
            <a:off x="1783080" y="3767328"/>
            <a:ext cx="11567160" cy="7406640"/>
          </a:xfrm>
          <a:prstGeom prst="rect">
            <a:avLst/>
          </a:prstGeom>
          <a:noFill/>
          <a:ln/>
        </p:spPr>
        <p:txBody>
          <a:bodyPr wrap="non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@mcp.tool(annotations=annotations)</a:t>
            </a:r>
            <a:endParaRPr lang="en-US" sz="2600" dirty="0">
              <a:solidFill>
                <a:srgbClr val="F1F5F9"/>
              </a:solidFill>
              <a:latin typeface="Consolas" pitchFamily="34" charset="0"/>
              <a:ea typeface="Consolas" pitchFamily="34" charset="-122"/>
              <a:cs typeface="Consolas" pitchFamily="34" charset="-120"/>
            </a:endParaRP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async def buscar_itens(</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ctx: Context,</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query: Annotated[str, Field(min_length=1,</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max_length=300)],</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offset: Annotated[int, Field(ge=0)] = 0,</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limit: Annotated[int, Field(ge=1, le=50)] = 20,</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categoria: Annotated[str | None,</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Field(min_length=1, max_length=200)] = None</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-&gt; dict[str, Any]:</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args = dict(query=query, offset=offset,</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limit=limit, categoria=categoria)</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with registrar(ctx, "search", args) as r:</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r["data"] = get_ponte(ctx).search(</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query, offset, limit, categoria)</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return r</a:t>
            </a:r>
          </a:p>
        </p:txBody>
      </p:sp>
      <p:sp>
        <p:nvSpPr>
          <p:cNvPr id="8" name="Shape 6"/>
          <p:cNvSpPr/>
          <p:nvPr/>
        </p:nvSpPr>
        <p:spPr>
          <a:xfrm>
            <a:off x="13620410" y="3524250"/>
            <a:ext cx="4952876" cy="1484412"/>
          </a:xfrm>
          <a:prstGeom prst="rect">
            <a:avLst/>
          </a:prstGeom>
          <a:solidFill>
            <a:srgbClr val="223147"/>
          </a:solidFill>
          <a:ln w="12700">
            <a:solidFill>
              <a:srgbClr val="FFFFFF">
                <a:alpha val="0"/>
              </a:srgbClr>
            </a:solidFill>
            <a:prstDash val="solid"/>
          </a:ln>
        </p:spPr>
        <p:txBody>
          <a:bodyPr/>
          <a:lstStyle/>
          <a:p>
            <a:endParaRPr lang="en-US"/>
          </a:p>
        </p:txBody>
      </p:sp>
      <p:sp>
        <p:nvSpPr>
          <p:cNvPr id="9" name="Shape 7"/>
          <p:cNvSpPr/>
          <p:nvPr/>
        </p:nvSpPr>
        <p:spPr>
          <a:xfrm>
            <a:off x="13687082" y="3524250"/>
            <a:ext cx="0" cy="1484412"/>
          </a:xfrm>
          <a:prstGeom prst="line">
            <a:avLst/>
          </a:prstGeom>
          <a:solidFill>
            <a:srgbClr val="111C2D">
              <a:alpha val="0"/>
            </a:srgbClr>
          </a:solidFill>
          <a:ln w="66675">
            <a:solidFill>
              <a:srgbClr val="F9B000"/>
            </a:solidFill>
            <a:prstDash val="solid"/>
          </a:ln>
        </p:spPr>
        <p:txBody>
          <a:bodyPr/>
          <a:lstStyle/>
          <a:p>
            <a:endParaRPr lang="en-US"/>
          </a:p>
        </p:txBody>
      </p:sp>
      <p:sp>
        <p:nvSpPr>
          <p:cNvPr id="10" name="Text 8"/>
          <p:cNvSpPr/>
          <p:nvPr/>
        </p:nvSpPr>
        <p:spPr>
          <a:xfrm>
            <a:off x="14096649" y="3867150"/>
            <a:ext cx="4133746" cy="41910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700" b="1" dirty="0">
                <a:solidFill>
                  <a:srgbClr val="F1F5F9"/>
                </a:solidFill>
                <a:latin typeface="Aptos" pitchFamily="34" charset="0"/>
                <a:ea typeface="Arial" pitchFamily="34" charset="-122"/>
                <a:cs typeface="Arial" pitchFamily="34" charset="-120"/>
              </a:rPr>
              <a:t>Consulta</a:t>
            </a:r>
            <a:endParaRPr lang="en-US" sz="2900" dirty="0"/>
          </a:p>
        </p:txBody>
      </p:sp>
      <p:sp>
        <p:nvSpPr>
          <p:cNvPr id="11" name="Text 9"/>
          <p:cNvSpPr/>
          <p:nvPr/>
        </p:nvSpPr>
        <p:spPr>
          <a:xfrm>
            <a:off x="14096649" y="4286250"/>
            <a:ext cx="4133746" cy="8229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300" dirty="0">
                <a:solidFill>
                  <a:srgbClr val="F1F5F9"/>
                </a:solidFill>
                <a:latin typeface="Aptos" pitchFamily="34" charset="0"/>
                <a:ea typeface="Arial" pitchFamily="34" charset="-122"/>
                <a:cs typeface="Arial" pitchFamily="34" charset="-120"/>
              </a:rPr>
              <a:t>Texto obrigatório da busca.</a:t>
            </a:r>
            <a:endParaRPr lang="en-US" sz="2300" dirty="0"/>
          </a:p>
        </p:txBody>
      </p:sp>
      <p:sp>
        <p:nvSpPr>
          <p:cNvPr id="12" name="Shape 10"/>
          <p:cNvSpPr/>
          <p:nvPr/>
        </p:nvSpPr>
        <p:spPr>
          <a:xfrm>
            <a:off x="13620410" y="5313462"/>
            <a:ext cx="4952876" cy="1484412"/>
          </a:xfrm>
          <a:prstGeom prst="rect">
            <a:avLst/>
          </a:prstGeom>
          <a:solidFill>
            <a:srgbClr val="223147"/>
          </a:solidFill>
          <a:ln w="12700">
            <a:solidFill>
              <a:srgbClr val="FFFFFF">
                <a:alpha val="0"/>
              </a:srgbClr>
            </a:solidFill>
            <a:prstDash val="solid"/>
          </a:ln>
        </p:spPr>
        <p:txBody>
          <a:bodyPr/>
          <a:lstStyle/>
          <a:p>
            <a:endParaRPr lang="en-US"/>
          </a:p>
        </p:txBody>
      </p:sp>
      <p:sp>
        <p:nvSpPr>
          <p:cNvPr id="13" name="Shape 11"/>
          <p:cNvSpPr/>
          <p:nvPr/>
        </p:nvSpPr>
        <p:spPr>
          <a:xfrm>
            <a:off x="13687082" y="5313462"/>
            <a:ext cx="0" cy="1484412"/>
          </a:xfrm>
          <a:prstGeom prst="line">
            <a:avLst/>
          </a:prstGeom>
          <a:solidFill>
            <a:srgbClr val="111C2D">
              <a:alpha val="0"/>
            </a:srgbClr>
          </a:solidFill>
          <a:ln w="66675">
            <a:solidFill>
              <a:srgbClr val="F9B000"/>
            </a:solidFill>
            <a:prstDash val="solid"/>
          </a:ln>
        </p:spPr>
        <p:txBody>
          <a:bodyPr/>
          <a:lstStyle/>
          <a:p>
            <a:endParaRPr lang="en-US"/>
          </a:p>
        </p:txBody>
      </p:sp>
      <p:sp>
        <p:nvSpPr>
          <p:cNvPr id="14" name="Text 12"/>
          <p:cNvSpPr/>
          <p:nvPr/>
        </p:nvSpPr>
        <p:spPr>
          <a:xfrm>
            <a:off x="14096649" y="5656362"/>
            <a:ext cx="4133746" cy="41910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700" b="1" dirty="0">
                <a:solidFill>
                  <a:srgbClr val="F1F5F9"/>
                </a:solidFill>
                <a:latin typeface="Aptos" pitchFamily="34" charset="0"/>
                <a:ea typeface="Arial" pitchFamily="34" charset="-122"/>
                <a:cs typeface="Arial" pitchFamily="34" charset="-120"/>
              </a:rPr>
              <a:t>Categoria</a:t>
            </a:r>
            <a:endParaRPr lang="en-US" sz="2900" dirty="0"/>
          </a:p>
        </p:txBody>
      </p:sp>
      <p:sp>
        <p:nvSpPr>
          <p:cNvPr id="15" name="Text 13"/>
          <p:cNvSpPr/>
          <p:nvPr/>
        </p:nvSpPr>
        <p:spPr>
          <a:xfrm>
            <a:off x="14096649" y="6075462"/>
            <a:ext cx="4133746" cy="8229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300" dirty="0">
                <a:solidFill>
                  <a:srgbClr val="F1F5F9"/>
                </a:solidFill>
                <a:latin typeface="Aptos" pitchFamily="34" charset="0"/>
                <a:ea typeface="Arial" pitchFamily="34" charset="-122"/>
                <a:cs typeface="Arial" pitchFamily="34" charset="-120"/>
              </a:rPr>
              <a:t>Opcional. Nome obtido em caso_info.</a:t>
            </a:r>
            <a:endParaRPr lang="en-US" sz="2300" dirty="0"/>
          </a:p>
        </p:txBody>
      </p:sp>
      <p:sp>
        <p:nvSpPr>
          <p:cNvPr id="16" name="Shape 14"/>
          <p:cNvSpPr/>
          <p:nvPr/>
        </p:nvSpPr>
        <p:spPr>
          <a:xfrm>
            <a:off x="13620410" y="7102674"/>
            <a:ext cx="4952876" cy="1484412"/>
          </a:xfrm>
          <a:prstGeom prst="rect">
            <a:avLst/>
          </a:prstGeom>
          <a:solidFill>
            <a:srgbClr val="223147"/>
          </a:solidFill>
          <a:ln w="12700">
            <a:solidFill>
              <a:srgbClr val="FFFFFF">
                <a:alpha val="0"/>
              </a:srgbClr>
            </a:solidFill>
            <a:prstDash val="solid"/>
          </a:ln>
        </p:spPr>
        <p:txBody>
          <a:bodyPr/>
          <a:lstStyle/>
          <a:p>
            <a:endParaRPr lang="en-US"/>
          </a:p>
        </p:txBody>
      </p:sp>
      <p:sp>
        <p:nvSpPr>
          <p:cNvPr id="17" name="Shape 15"/>
          <p:cNvSpPr/>
          <p:nvPr/>
        </p:nvSpPr>
        <p:spPr>
          <a:xfrm>
            <a:off x="13687082" y="7102674"/>
            <a:ext cx="0" cy="1484412"/>
          </a:xfrm>
          <a:prstGeom prst="line">
            <a:avLst/>
          </a:prstGeom>
          <a:solidFill>
            <a:srgbClr val="111C2D">
              <a:alpha val="0"/>
            </a:srgbClr>
          </a:solidFill>
          <a:ln w="66675">
            <a:solidFill>
              <a:srgbClr val="F9B000"/>
            </a:solidFill>
            <a:prstDash val="solid"/>
          </a:ln>
        </p:spPr>
        <p:txBody>
          <a:bodyPr/>
          <a:lstStyle/>
          <a:p>
            <a:endParaRPr lang="en-US"/>
          </a:p>
        </p:txBody>
      </p:sp>
      <p:sp>
        <p:nvSpPr>
          <p:cNvPr id="18" name="Text 16"/>
          <p:cNvSpPr/>
          <p:nvPr/>
        </p:nvSpPr>
        <p:spPr>
          <a:xfrm>
            <a:off x="14096649" y="7445574"/>
            <a:ext cx="4133746" cy="41910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700" b="1" dirty="0">
                <a:solidFill>
                  <a:srgbClr val="F1F5F9"/>
                </a:solidFill>
                <a:latin typeface="Aptos" pitchFamily="34" charset="0"/>
                <a:ea typeface="Arial" pitchFamily="34" charset="-122"/>
                <a:cs typeface="Arial" pitchFamily="34" charset="-120"/>
              </a:rPr>
              <a:t>Limites</a:t>
            </a:r>
            <a:endParaRPr lang="en-US" sz="2900" dirty="0"/>
          </a:p>
        </p:txBody>
      </p:sp>
      <p:sp>
        <p:nvSpPr>
          <p:cNvPr id="19" name="Text 17"/>
          <p:cNvSpPr/>
          <p:nvPr/>
        </p:nvSpPr>
        <p:spPr>
          <a:xfrm>
            <a:off x="14096649" y="7864674"/>
            <a:ext cx="4133746" cy="8229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300" dirty="0">
                <a:solidFill>
                  <a:srgbClr val="F1F5F9"/>
                </a:solidFill>
                <a:latin typeface="Aptos" pitchFamily="34" charset="0"/>
                <a:ea typeface="Arial" pitchFamily="34" charset="-122"/>
                <a:cs typeface="Arial" pitchFamily="34" charset="-120"/>
              </a:rPr>
              <a:t>Field valida a entrada pelo schema.</a:t>
            </a:r>
            <a:endParaRPr lang="en-US" sz="2300" dirty="0"/>
          </a:p>
        </p:txBody>
      </p:sp>
      <p:sp>
        <p:nvSpPr>
          <p:cNvPr id="20" name="Shape 18"/>
          <p:cNvSpPr/>
          <p:nvPr/>
        </p:nvSpPr>
        <p:spPr>
          <a:xfrm>
            <a:off x="13620410" y="8891886"/>
            <a:ext cx="4952876" cy="1484412"/>
          </a:xfrm>
          <a:prstGeom prst="rect">
            <a:avLst/>
          </a:prstGeom>
          <a:solidFill>
            <a:srgbClr val="223147"/>
          </a:solidFill>
          <a:ln w="12700">
            <a:solidFill>
              <a:srgbClr val="FFFFFF">
                <a:alpha val="0"/>
              </a:srgbClr>
            </a:solidFill>
            <a:prstDash val="solid"/>
          </a:ln>
        </p:spPr>
        <p:txBody>
          <a:bodyPr/>
          <a:lstStyle/>
          <a:p>
            <a:endParaRPr lang="en-US"/>
          </a:p>
        </p:txBody>
      </p:sp>
      <p:sp>
        <p:nvSpPr>
          <p:cNvPr id="21" name="Shape 19"/>
          <p:cNvSpPr/>
          <p:nvPr/>
        </p:nvSpPr>
        <p:spPr>
          <a:xfrm>
            <a:off x="13687082" y="8891886"/>
            <a:ext cx="0" cy="1484412"/>
          </a:xfrm>
          <a:prstGeom prst="line">
            <a:avLst/>
          </a:prstGeom>
          <a:solidFill>
            <a:srgbClr val="111C2D">
              <a:alpha val="0"/>
            </a:srgbClr>
          </a:solidFill>
          <a:ln w="66675">
            <a:solidFill>
              <a:srgbClr val="F9B000"/>
            </a:solidFill>
            <a:prstDash val="solid"/>
          </a:ln>
        </p:spPr>
        <p:txBody>
          <a:bodyPr/>
          <a:lstStyle/>
          <a:p>
            <a:endParaRPr lang="en-US"/>
          </a:p>
        </p:txBody>
      </p:sp>
      <p:sp>
        <p:nvSpPr>
          <p:cNvPr id="22" name="Text 20"/>
          <p:cNvSpPr/>
          <p:nvPr/>
        </p:nvSpPr>
        <p:spPr>
          <a:xfrm>
            <a:off x="14096649" y="9234786"/>
            <a:ext cx="4133746" cy="41910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700" b="1" dirty="0">
                <a:solidFill>
                  <a:srgbClr val="F1F5F9"/>
                </a:solidFill>
                <a:latin typeface="Aptos" pitchFamily="34" charset="0"/>
                <a:ea typeface="Arial" pitchFamily="34" charset="-122"/>
                <a:cs typeface="Arial" pitchFamily="34" charset="-120"/>
              </a:rPr>
              <a:t>Retorno</a:t>
            </a:r>
            <a:endParaRPr lang="en-US" sz="2900" dirty="0"/>
          </a:p>
        </p:txBody>
      </p:sp>
      <p:sp>
        <p:nvSpPr>
          <p:cNvPr id="23" name="Text 21"/>
          <p:cNvSpPr/>
          <p:nvPr/>
        </p:nvSpPr>
        <p:spPr>
          <a:xfrm>
            <a:off x="14096649" y="9653886"/>
            <a:ext cx="4133746" cy="8229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300" dirty="0">
                <a:solidFill>
                  <a:srgbClr val="F1F5F9"/>
                </a:solidFill>
                <a:latin typeface="Aptos" pitchFamily="34" charset="0"/>
                <a:ea typeface="Arial" pitchFamily="34" charset="-122"/>
                <a:cs typeface="Arial" pitchFamily="34" charset="-120"/>
              </a:rPr>
              <a:t>Total e página já consideram o filtro.</a:t>
            </a:r>
            <a:endParaRPr lang="en-US" sz="2300" dirty="0"/>
          </a:p>
        </p:txBody>
      </p:sp>
      <p:sp>
        <p:nvSpPr>
          <p:cNvPr id="24" name="Text 22"/>
          <p:cNvSpPr/>
          <p:nvPr/>
        </p:nvSpPr>
        <p:spPr>
          <a:xfrm>
            <a:off x="1409665" y="12687300"/>
            <a:ext cx="17373600" cy="5943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400" dirty="0">
                <a:solidFill>
                  <a:srgbClr val="F1F5F9"/>
                </a:solidFill>
                <a:latin typeface="Aptos" pitchFamily="34" charset="0"/>
                <a:ea typeface="Arial" pitchFamily="34" charset="-122"/>
                <a:cs typeface="Arial" pitchFamily="34" charset="-120"/>
              </a:rPr>
              <a:t>Recorte do handler. Importações estão no programa completo.</a:t>
            </a:r>
            <a:endParaRPr lang="en-US" sz="2100" dirty="0"/>
          </a:p>
        </p:txBody>
      </p:sp>
      <p:sp>
        <p:nvSpPr>
          <p:cNvPr id="25" name="TextBox 24"/>
          <p:cNvSpPr txBox="1"/>
          <p:nvPr/>
        </p:nvSpPr>
        <p:spPr>
          <a:xfrm>
            <a:off x="21214080" y="12344400"/>
            <a:ext cx="2286000" cy="502920"/>
          </a:xfrm>
          <a:prstGeom prst="rect">
            <a:avLst/>
          </a:prstGeom>
          <a:noFill/>
        </p:spPr>
        <p:txBody>
          <a:bodyPr wrap="none" lIns="0" tIns="0" rIns="0" bIns="0">
            <a:noAutofit/>
          </a:bodyPr>
          <a:lstStyle/>
          <a:p>
            <a:pPr>
              <a:lnSpc>
                <a:spcPct val="108000"/>
              </a:lnSpc>
              <a:spcBef>
                <a:spcPts val="0"/>
              </a:spcBef>
              <a:spcAft>
                <a:spcPts val="0"/>
              </a:spcAft>
            </a:pPr>
            <a:r>
              <a:rPr lang="en-US" sz="2200">
                <a:solidFill>
                  <a:srgbClr val="15243B"/>
                </a:solidFill>
                <a:latin typeface="Aptos"/>
              </a:rPr>
              <a:t>35 / 70</a:t>
            </a:r>
            <a:endParaRPr sz="2200">
              <a:solidFill>
                <a:srgbClr val="15243B"/>
              </a:solidFill>
              <a:latin typeface="Aptos"/>
            </a:endParaRP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hape 0"/>
          <p:cNvSpPr/>
          <p:nvPr/>
        </p:nvSpPr>
        <p:spPr>
          <a:xfrm>
            <a:off x="1" y="0"/>
            <a:ext cx="24383390" cy="13716000"/>
          </a:xfrm>
          <a:prstGeom prst="rect">
            <a:avLst/>
          </a:prstGeom>
          <a:solidFill>
            <a:srgbClr val="111C2D"/>
          </a:solidFill>
          <a:ln w="12700">
            <a:solidFill>
              <a:srgbClr val="FFFFFF">
                <a:alpha val="0"/>
              </a:srgbClr>
            </a:solidFill>
            <a:prstDash val="solid"/>
          </a:ln>
        </p:spPr>
        <p:txBody>
          <a:bodyPr/>
          <a:lstStyle/>
          <a:p>
            <a:endParaRPr lang="en-US"/>
          </a:p>
        </p:txBody>
      </p:sp>
      <p:sp>
        <p:nvSpPr>
          <p:cNvPr id="3" name="Shape 1"/>
          <p:cNvSpPr/>
          <p:nvPr/>
        </p:nvSpPr>
        <p:spPr>
          <a:xfrm>
            <a:off x="0" y="0"/>
            <a:ext cx="19811504" cy="1219200"/>
          </a:xfrm>
          <a:prstGeom prst="rect">
            <a:avLst/>
          </a:prstGeom>
          <a:solidFill>
            <a:srgbClr val="D9DCDF"/>
          </a:solidFill>
          <a:ln w="12700">
            <a:solidFill>
              <a:srgbClr val="FFFFFF">
                <a:alpha val="0"/>
              </a:srgbClr>
            </a:solidFill>
            <a:prstDash val="solid"/>
          </a:ln>
        </p:spPr>
        <p:txBody>
          <a:bodyPr/>
          <a:lstStyle/>
          <a:p>
            <a:endParaRPr lang="en-US"/>
          </a:p>
        </p:txBody>
      </p:sp>
      <p:sp>
        <p:nvSpPr>
          <p:cNvPr id="4" name="Shape 2"/>
          <p:cNvSpPr/>
          <p:nvPr/>
        </p:nvSpPr>
        <p:spPr>
          <a:xfrm>
            <a:off x="20382990" y="0"/>
            <a:ext cx="4000400" cy="13716000"/>
          </a:xfrm>
          <a:prstGeom prst="rect">
            <a:avLst/>
          </a:prstGeom>
          <a:solidFill>
            <a:srgbClr val="F9B000"/>
          </a:solidFill>
          <a:ln w="12700">
            <a:solidFill>
              <a:srgbClr val="FFFFFF">
                <a:alpha val="0"/>
              </a:srgbClr>
            </a:solidFill>
            <a:prstDash val="solid"/>
          </a:ln>
        </p:spPr>
        <p:txBody>
          <a:bodyPr/>
          <a:lstStyle/>
          <a:p>
            <a:endParaRPr lang="en-US"/>
          </a:p>
        </p:txBody>
      </p:sp>
      <p:sp>
        <p:nvSpPr>
          <p:cNvPr id="5" name="Text 3"/>
          <p:cNvSpPr/>
          <p:nvPr/>
        </p:nvSpPr>
        <p:spPr>
          <a:xfrm>
            <a:off x="1371567" y="1676401"/>
            <a:ext cx="17525562" cy="164592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5400" b="1" dirty="0">
                <a:solidFill>
                  <a:srgbClr val="68BDF4"/>
                </a:solidFill>
                <a:latin typeface="Aptos Display" pitchFamily="34" charset="0"/>
                <a:ea typeface="Arial" pitchFamily="34" charset="-122"/>
                <a:cs typeface="Arial" pitchFamily="34" charset="-120"/>
              </a:rPr>
              <a:t>Servidor 5: texto de qualquer item</a:t>
            </a:r>
            <a:endParaRPr lang="en-US" sz="5700" dirty="0"/>
          </a:p>
        </p:txBody>
      </p:sp>
      <p:sp>
        <p:nvSpPr>
          <p:cNvPr id="6" name="Shape 4"/>
          <p:cNvSpPr/>
          <p:nvPr/>
        </p:nvSpPr>
        <p:spPr>
          <a:xfrm>
            <a:off x="1409665" y="3524250"/>
            <a:ext cx="12115800" cy="7810500"/>
          </a:xfrm>
          <a:prstGeom prst="rect">
            <a:avLst/>
          </a:prstGeom>
          <a:solidFill>
            <a:srgbClr val="0B2D5C"/>
          </a:solidFill>
          <a:ln w="12700">
            <a:solidFill>
              <a:srgbClr val="FFFFFF">
                <a:alpha val="0"/>
              </a:srgbClr>
            </a:solidFill>
            <a:prstDash val="solid"/>
          </a:ln>
        </p:spPr>
        <p:txBody>
          <a:bodyPr/>
          <a:lstStyle/>
          <a:p>
            <a:endParaRPr lang="en-US"/>
          </a:p>
        </p:txBody>
      </p:sp>
      <p:sp>
        <p:nvSpPr>
          <p:cNvPr id="7" name="Text 5"/>
          <p:cNvSpPr/>
          <p:nvPr/>
        </p:nvSpPr>
        <p:spPr>
          <a:xfrm>
            <a:off x="1783080" y="3767328"/>
            <a:ext cx="11567160" cy="7406640"/>
          </a:xfrm>
          <a:prstGeom prst="rect">
            <a:avLst/>
          </a:prstGeom>
          <a:noFill/>
          <a:ln/>
        </p:spPr>
        <p:txBody>
          <a:bodyPr wrap="non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@mcp.tool(annotations=annotations)</a:t>
            </a:r>
            <a:endParaRPr lang="en-US" sz="2600" dirty="0">
              <a:solidFill>
                <a:srgbClr val="F1F5F9"/>
              </a:solidFill>
              <a:latin typeface="Consolas" pitchFamily="34" charset="0"/>
              <a:ea typeface="Consolas" pitchFamily="34" charset="-122"/>
              <a:cs typeface="Consolas" pitchFamily="34" charset="-120"/>
            </a:endParaRP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async def ler_texto(</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ctx: Context,</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item_id: Annotated[int,</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Field(ge=0, le=2147483647)],</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offset: Annotated[int, Field(ge=0)] = 0,</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limit: Annotated[int,</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Field(ge=1, le=32768)] = 4096</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-&gt; dict[str, Any]:</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args = dict(item_id=item_id,</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offset=offset, limit=limit)</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with registrar(ctx, "text", args) as result:</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result["data"] = get_ponte(ctx).text(</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item_id, offset, limit)</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return result</a:t>
            </a:r>
          </a:p>
        </p:txBody>
      </p:sp>
      <p:sp>
        <p:nvSpPr>
          <p:cNvPr id="8" name="Shape 6"/>
          <p:cNvSpPr/>
          <p:nvPr/>
        </p:nvSpPr>
        <p:spPr>
          <a:xfrm>
            <a:off x="13620410" y="3524250"/>
            <a:ext cx="4952876" cy="1484412"/>
          </a:xfrm>
          <a:prstGeom prst="rect">
            <a:avLst/>
          </a:prstGeom>
          <a:solidFill>
            <a:srgbClr val="223147"/>
          </a:solidFill>
          <a:ln w="12700">
            <a:solidFill>
              <a:srgbClr val="FFFFFF">
                <a:alpha val="0"/>
              </a:srgbClr>
            </a:solidFill>
            <a:prstDash val="solid"/>
          </a:ln>
        </p:spPr>
        <p:txBody>
          <a:bodyPr/>
          <a:lstStyle/>
          <a:p>
            <a:endParaRPr lang="en-US"/>
          </a:p>
        </p:txBody>
      </p:sp>
      <p:sp>
        <p:nvSpPr>
          <p:cNvPr id="9" name="Shape 7"/>
          <p:cNvSpPr/>
          <p:nvPr/>
        </p:nvSpPr>
        <p:spPr>
          <a:xfrm>
            <a:off x="13687082" y="3524250"/>
            <a:ext cx="0" cy="1484412"/>
          </a:xfrm>
          <a:prstGeom prst="line">
            <a:avLst/>
          </a:prstGeom>
          <a:solidFill>
            <a:srgbClr val="111C2D">
              <a:alpha val="0"/>
            </a:srgbClr>
          </a:solidFill>
          <a:ln w="66675">
            <a:solidFill>
              <a:srgbClr val="F9B000"/>
            </a:solidFill>
            <a:prstDash val="solid"/>
          </a:ln>
        </p:spPr>
        <p:txBody>
          <a:bodyPr/>
          <a:lstStyle/>
          <a:p>
            <a:endParaRPr lang="en-US"/>
          </a:p>
        </p:txBody>
      </p:sp>
      <p:sp>
        <p:nvSpPr>
          <p:cNvPr id="10" name="Text 8"/>
          <p:cNvSpPr/>
          <p:nvPr/>
        </p:nvSpPr>
        <p:spPr>
          <a:xfrm>
            <a:off x="14096649" y="3867150"/>
            <a:ext cx="4133746" cy="41910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700" b="1" dirty="0">
                <a:solidFill>
                  <a:srgbClr val="F1F5F9"/>
                </a:solidFill>
                <a:latin typeface="Aptos" pitchFamily="34" charset="0"/>
                <a:ea typeface="Arial" pitchFamily="34" charset="-122"/>
                <a:cs typeface="Arial" pitchFamily="34" charset="-120"/>
              </a:rPr>
              <a:t>ID</a:t>
            </a:r>
            <a:endParaRPr lang="en-US" sz="2900" dirty="0"/>
          </a:p>
        </p:txBody>
      </p:sp>
      <p:sp>
        <p:nvSpPr>
          <p:cNvPr id="11" name="Text 9"/>
          <p:cNvSpPr/>
          <p:nvPr/>
        </p:nvSpPr>
        <p:spPr>
          <a:xfrm>
            <a:off x="14096649" y="4286250"/>
            <a:ext cx="4133746" cy="8229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300" dirty="0">
                <a:solidFill>
                  <a:srgbClr val="F1F5F9"/>
                </a:solidFill>
                <a:latin typeface="Aptos" pitchFamily="34" charset="0"/>
                <a:ea typeface="Arial" pitchFamily="34" charset="-122"/>
                <a:cs typeface="Arial" pitchFamily="34" charset="-120"/>
              </a:rPr>
              <a:t>Qualquer item válido do caso.</a:t>
            </a:r>
            <a:endParaRPr lang="en-US" sz="2300" dirty="0"/>
          </a:p>
        </p:txBody>
      </p:sp>
      <p:sp>
        <p:nvSpPr>
          <p:cNvPr id="12" name="Shape 10"/>
          <p:cNvSpPr/>
          <p:nvPr/>
        </p:nvSpPr>
        <p:spPr>
          <a:xfrm>
            <a:off x="13620410" y="5313462"/>
            <a:ext cx="4952876" cy="1484412"/>
          </a:xfrm>
          <a:prstGeom prst="rect">
            <a:avLst/>
          </a:prstGeom>
          <a:solidFill>
            <a:srgbClr val="223147"/>
          </a:solidFill>
          <a:ln w="12700">
            <a:solidFill>
              <a:srgbClr val="FFFFFF">
                <a:alpha val="0"/>
              </a:srgbClr>
            </a:solidFill>
            <a:prstDash val="solid"/>
          </a:ln>
        </p:spPr>
        <p:txBody>
          <a:bodyPr/>
          <a:lstStyle/>
          <a:p>
            <a:endParaRPr lang="en-US"/>
          </a:p>
        </p:txBody>
      </p:sp>
      <p:sp>
        <p:nvSpPr>
          <p:cNvPr id="13" name="Shape 11"/>
          <p:cNvSpPr/>
          <p:nvPr/>
        </p:nvSpPr>
        <p:spPr>
          <a:xfrm>
            <a:off x="13687082" y="5313462"/>
            <a:ext cx="0" cy="1484412"/>
          </a:xfrm>
          <a:prstGeom prst="line">
            <a:avLst/>
          </a:prstGeom>
          <a:solidFill>
            <a:srgbClr val="111C2D">
              <a:alpha val="0"/>
            </a:srgbClr>
          </a:solidFill>
          <a:ln w="66675">
            <a:solidFill>
              <a:srgbClr val="F9B000"/>
            </a:solidFill>
            <a:prstDash val="solid"/>
          </a:ln>
        </p:spPr>
        <p:txBody>
          <a:bodyPr/>
          <a:lstStyle/>
          <a:p>
            <a:endParaRPr lang="en-US"/>
          </a:p>
        </p:txBody>
      </p:sp>
      <p:sp>
        <p:nvSpPr>
          <p:cNvPr id="14" name="Text 12"/>
          <p:cNvSpPr/>
          <p:nvPr/>
        </p:nvSpPr>
        <p:spPr>
          <a:xfrm>
            <a:off x="14096649" y="5656362"/>
            <a:ext cx="4133746" cy="41910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700" b="1" dirty="0">
                <a:solidFill>
                  <a:srgbClr val="F1F5F9"/>
                </a:solidFill>
                <a:latin typeface="Aptos" pitchFamily="34" charset="0"/>
                <a:ea typeface="Arial" pitchFamily="34" charset="-122"/>
                <a:cs typeface="Arial" pitchFamily="34" charset="-120"/>
              </a:rPr>
              <a:t>Extração</a:t>
            </a:r>
            <a:endParaRPr lang="en-US" sz="2900" dirty="0"/>
          </a:p>
        </p:txBody>
      </p:sp>
      <p:sp>
        <p:nvSpPr>
          <p:cNvPr id="15" name="Text 13"/>
          <p:cNvSpPr/>
          <p:nvPr/>
        </p:nvSpPr>
        <p:spPr>
          <a:xfrm>
            <a:off x="14096649" y="6075462"/>
            <a:ext cx="4133746" cy="8229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300" dirty="0">
                <a:solidFill>
                  <a:srgbClr val="F1F5F9"/>
                </a:solidFill>
                <a:latin typeface="Aptos" pitchFamily="34" charset="0"/>
                <a:ea typeface="Arial" pitchFamily="34" charset="-122"/>
                <a:cs typeface="Arial" pitchFamily="34" charset="-120"/>
              </a:rPr>
              <a:t>Pipeline da aba Texto.</a:t>
            </a:r>
            <a:endParaRPr lang="en-US" sz="2300" dirty="0"/>
          </a:p>
        </p:txBody>
      </p:sp>
      <p:sp>
        <p:nvSpPr>
          <p:cNvPr id="16" name="Shape 14"/>
          <p:cNvSpPr/>
          <p:nvPr/>
        </p:nvSpPr>
        <p:spPr>
          <a:xfrm>
            <a:off x="13620410" y="7102674"/>
            <a:ext cx="4952876" cy="1484412"/>
          </a:xfrm>
          <a:prstGeom prst="rect">
            <a:avLst/>
          </a:prstGeom>
          <a:solidFill>
            <a:srgbClr val="223147"/>
          </a:solidFill>
          <a:ln w="12700">
            <a:solidFill>
              <a:srgbClr val="FFFFFF">
                <a:alpha val="0"/>
              </a:srgbClr>
            </a:solidFill>
            <a:prstDash val="solid"/>
          </a:ln>
        </p:spPr>
        <p:txBody>
          <a:bodyPr/>
          <a:lstStyle/>
          <a:p>
            <a:endParaRPr lang="en-US"/>
          </a:p>
        </p:txBody>
      </p:sp>
      <p:sp>
        <p:nvSpPr>
          <p:cNvPr id="17" name="Shape 15"/>
          <p:cNvSpPr/>
          <p:nvPr/>
        </p:nvSpPr>
        <p:spPr>
          <a:xfrm>
            <a:off x="13687082" y="7102674"/>
            <a:ext cx="0" cy="1484412"/>
          </a:xfrm>
          <a:prstGeom prst="line">
            <a:avLst/>
          </a:prstGeom>
          <a:solidFill>
            <a:srgbClr val="111C2D">
              <a:alpha val="0"/>
            </a:srgbClr>
          </a:solidFill>
          <a:ln w="66675">
            <a:solidFill>
              <a:srgbClr val="F9B000"/>
            </a:solidFill>
            <a:prstDash val="solid"/>
          </a:ln>
        </p:spPr>
        <p:txBody>
          <a:bodyPr/>
          <a:lstStyle/>
          <a:p>
            <a:endParaRPr lang="en-US"/>
          </a:p>
        </p:txBody>
      </p:sp>
      <p:sp>
        <p:nvSpPr>
          <p:cNvPr id="18" name="Text 16"/>
          <p:cNvSpPr/>
          <p:nvPr/>
        </p:nvSpPr>
        <p:spPr>
          <a:xfrm>
            <a:off x="14096649" y="7445574"/>
            <a:ext cx="4133746" cy="41910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700" b="1" dirty="0">
                <a:solidFill>
                  <a:srgbClr val="F1F5F9"/>
                </a:solidFill>
                <a:latin typeface="Aptos" pitchFamily="34" charset="0"/>
                <a:ea typeface="Arial" pitchFamily="34" charset="-122"/>
                <a:cs typeface="Arial" pitchFamily="34" charset="-120"/>
              </a:rPr>
              <a:t>Offset</a:t>
            </a:r>
            <a:endParaRPr lang="en-US" sz="2900" dirty="0"/>
          </a:p>
        </p:txBody>
      </p:sp>
      <p:sp>
        <p:nvSpPr>
          <p:cNvPr id="19" name="Text 17"/>
          <p:cNvSpPr/>
          <p:nvPr/>
        </p:nvSpPr>
        <p:spPr>
          <a:xfrm>
            <a:off x="14096649" y="7864674"/>
            <a:ext cx="4133746" cy="8229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300" dirty="0">
                <a:solidFill>
                  <a:srgbClr val="F1F5F9"/>
                </a:solidFill>
                <a:latin typeface="Aptos" pitchFamily="34" charset="0"/>
                <a:ea typeface="Arial" pitchFamily="34" charset="-122"/>
                <a:cs typeface="Arial" pitchFamily="34" charset="-120"/>
              </a:rPr>
              <a:t>Caracteres, sem teto de 64 mil.</a:t>
            </a:r>
            <a:endParaRPr lang="en-US" sz="2300" dirty="0"/>
          </a:p>
        </p:txBody>
      </p:sp>
      <p:sp>
        <p:nvSpPr>
          <p:cNvPr id="20" name="Shape 18"/>
          <p:cNvSpPr/>
          <p:nvPr/>
        </p:nvSpPr>
        <p:spPr>
          <a:xfrm>
            <a:off x="13620410" y="8891886"/>
            <a:ext cx="4952876" cy="1484412"/>
          </a:xfrm>
          <a:prstGeom prst="rect">
            <a:avLst/>
          </a:prstGeom>
          <a:solidFill>
            <a:srgbClr val="223147"/>
          </a:solidFill>
          <a:ln w="12700">
            <a:solidFill>
              <a:srgbClr val="FFFFFF">
                <a:alpha val="0"/>
              </a:srgbClr>
            </a:solidFill>
            <a:prstDash val="solid"/>
          </a:ln>
        </p:spPr>
        <p:txBody>
          <a:bodyPr/>
          <a:lstStyle/>
          <a:p>
            <a:endParaRPr lang="en-US"/>
          </a:p>
        </p:txBody>
      </p:sp>
      <p:sp>
        <p:nvSpPr>
          <p:cNvPr id="21" name="Shape 19"/>
          <p:cNvSpPr/>
          <p:nvPr/>
        </p:nvSpPr>
        <p:spPr>
          <a:xfrm>
            <a:off x="13687082" y="8891886"/>
            <a:ext cx="0" cy="1484412"/>
          </a:xfrm>
          <a:prstGeom prst="line">
            <a:avLst/>
          </a:prstGeom>
          <a:solidFill>
            <a:srgbClr val="111C2D">
              <a:alpha val="0"/>
            </a:srgbClr>
          </a:solidFill>
          <a:ln w="66675">
            <a:solidFill>
              <a:srgbClr val="F9B000"/>
            </a:solidFill>
            <a:prstDash val="solid"/>
          </a:ln>
        </p:spPr>
        <p:txBody>
          <a:bodyPr/>
          <a:lstStyle/>
          <a:p>
            <a:endParaRPr lang="en-US"/>
          </a:p>
        </p:txBody>
      </p:sp>
      <p:sp>
        <p:nvSpPr>
          <p:cNvPr id="22" name="Text 20"/>
          <p:cNvSpPr/>
          <p:nvPr/>
        </p:nvSpPr>
        <p:spPr>
          <a:xfrm>
            <a:off x="14096649" y="9234786"/>
            <a:ext cx="4133746" cy="41910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700" b="1" dirty="0">
                <a:solidFill>
                  <a:srgbClr val="F1F5F9"/>
                </a:solidFill>
                <a:latin typeface="Aptos" pitchFamily="34" charset="0"/>
                <a:ea typeface="Arial" pitchFamily="34" charset="-122"/>
                <a:cs typeface="Arial" pitchFamily="34" charset="-120"/>
              </a:rPr>
              <a:t>Página</a:t>
            </a:r>
            <a:endParaRPr lang="en-US" sz="2900" dirty="0"/>
          </a:p>
        </p:txBody>
      </p:sp>
      <p:sp>
        <p:nvSpPr>
          <p:cNvPr id="23" name="Text 21"/>
          <p:cNvSpPr/>
          <p:nvPr/>
        </p:nvSpPr>
        <p:spPr>
          <a:xfrm>
            <a:off x="14096649" y="9653886"/>
            <a:ext cx="4133746" cy="8229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300" dirty="0">
                <a:solidFill>
                  <a:srgbClr val="F1F5F9"/>
                </a:solidFill>
                <a:latin typeface="Aptos" pitchFamily="34" charset="0"/>
                <a:ea typeface="Arial" pitchFamily="34" charset="-122"/>
                <a:cs typeface="Arial" pitchFamily="34" charset="-120"/>
              </a:rPr>
              <a:t>Até 32768 caracteres.</a:t>
            </a:r>
            <a:endParaRPr lang="en-US" sz="2300" dirty="0"/>
          </a:p>
        </p:txBody>
      </p:sp>
      <p:sp>
        <p:nvSpPr>
          <p:cNvPr id="24" name="Text 22"/>
          <p:cNvSpPr/>
          <p:nvPr/>
        </p:nvSpPr>
        <p:spPr>
          <a:xfrm>
            <a:off x="1409665" y="12687300"/>
            <a:ext cx="17373600" cy="5943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400" dirty="0">
                <a:solidFill>
                  <a:srgbClr val="F1F5F9"/>
                </a:solidFill>
                <a:latin typeface="Aptos" pitchFamily="34" charset="0"/>
                <a:ea typeface="Arial" pitchFamily="34" charset="-122"/>
                <a:cs typeface="Arial" pitchFamily="34" charset="-120"/>
              </a:rPr>
              <a:t>O servidor não mantém uma lista de formatos permitidos.</a:t>
            </a:r>
            <a:endParaRPr lang="en-US" sz="2100" dirty="0"/>
          </a:p>
        </p:txBody>
      </p:sp>
      <p:sp>
        <p:nvSpPr>
          <p:cNvPr id="25" name="TextBox 24"/>
          <p:cNvSpPr txBox="1"/>
          <p:nvPr/>
        </p:nvSpPr>
        <p:spPr>
          <a:xfrm>
            <a:off x="21214080" y="12344400"/>
            <a:ext cx="2286000" cy="502920"/>
          </a:xfrm>
          <a:prstGeom prst="rect">
            <a:avLst/>
          </a:prstGeom>
          <a:noFill/>
        </p:spPr>
        <p:txBody>
          <a:bodyPr wrap="none" lIns="0" tIns="0" rIns="0" bIns="0">
            <a:noAutofit/>
          </a:bodyPr>
          <a:lstStyle/>
          <a:p>
            <a:pPr>
              <a:lnSpc>
                <a:spcPct val="108000"/>
              </a:lnSpc>
              <a:spcBef>
                <a:spcPts val="0"/>
              </a:spcBef>
              <a:spcAft>
                <a:spcPts val="0"/>
              </a:spcAft>
            </a:pPr>
            <a:r>
              <a:rPr lang="en-US" sz="2200">
                <a:solidFill>
                  <a:srgbClr val="15243B"/>
                </a:solidFill>
                <a:latin typeface="Aptos"/>
              </a:rPr>
              <a:t>36 / 70</a:t>
            </a:r>
            <a:endParaRPr sz="2200">
              <a:solidFill>
                <a:srgbClr val="15243B"/>
              </a:solidFill>
              <a:latin typeface="Aptos"/>
            </a:endParaRP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hape 0"/>
          <p:cNvSpPr/>
          <p:nvPr/>
        </p:nvSpPr>
        <p:spPr>
          <a:xfrm>
            <a:off x="1" y="0"/>
            <a:ext cx="24383390" cy="13716000"/>
          </a:xfrm>
          <a:prstGeom prst="rect">
            <a:avLst/>
          </a:prstGeom>
          <a:solidFill>
            <a:srgbClr val="111C2D"/>
          </a:solidFill>
          <a:ln w="12700">
            <a:solidFill>
              <a:srgbClr val="FFFFFF">
                <a:alpha val="0"/>
              </a:srgbClr>
            </a:solidFill>
            <a:prstDash val="solid"/>
          </a:ln>
        </p:spPr>
        <p:txBody>
          <a:bodyPr/>
          <a:lstStyle/>
          <a:p>
            <a:endParaRPr lang="en-US"/>
          </a:p>
        </p:txBody>
      </p:sp>
      <p:sp>
        <p:nvSpPr>
          <p:cNvPr id="3" name="Shape 1"/>
          <p:cNvSpPr/>
          <p:nvPr/>
        </p:nvSpPr>
        <p:spPr>
          <a:xfrm>
            <a:off x="0" y="0"/>
            <a:ext cx="19811504" cy="1219200"/>
          </a:xfrm>
          <a:prstGeom prst="rect">
            <a:avLst/>
          </a:prstGeom>
          <a:solidFill>
            <a:srgbClr val="D9DCDF"/>
          </a:solidFill>
          <a:ln w="12700">
            <a:solidFill>
              <a:srgbClr val="FFFFFF">
                <a:alpha val="0"/>
              </a:srgbClr>
            </a:solidFill>
            <a:prstDash val="solid"/>
          </a:ln>
        </p:spPr>
        <p:txBody>
          <a:bodyPr/>
          <a:lstStyle/>
          <a:p>
            <a:endParaRPr lang="en-US"/>
          </a:p>
        </p:txBody>
      </p:sp>
      <p:sp>
        <p:nvSpPr>
          <p:cNvPr id="4" name="Shape 2"/>
          <p:cNvSpPr/>
          <p:nvPr/>
        </p:nvSpPr>
        <p:spPr>
          <a:xfrm>
            <a:off x="20382990" y="0"/>
            <a:ext cx="4000400" cy="13716000"/>
          </a:xfrm>
          <a:prstGeom prst="rect">
            <a:avLst/>
          </a:prstGeom>
          <a:solidFill>
            <a:srgbClr val="F9B000"/>
          </a:solidFill>
          <a:ln w="12700">
            <a:solidFill>
              <a:srgbClr val="FFFFFF">
                <a:alpha val="0"/>
              </a:srgbClr>
            </a:solidFill>
            <a:prstDash val="solid"/>
          </a:ln>
        </p:spPr>
        <p:txBody>
          <a:bodyPr/>
          <a:lstStyle/>
          <a:p>
            <a:endParaRPr lang="en-US"/>
          </a:p>
        </p:txBody>
      </p:sp>
      <p:sp>
        <p:nvSpPr>
          <p:cNvPr id="5" name="Text 3"/>
          <p:cNvSpPr/>
          <p:nvPr/>
        </p:nvSpPr>
        <p:spPr>
          <a:xfrm>
            <a:off x="1371567" y="1676400"/>
            <a:ext cx="17525562" cy="164592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5400" b="1" dirty="0">
                <a:solidFill>
                  <a:srgbClr val="68BDF4"/>
                </a:solidFill>
                <a:latin typeface="Aptos Display" pitchFamily="34" charset="0"/>
                <a:ea typeface="Arial" pitchFamily="34" charset="-122"/>
                <a:cs typeface="Arial" pitchFamily="34" charset="-120"/>
              </a:rPr>
              <a:t>Anotações e controles efetivos</a:t>
            </a:r>
            <a:endParaRPr lang="en-US" sz="5600" dirty="0"/>
          </a:p>
        </p:txBody>
      </p:sp>
      <p:sp>
        <p:nvSpPr>
          <p:cNvPr id="6" name="Shape 4"/>
          <p:cNvSpPr/>
          <p:nvPr/>
        </p:nvSpPr>
        <p:spPr>
          <a:xfrm>
            <a:off x="1409664" y="3619500"/>
            <a:ext cx="8400840" cy="3543300"/>
          </a:xfrm>
          <a:prstGeom prst="rect">
            <a:avLst/>
          </a:prstGeom>
          <a:solidFill>
            <a:srgbClr val="223147"/>
          </a:solidFill>
          <a:ln w="12700">
            <a:solidFill>
              <a:srgbClr val="FFFFFF">
                <a:alpha val="0"/>
              </a:srgbClr>
            </a:solidFill>
            <a:prstDash val="solid"/>
          </a:ln>
        </p:spPr>
        <p:txBody>
          <a:bodyPr/>
          <a:lstStyle/>
          <a:p>
            <a:endParaRPr lang="en-US"/>
          </a:p>
        </p:txBody>
      </p:sp>
      <p:sp>
        <p:nvSpPr>
          <p:cNvPr id="7" name="Shape 5"/>
          <p:cNvSpPr/>
          <p:nvPr/>
        </p:nvSpPr>
        <p:spPr>
          <a:xfrm>
            <a:off x="1476338" y="3619500"/>
            <a:ext cx="0" cy="3543300"/>
          </a:xfrm>
          <a:prstGeom prst="line">
            <a:avLst/>
          </a:prstGeom>
          <a:solidFill>
            <a:srgbClr val="111C2D">
              <a:alpha val="0"/>
            </a:srgbClr>
          </a:solidFill>
          <a:ln w="66675">
            <a:solidFill>
              <a:srgbClr val="0B6FBD"/>
            </a:solidFill>
            <a:prstDash val="solid"/>
          </a:ln>
        </p:spPr>
        <p:txBody>
          <a:bodyPr/>
          <a:lstStyle/>
          <a:p>
            <a:endParaRPr lang="en-US"/>
          </a:p>
        </p:txBody>
      </p:sp>
      <p:sp>
        <p:nvSpPr>
          <p:cNvPr id="8" name="Text 6"/>
          <p:cNvSpPr/>
          <p:nvPr/>
        </p:nvSpPr>
        <p:spPr>
          <a:xfrm>
            <a:off x="2000200" y="4076701"/>
            <a:ext cx="7353116" cy="51435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3200" b="1" dirty="0">
                <a:solidFill>
                  <a:srgbClr val="F1F5F9"/>
                </a:solidFill>
                <a:latin typeface="Aptos" pitchFamily="34" charset="0"/>
                <a:ea typeface="Arial" pitchFamily="34" charset="-122"/>
                <a:cs typeface="Arial" pitchFamily="34" charset="-120"/>
              </a:rPr>
              <a:t>readOnlyHint</a:t>
            </a:r>
            <a:endParaRPr lang="en-US" sz="3500" dirty="0"/>
          </a:p>
        </p:txBody>
      </p:sp>
      <p:sp>
        <p:nvSpPr>
          <p:cNvPr id="9" name="Text 7"/>
          <p:cNvSpPr/>
          <p:nvPr/>
        </p:nvSpPr>
        <p:spPr>
          <a:xfrm>
            <a:off x="2000200" y="4591051"/>
            <a:ext cx="7353116" cy="19659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800" dirty="0">
                <a:solidFill>
                  <a:srgbClr val="F1F5F9"/>
                </a:solidFill>
                <a:latin typeface="Aptos" pitchFamily="34" charset="0"/>
                <a:ea typeface="Arial" pitchFamily="34" charset="-122"/>
                <a:cs typeface="Arial" pitchFamily="34" charset="-120"/>
              </a:rPr>
              <a:t>True para consulta. False nas duas ferramentas de gravação.</a:t>
            </a:r>
            <a:endParaRPr lang="en-US" sz="2700" dirty="0"/>
          </a:p>
        </p:txBody>
      </p:sp>
      <p:sp>
        <p:nvSpPr>
          <p:cNvPr id="10" name="Shape 8"/>
          <p:cNvSpPr/>
          <p:nvPr/>
        </p:nvSpPr>
        <p:spPr>
          <a:xfrm>
            <a:off x="10153396" y="3619500"/>
            <a:ext cx="8400840" cy="3543300"/>
          </a:xfrm>
          <a:prstGeom prst="rect">
            <a:avLst/>
          </a:prstGeom>
          <a:solidFill>
            <a:srgbClr val="223147"/>
          </a:solidFill>
          <a:ln w="12700">
            <a:solidFill>
              <a:srgbClr val="FFFFFF">
                <a:alpha val="0"/>
              </a:srgbClr>
            </a:solidFill>
            <a:prstDash val="solid"/>
          </a:ln>
        </p:spPr>
        <p:txBody>
          <a:bodyPr/>
          <a:lstStyle/>
          <a:p>
            <a:endParaRPr lang="en-US"/>
          </a:p>
        </p:txBody>
      </p:sp>
      <p:sp>
        <p:nvSpPr>
          <p:cNvPr id="11" name="Shape 9"/>
          <p:cNvSpPr/>
          <p:nvPr/>
        </p:nvSpPr>
        <p:spPr>
          <a:xfrm>
            <a:off x="10220070" y="3619500"/>
            <a:ext cx="0" cy="3543300"/>
          </a:xfrm>
          <a:prstGeom prst="line">
            <a:avLst/>
          </a:prstGeom>
          <a:solidFill>
            <a:srgbClr val="111C2D">
              <a:alpha val="0"/>
            </a:srgbClr>
          </a:solidFill>
          <a:ln w="66675">
            <a:solidFill>
              <a:srgbClr val="0B6FBD"/>
            </a:solidFill>
            <a:prstDash val="solid"/>
          </a:ln>
        </p:spPr>
        <p:txBody>
          <a:bodyPr/>
          <a:lstStyle/>
          <a:p>
            <a:endParaRPr lang="en-US"/>
          </a:p>
        </p:txBody>
      </p:sp>
      <p:sp>
        <p:nvSpPr>
          <p:cNvPr id="12" name="Text 10"/>
          <p:cNvSpPr/>
          <p:nvPr/>
        </p:nvSpPr>
        <p:spPr>
          <a:xfrm>
            <a:off x="10743932" y="4076701"/>
            <a:ext cx="7353116" cy="51435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3200" b="1" dirty="0">
                <a:solidFill>
                  <a:srgbClr val="F1F5F9"/>
                </a:solidFill>
                <a:latin typeface="Aptos" pitchFamily="34" charset="0"/>
                <a:ea typeface="Arial" pitchFamily="34" charset="-122"/>
                <a:cs typeface="Arial" pitchFamily="34" charset="-120"/>
              </a:rPr>
              <a:t>Schema</a:t>
            </a:r>
            <a:endParaRPr lang="en-US" sz="3500" dirty="0"/>
          </a:p>
        </p:txBody>
      </p:sp>
      <p:sp>
        <p:nvSpPr>
          <p:cNvPr id="13" name="Text 11"/>
          <p:cNvSpPr/>
          <p:nvPr/>
        </p:nvSpPr>
        <p:spPr>
          <a:xfrm>
            <a:off x="10743932" y="4591051"/>
            <a:ext cx="7353116" cy="19659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800" dirty="0">
                <a:solidFill>
                  <a:srgbClr val="F1F5F9"/>
                </a:solidFill>
                <a:latin typeface="Aptos" pitchFamily="34" charset="0"/>
                <a:ea typeface="Arial" pitchFamily="34" charset="-122"/>
                <a:cs typeface="Arial" pitchFamily="34" charset="-120"/>
              </a:rPr>
              <a:t>Define tipos e limites aceitos nas chamadas.</a:t>
            </a:r>
            <a:endParaRPr lang="en-US" sz="2700" dirty="0"/>
          </a:p>
        </p:txBody>
      </p:sp>
      <p:sp>
        <p:nvSpPr>
          <p:cNvPr id="14" name="Shape 12"/>
          <p:cNvSpPr/>
          <p:nvPr/>
        </p:nvSpPr>
        <p:spPr>
          <a:xfrm>
            <a:off x="1409664" y="7505700"/>
            <a:ext cx="8400840" cy="3543300"/>
          </a:xfrm>
          <a:prstGeom prst="rect">
            <a:avLst/>
          </a:prstGeom>
          <a:solidFill>
            <a:srgbClr val="223147"/>
          </a:solidFill>
          <a:ln w="12700">
            <a:solidFill>
              <a:srgbClr val="FFFFFF">
                <a:alpha val="0"/>
              </a:srgbClr>
            </a:solidFill>
            <a:prstDash val="solid"/>
          </a:ln>
        </p:spPr>
        <p:txBody>
          <a:bodyPr/>
          <a:lstStyle/>
          <a:p>
            <a:endParaRPr lang="en-US"/>
          </a:p>
        </p:txBody>
      </p:sp>
      <p:sp>
        <p:nvSpPr>
          <p:cNvPr id="15" name="Shape 13"/>
          <p:cNvSpPr/>
          <p:nvPr/>
        </p:nvSpPr>
        <p:spPr>
          <a:xfrm>
            <a:off x="1476338" y="7505700"/>
            <a:ext cx="0" cy="3543300"/>
          </a:xfrm>
          <a:prstGeom prst="line">
            <a:avLst/>
          </a:prstGeom>
          <a:solidFill>
            <a:srgbClr val="111C2D">
              <a:alpha val="0"/>
            </a:srgbClr>
          </a:solidFill>
          <a:ln w="66675">
            <a:solidFill>
              <a:srgbClr val="F9B000"/>
            </a:solidFill>
            <a:prstDash val="solid"/>
          </a:ln>
        </p:spPr>
        <p:txBody>
          <a:bodyPr/>
          <a:lstStyle/>
          <a:p>
            <a:endParaRPr lang="en-US"/>
          </a:p>
        </p:txBody>
      </p:sp>
      <p:sp>
        <p:nvSpPr>
          <p:cNvPr id="16" name="Text 14"/>
          <p:cNvSpPr/>
          <p:nvPr/>
        </p:nvSpPr>
        <p:spPr>
          <a:xfrm>
            <a:off x="2000200" y="7962901"/>
            <a:ext cx="7353116" cy="51435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3200" b="1" dirty="0">
                <a:solidFill>
                  <a:srgbClr val="F1F5F9"/>
                </a:solidFill>
                <a:latin typeface="Aptos" pitchFamily="34" charset="0"/>
                <a:ea typeface="Arial" pitchFamily="34" charset="-122"/>
                <a:cs typeface="Arial" pitchFamily="34" charset="-120"/>
              </a:rPr>
              <a:t>Implementação</a:t>
            </a:r>
            <a:endParaRPr lang="en-US" sz="3500" dirty="0"/>
          </a:p>
        </p:txBody>
      </p:sp>
      <p:sp>
        <p:nvSpPr>
          <p:cNvPr id="17" name="Text 15"/>
          <p:cNvSpPr/>
          <p:nvPr/>
        </p:nvSpPr>
        <p:spPr>
          <a:xfrm>
            <a:off x="2000200" y="8477251"/>
            <a:ext cx="7353116" cy="19659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800" dirty="0">
                <a:solidFill>
                  <a:srgbClr val="F1F5F9"/>
                </a:solidFill>
                <a:latin typeface="Aptos" pitchFamily="34" charset="0"/>
                <a:ea typeface="Arial" pitchFamily="34" charset="-122"/>
                <a:cs typeface="Arial" pitchFamily="34" charset="-120"/>
              </a:rPr>
              <a:t>Caso fixo e IPED_ALLOW_BOOKMARK_WRITE controlam a escrita.</a:t>
            </a:r>
            <a:endParaRPr lang="en-US" sz="2700" dirty="0"/>
          </a:p>
        </p:txBody>
      </p:sp>
      <p:sp>
        <p:nvSpPr>
          <p:cNvPr id="18" name="Shape 16"/>
          <p:cNvSpPr/>
          <p:nvPr/>
        </p:nvSpPr>
        <p:spPr>
          <a:xfrm>
            <a:off x="10153396" y="7505700"/>
            <a:ext cx="8400840" cy="3543300"/>
          </a:xfrm>
          <a:prstGeom prst="rect">
            <a:avLst/>
          </a:prstGeom>
          <a:solidFill>
            <a:srgbClr val="223147"/>
          </a:solidFill>
          <a:ln w="12700">
            <a:solidFill>
              <a:srgbClr val="FFFFFF">
                <a:alpha val="0"/>
              </a:srgbClr>
            </a:solidFill>
            <a:prstDash val="solid"/>
          </a:ln>
        </p:spPr>
        <p:txBody>
          <a:bodyPr/>
          <a:lstStyle/>
          <a:p>
            <a:endParaRPr lang="en-US"/>
          </a:p>
        </p:txBody>
      </p:sp>
      <p:sp>
        <p:nvSpPr>
          <p:cNvPr id="19" name="Shape 17"/>
          <p:cNvSpPr/>
          <p:nvPr/>
        </p:nvSpPr>
        <p:spPr>
          <a:xfrm>
            <a:off x="10220070" y="7505700"/>
            <a:ext cx="0" cy="3543300"/>
          </a:xfrm>
          <a:prstGeom prst="line">
            <a:avLst/>
          </a:prstGeom>
          <a:solidFill>
            <a:srgbClr val="111C2D">
              <a:alpha val="0"/>
            </a:srgbClr>
          </a:solidFill>
          <a:ln w="66675">
            <a:solidFill>
              <a:srgbClr val="F9B000"/>
            </a:solidFill>
            <a:prstDash val="solid"/>
          </a:ln>
        </p:spPr>
        <p:txBody>
          <a:bodyPr/>
          <a:lstStyle/>
          <a:p>
            <a:endParaRPr lang="en-US"/>
          </a:p>
        </p:txBody>
      </p:sp>
      <p:sp>
        <p:nvSpPr>
          <p:cNvPr id="20" name="Text 18"/>
          <p:cNvSpPr/>
          <p:nvPr/>
        </p:nvSpPr>
        <p:spPr>
          <a:xfrm>
            <a:off x="10743932" y="7962901"/>
            <a:ext cx="7353116" cy="51435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3200" b="1" dirty="0">
                <a:solidFill>
                  <a:srgbClr val="F1F5F9"/>
                </a:solidFill>
                <a:latin typeface="Aptos" pitchFamily="34" charset="0"/>
                <a:ea typeface="Arial" pitchFamily="34" charset="-122"/>
                <a:cs typeface="Arial" pitchFamily="34" charset="-120"/>
              </a:rPr>
              <a:t>Cliente</a:t>
            </a:r>
            <a:endParaRPr lang="en-US" sz="3500" dirty="0"/>
          </a:p>
        </p:txBody>
      </p:sp>
      <p:sp>
        <p:nvSpPr>
          <p:cNvPr id="21" name="Text 19"/>
          <p:cNvSpPr/>
          <p:nvPr/>
        </p:nvSpPr>
        <p:spPr>
          <a:xfrm>
            <a:off x="10743932" y="8477251"/>
            <a:ext cx="7353116" cy="19659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800" dirty="0">
                <a:solidFill>
                  <a:srgbClr val="F1F5F9"/>
                </a:solidFill>
                <a:latin typeface="Aptos" pitchFamily="34" charset="0"/>
                <a:ea typeface="Arial" pitchFamily="34" charset="-122"/>
                <a:cs typeface="Arial" pitchFamily="34" charset="-120"/>
              </a:rPr>
              <a:t>Pode restringir o uso das tools disponíveis ao modelo.</a:t>
            </a:r>
            <a:endParaRPr lang="en-US" sz="2700" dirty="0"/>
          </a:p>
        </p:txBody>
      </p:sp>
      <p:sp>
        <p:nvSpPr>
          <p:cNvPr id="22" name="Text 20"/>
          <p:cNvSpPr/>
          <p:nvPr/>
        </p:nvSpPr>
        <p:spPr>
          <a:xfrm>
            <a:off x="1409664" y="11734801"/>
            <a:ext cx="17144572" cy="112395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500" dirty="0">
                <a:solidFill>
                  <a:srgbClr val="F1F5F9"/>
                </a:solidFill>
                <a:latin typeface="Aptos" pitchFamily="34" charset="0"/>
                <a:ea typeface="Arial" pitchFamily="34" charset="-122"/>
                <a:cs typeface="Arial" pitchFamily="34" charset="-120"/>
              </a:rPr>
              <a:t>As anotações orientam o cliente. O código aplica o escopo.</a:t>
            </a:r>
            <a:endParaRPr lang="en-US" sz="3000" dirty="0"/>
          </a:p>
        </p:txBody>
      </p:sp>
      <p:sp>
        <p:nvSpPr>
          <p:cNvPr id="23" name="TextBox 22"/>
          <p:cNvSpPr txBox="1"/>
          <p:nvPr/>
        </p:nvSpPr>
        <p:spPr>
          <a:xfrm>
            <a:off x="21214080" y="12344400"/>
            <a:ext cx="2286000" cy="502920"/>
          </a:xfrm>
          <a:prstGeom prst="rect">
            <a:avLst/>
          </a:prstGeom>
          <a:noFill/>
        </p:spPr>
        <p:txBody>
          <a:bodyPr wrap="none" lIns="0" tIns="0" rIns="0" bIns="0">
            <a:noAutofit/>
          </a:bodyPr>
          <a:lstStyle/>
          <a:p>
            <a:pPr>
              <a:lnSpc>
                <a:spcPct val="108000"/>
              </a:lnSpc>
              <a:spcBef>
                <a:spcPts val="0"/>
              </a:spcBef>
              <a:spcAft>
                <a:spcPts val="0"/>
              </a:spcAft>
            </a:pPr>
            <a:r>
              <a:rPr lang="en-US" sz="2200">
                <a:solidFill>
                  <a:srgbClr val="15243B"/>
                </a:solidFill>
                <a:latin typeface="Aptos"/>
              </a:rPr>
              <a:t>37 / 70</a:t>
            </a:r>
            <a:endParaRPr sz="2200">
              <a:solidFill>
                <a:srgbClr val="15243B"/>
              </a:solidFill>
              <a:latin typeface="Aptos"/>
            </a:endParaRP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hape 0"/>
          <p:cNvSpPr/>
          <p:nvPr/>
        </p:nvSpPr>
        <p:spPr>
          <a:xfrm>
            <a:off x="1" y="0"/>
            <a:ext cx="24383390" cy="13716000"/>
          </a:xfrm>
          <a:prstGeom prst="rect">
            <a:avLst/>
          </a:prstGeom>
          <a:solidFill>
            <a:srgbClr val="111C2D"/>
          </a:solidFill>
          <a:ln w="12700">
            <a:solidFill>
              <a:srgbClr val="FFFFFF">
                <a:alpha val="0"/>
              </a:srgbClr>
            </a:solidFill>
            <a:prstDash val="solid"/>
          </a:ln>
        </p:spPr>
        <p:txBody>
          <a:bodyPr/>
          <a:lstStyle/>
          <a:p>
            <a:endParaRPr lang="en-US"/>
          </a:p>
        </p:txBody>
      </p:sp>
      <p:sp>
        <p:nvSpPr>
          <p:cNvPr id="3" name="Shape 1"/>
          <p:cNvSpPr/>
          <p:nvPr/>
        </p:nvSpPr>
        <p:spPr>
          <a:xfrm>
            <a:off x="0" y="0"/>
            <a:ext cx="19811504" cy="1219200"/>
          </a:xfrm>
          <a:prstGeom prst="rect">
            <a:avLst/>
          </a:prstGeom>
          <a:solidFill>
            <a:srgbClr val="D9DCDF"/>
          </a:solidFill>
          <a:ln w="12700">
            <a:solidFill>
              <a:srgbClr val="FFFFFF">
                <a:alpha val="0"/>
              </a:srgbClr>
            </a:solidFill>
            <a:prstDash val="solid"/>
          </a:ln>
        </p:spPr>
        <p:txBody>
          <a:bodyPr/>
          <a:lstStyle/>
          <a:p>
            <a:endParaRPr lang="en-US"/>
          </a:p>
        </p:txBody>
      </p:sp>
      <p:sp>
        <p:nvSpPr>
          <p:cNvPr id="4" name="Shape 2"/>
          <p:cNvSpPr/>
          <p:nvPr/>
        </p:nvSpPr>
        <p:spPr>
          <a:xfrm>
            <a:off x="20382990" y="0"/>
            <a:ext cx="4000400" cy="13716000"/>
          </a:xfrm>
          <a:prstGeom prst="rect">
            <a:avLst/>
          </a:prstGeom>
          <a:solidFill>
            <a:srgbClr val="F9B000"/>
          </a:solidFill>
          <a:ln w="12700">
            <a:solidFill>
              <a:srgbClr val="FFFFFF">
                <a:alpha val="0"/>
              </a:srgbClr>
            </a:solidFill>
            <a:prstDash val="solid"/>
          </a:ln>
        </p:spPr>
        <p:txBody>
          <a:bodyPr/>
          <a:lstStyle/>
          <a:p>
            <a:endParaRPr lang="en-US"/>
          </a:p>
        </p:txBody>
      </p:sp>
      <p:sp>
        <p:nvSpPr>
          <p:cNvPr id="5" name="Text 3"/>
          <p:cNvSpPr/>
          <p:nvPr/>
        </p:nvSpPr>
        <p:spPr>
          <a:xfrm>
            <a:off x="1371567" y="1676401"/>
            <a:ext cx="17525562" cy="164592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5000" b="1" dirty="0">
                <a:solidFill>
                  <a:srgbClr val="68BDF4"/>
                </a:solidFill>
                <a:latin typeface="Aptos Display" pitchFamily="34" charset="0"/>
                <a:ea typeface="Arial" pitchFamily="34" charset="-122"/>
                <a:cs typeface="Arial" pitchFamily="34" charset="-120"/>
              </a:rPr>
              <a:t>Servidor 6: resultado e erro explícitos</a:t>
            </a:r>
            <a:endParaRPr lang="en-US" sz="5700" dirty="0"/>
          </a:p>
        </p:txBody>
      </p:sp>
      <p:sp>
        <p:nvSpPr>
          <p:cNvPr id="6" name="Shape 4"/>
          <p:cNvSpPr/>
          <p:nvPr/>
        </p:nvSpPr>
        <p:spPr>
          <a:xfrm>
            <a:off x="1409665" y="3524250"/>
            <a:ext cx="12115800" cy="7810500"/>
          </a:xfrm>
          <a:prstGeom prst="rect">
            <a:avLst/>
          </a:prstGeom>
          <a:solidFill>
            <a:srgbClr val="0B2D5C"/>
          </a:solidFill>
          <a:ln w="12700">
            <a:solidFill>
              <a:srgbClr val="FFFFFF">
                <a:alpha val="0"/>
              </a:srgbClr>
            </a:solidFill>
            <a:prstDash val="solid"/>
          </a:ln>
        </p:spPr>
        <p:txBody>
          <a:bodyPr/>
          <a:lstStyle/>
          <a:p>
            <a:endParaRPr lang="en-US"/>
          </a:p>
        </p:txBody>
      </p:sp>
      <p:sp>
        <p:nvSpPr>
          <p:cNvPr id="7" name="Text 5"/>
          <p:cNvSpPr/>
          <p:nvPr/>
        </p:nvSpPr>
        <p:spPr>
          <a:xfrm>
            <a:off x="1783080" y="3767328"/>
            <a:ext cx="11567160" cy="7406640"/>
          </a:xfrm>
          <a:prstGeom prst="rect">
            <a:avLst/>
          </a:prstGeom>
          <a:noFill/>
          <a:ln/>
        </p:spPr>
        <p:txBody>
          <a:bodyPr wrap="non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a:t>
            </a:r>
            <a:endParaRPr lang="en-US" sz="2600" dirty="0">
              <a:solidFill>
                <a:srgbClr val="F1F5F9"/>
              </a:solidFill>
              <a:latin typeface="Consolas" pitchFamily="34" charset="0"/>
              <a:ea typeface="Consolas" pitchFamily="34" charset="-122"/>
              <a:cs typeface="Consolas" pitchFamily="34" charset="-120"/>
            </a:endParaRP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"ok": false,</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"error": {</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"code": "CONSULTA_INVALIDA",</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"message": "ITEM_INEXISTENTE"</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"record_id": "Q0007",</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"session_id": "&lt;sessao&gt;",</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"case_label": "AURORA_SINTETICO",</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"backend": "iped",</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"timestamp_utc": "&lt;instante UTC&gt;"</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a:t>
            </a:r>
          </a:p>
        </p:txBody>
      </p:sp>
      <p:sp>
        <p:nvSpPr>
          <p:cNvPr id="8" name="Shape 6"/>
          <p:cNvSpPr/>
          <p:nvPr/>
        </p:nvSpPr>
        <p:spPr>
          <a:xfrm>
            <a:off x="13620410" y="3524250"/>
            <a:ext cx="4952876" cy="1484412"/>
          </a:xfrm>
          <a:prstGeom prst="rect">
            <a:avLst/>
          </a:prstGeom>
          <a:solidFill>
            <a:srgbClr val="223147"/>
          </a:solidFill>
          <a:ln w="12700">
            <a:solidFill>
              <a:srgbClr val="FFFFFF">
                <a:alpha val="0"/>
              </a:srgbClr>
            </a:solidFill>
            <a:prstDash val="solid"/>
          </a:ln>
        </p:spPr>
        <p:txBody>
          <a:bodyPr/>
          <a:lstStyle/>
          <a:p>
            <a:endParaRPr lang="en-US"/>
          </a:p>
        </p:txBody>
      </p:sp>
      <p:sp>
        <p:nvSpPr>
          <p:cNvPr id="9" name="Shape 7"/>
          <p:cNvSpPr/>
          <p:nvPr/>
        </p:nvSpPr>
        <p:spPr>
          <a:xfrm>
            <a:off x="13687082" y="3524250"/>
            <a:ext cx="0" cy="1484412"/>
          </a:xfrm>
          <a:prstGeom prst="line">
            <a:avLst/>
          </a:prstGeom>
          <a:solidFill>
            <a:srgbClr val="111C2D">
              <a:alpha val="0"/>
            </a:srgbClr>
          </a:solidFill>
          <a:ln w="66675">
            <a:solidFill>
              <a:srgbClr val="F9B000"/>
            </a:solidFill>
            <a:prstDash val="solid"/>
          </a:ln>
        </p:spPr>
        <p:txBody>
          <a:bodyPr/>
          <a:lstStyle/>
          <a:p>
            <a:endParaRPr lang="en-US"/>
          </a:p>
        </p:txBody>
      </p:sp>
      <p:sp>
        <p:nvSpPr>
          <p:cNvPr id="10" name="Text 8"/>
          <p:cNvSpPr/>
          <p:nvPr/>
        </p:nvSpPr>
        <p:spPr>
          <a:xfrm>
            <a:off x="14096649" y="3867150"/>
            <a:ext cx="4133746" cy="41910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700" b="1" dirty="0">
                <a:solidFill>
                  <a:srgbClr val="F1F5F9"/>
                </a:solidFill>
                <a:latin typeface="Aptos" pitchFamily="34" charset="0"/>
                <a:ea typeface="Arial" pitchFamily="34" charset="-122"/>
                <a:cs typeface="Arial" pitchFamily="34" charset="-120"/>
              </a:rPr>
              <a:t>Domínio</a:t>
            </a:r>
            <a:endParaRPr lang="en-US" sz="2900" dirty="0"/>
          </a:p>
        </p:txBody>
      </p:sp>
      <p:sp>
        <p:nvSpPr>
          <p:cNvPr id="11" name="Text 9"/>
          <p:cNvSpPr/>
          <p:nvPr/>
        </p:nvSpPr>
        <p:spPr>
          <a:xfrm>
            <a:off x="14096649" y="4286250"/>
            <a:ext cx="4133746" cy="8229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300" dirty="0">
                <a:solidFill>
                  <a:srgbClr val="F1F5F9"/>
                </a:solidFill>
                <a:latin typeface="Aptos" pitchFamily="34" charset="0"/>
                <a:ea typeface="Arial" pitchFamily="34" charset="-122"/>
                <a:cs typeface="Arial" pitchFamily="34" charset="-120"/>
              </a:rPr>
              <a:t>Erro esperado no JSON.</a:t>
            </a:r>
            <a:endParaRPr lang="en-US" sz="2300" dirty="0"/>
          </a:p>
        </p:txBody>
      </p:sp>
      <p:sp>
        <p:nvSpPr>
          <p:cNvPr id="12" name="Shape 10"/>
          <p:cNvSpPr/>
          <p:nvPr/>
        </p:nvSpPr>
        <p:spPr>
          <a:xfrm>
            <a:off x="13620410" y="5313462"/>
            <a:ext cx="4952876" cy="1484412"/>
          </a:xfrm>
          <a:prstGeom prst="rect">
            <a:avLst/>
          </a:prstGeom>
          <a:solidFill>
            <a:srgbClr val="223147"/>
          </a:solidFill>
          <a:ln w="12700">
            <a:solidFill>
              <a:srgbClr val="FFFFFF">
                <a:alpha val="0"/>
              </a:srgbClr>
            </a:solidFill>
            <a:prstDash val="solid"/>
          </a:ln>
        </p:spPr>
        <p:txBody>
          <a:bodyPr/>
          <a:lstStyle/>
          <a:p>
            <a:endParaRPr lang="en-US"/>
          </a:p>
        </p:txBody>
      </p:sp>
      <p:sp>
        <p:nvSpPr>
          <p:cNvPr id="13" name="Shape 11"/>
          <p:cNvSpPr/>
          <p:nvPr/>
        </p:nvSpPr>
        <p:spPr>
          <a:xfrm>
            <a:off x="13687082" y="5313462"/>
            <a:ext cx="0" cy="1484412"/>
          </a:xfrm>
          <a:prstGeom prst="line">
            <a:avLst/>
          </a:prstGeom>
          <a:solidFill>
            <a:srgbClr val="111C2D">
              <a:alpha val="0"/>
            </a:srgbClr>
          </a:solidFill>
          <a:ln w="66675">
            <a:solidFill>
              <a:srgbClr val="F9B000"/>
            </a:solidFill>
            <a:prstDash val="solid"/>
          </a:ln>
        </p:spPr>
        <p:txBody>
          <a:bodyPr/>
          <a:lstStyle/>
          <a:p>
            <a:endParaRPr lang="en-US"/>
          </a:p>
        </p:txBody>
      </p:sp>
      <p:sp>
        <p:nvSpPr>
          <p:cNvPr id="14" name="Text 12"/>
          <p:cNvSpPr/>
          <p:nvPr/>
        </p:nvSpPr>
        <p:spPr>
          <a:xfrm>
            <a:off x="14096649" y="5656362"/>
            <a:ext cx="4133746" cy="41910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700" b="1" dirty="0">
                <a:solidFill>
                  <a:srgbClr val="F1F5F9"/>
                </a:solidFill>
                <a:latin typeface="Aptos" pitchFamily="34" charset="0"/>
                <a:ea typeface="Arial" pitchFamily="34" charset="-122"/>
                <a:cs typeface="Arial" pitchFamily="34" charset="-120"/>
              </a:rPr>
              <a:t>Protocolo</a:t>
            </a:r>
            <a:endParaRPr lang="en-US" sz="2900" dirty="0"/>
          </a:p>
        </p:txBody>
      </p:sp>
      <p:sp>
        <p:nvSpPr>
          <p:cNvPr id="15" name="Text 13"/>
          <p:cNvSpPr/>
          <p:nvPr/>
        </p:nvSpPr>
        <p:spPr>
          <a:xfrm>
            <a:off x="14096649" y="6075462"/>
            <a:ext cx="4133746" cy="8229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300" dirty="0">
                <a:solidFill>
                  <a:srgbClr val="F1F5F9"/>
                </a:solidFill>
                <a:latin typeface="Aptos" pitchFamily="34" charset="0"/>
                <a:ea typeface="Arial" pitchFamily="34" charset="-122"/>
                <a:cs typeface="Arial" pitchFamily="34" charset="-120"/>
              </a:rPr>
              <a:t>Schema inválido usa isError.</a:t>
            </a:r>
            <a:endParaRPr lang="en-US" sz="2300" dirty="0"/>
          </a:p>
        </p:txBody>
      </p:sp>
      <p:sp>
        <p:nvSpPr>
          <p:cNvPr id="16" name="Shape 14"/>
          <p:cNvSpPr/>
          <p:nvPr/>
        </p:nvSpPr>
        <p:spPr>
          <a:xfrm>
            <a:off x="13620410" y="7102674"/>
            <a:ext cx="4952876" cy="1484412"/>
          </a:xfrm>
          <a:prstGeom prst="rect">
            <a:avLst/>
          </a:prstGeom>
          <a:solidFill>
            <a:srgbClr val="223147"/>
          </a:solidFill>
          <a:ln w="12700">
            <a:solidFill>
              <a:srgbClr val="FFFFFF">
                <a:alpha val="0"/>
              </a:srgbClr>
            </a:solidFill>
            <a:prstDash val="solid"/>
          </a:ln>
        </p:spPr>
        <p:txBody>
          <a:bodyPr/>
          <a:lstStyle/>
          <a:p>
            <a:endParaRPr lang="en-US"/>
          </a:p>
        </p:txBody>
      </p:sp>
      <p:sp>
        <p:nvSpPr>
          <p:cNvPr id="17" name="Shape 15"/>
          <p:cNvSpPr/>
          <p:nvPr/>
        </p:nvSpPr>
        <p:spPr>
          <a:xfrm>
            <a:off x="13687082" y="7102674"/>
            <a:ext cx="0" cy="1484412"/>
          </a:xfrm>
          <a:prstGeom prst="line">
            <a:avLst/>
          </a:prstGeom>
          <a:solidFill>
            <a:srgbClr val="111C2D">
              <a:alpha val="0"/>
            </a:srgbClr>
          </a:solidFill>
          <a:ln w="66675">
            <a:solidFill>
              <a:srgbClr val="F9B000"/>
            </a:solidFill>
            <a:prstDash val="solid"/>
          </a:ln>
        </p:spPr>
        <p:txBody>
          <a:bodyPr/>
          <a:lstStyle/>
          <a:p>
            <a:endParaRPr lang="en-US"/>
          </a:p>
        </p:txBody>
      </p:sp>
      <p:sp>
        <p:nvSpPr>
          <p:cNvPr id="18" name="Text 16"/>
          <p:cNvSpPr/>
          <p:nvPr/>
        </p:nvSpPr>
        <p:spPr>
          <a:xfrm>
            <a:off x="14096649" y="7445574"/>
            <a:ext cx="4133746" cy="41910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700" b="1" dirty="0">
                <a:solidFill>
                  <a:srgbClr val="F1F5F9"/>
                </a:solidFill>
                <a:latin typeface="Aptos" pitchFamily="34" charset="0"/>
                <a:ea typeface="Arial" pitchFamily="34" charset="-122"/>
                <a:cs typeface="Arial" pitchFamily="34" charset="-120"/>
              </a:rPr>
              <a:t>Diagnóstico</a:t>
            </a:r>
            <a:endParaRPr lang="en-US" sz="2900" dirty="0"/>
          </a:p>
        </p:txBody>
      </p:sp>
      <p:sp>
        <p:nvSpPr>
          <p:cNvPr id="19" name="Text 17"/>
          <p:cNvSpPr/>
          <p:nvPr/>
        </p:nvSpPr>
        <p:spPr>
          <a:xfrm>
            <a:off x="14096649" y="7864674"/>
            <a:ext cx="4133746" cy="8229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300" dirty="0">
                <a:solidFill>
                  <a:srgbClr val="F1F5F9"/>
                </a:solidFill>
                <a:latin typeface="Aptos" pitchFamily="34" charset="0"/>
                <a:ea typeface="Arial" pitchFamily="34" charset="-122"/>
                <a:cs typeface="Arial" pitchFamily="34" charset="-120"/>
              </a:rPr>
              <a:t>Stacktrace em stderr.</a:t>
            </a:r>
            <a:endParaRPr lang="en-US" sz="2300" dirty="0"/>
          </a:p>
        </p:txBody>
      </p:sp>
      <p:sp>
        <p:nvSpPr>
          <p:cNvPr id="20" name="Shape 18"/>
          <p:cNvSpPr/>
          <p:nvPr/>
        </p:nvSpPr>
        <p:spPr>
          <a:xfrm>
            <a:off x="13620410" y="8891886"/>
            <a:ext cx="4952876" cy="1484412"/>
          </a:xfrm>
          <a:prstGeom prst="rect">
            <a:avLst/>
          </a:prstGeom>
          <a:solidFill>
            <a:srgbClr val="223147"/>
          </a:solidFill>
          <a:ln w="12700">
            <a:solidFill>
              <a:srgbClr val="FFFFFF">
                <a:alpha val="0"/>
              </a:srgbClr>
            </a:solidFill>
            <a:prstDash val="solid"/>
          </a:ln>
        </p:spPr>
        <p:txBody>
          <a:bodyPr/>
          <a:lstStyle/>
          <a:p>
            <a:endParaRPr lang="en-US"/>
          </a:p>
        </p:txBody>
      </p:sp>
      <p:sp>
        <p:nvSpPr>
          <p:cNvPr id="21" name="Shape 19"/>
          <p:cNvSpPr/>
          <p:nvPr/>
        </p:nvSpPr>
        <p:spPr>
          <a:xfrm>
            <a:off x="13687082" y="8891886"/>
            <a:ext cx="0" cy="1484412"/>
          </a:xfrm>
          <a:prstGeom prst="line">
            <a:avLst/>
          </a:prstGeom>
          <a:solidFill>
            <a:srgbClr val="111C2D">
              <a:alpha val="0"/>
            </a:srgbClr>
          </a:solidFill>
          <a:ln w="66675">
            <a:solidFill>
              <a:srgbClr val="F9B000"/>
            </a:solidFill>
            <a:prstDash val="solid"/>
          </a:ln>
        </p:spPr>
        <p:txBody>
          <a:bodyPr/>
          <a:lstStyle/>
          <a:p>
            <a:endParaRPr lang="en-US"/>
          </a:p>
        </p:txBody>
      </p:sp>
      <p:sp>
        <p:nvSpPr>
          <p:cNvPr id="22" name="Text 20"/>
          <p:cNvSpPr/>
          <p:nvPr/>
        </p:nvSpPr>
        <p:spPr>
          <a:xfrm>
            <a:off x="14096649" y="9234786"/>
            <a:ext cx="4133746" cy="41910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700" b="1" dirty="0">
                <a:solidFill>
                  <a:srgbClr val="F1F5F9"/>
                </a:solidFill>
                <a:latin typeface="Aptos" pitchFamily="34" charset="0"/>
                <a:ea typeface="Arial" pitchFamily="34" charset="-122"/>
                <a:cs typeface="Arial" pitchFamily="34" charset="-120"/>
              </a:rPr>
              <a:t>Cliente</a:t>
            </a:r>
            <a:endParaRPr lang="en-US" sz="2900" dirty="0"/>
          </a:p>
        </p:txBody>
      </p:sp>
      <p:sp>
        <p:nvSpPr>
          <p:cNvPr id="23" name="Text 21"/>
          <p:cNvSpPr/>
          <p:nvPr/>
        </p:nvSpPr>
        <p:spPr>
          <a:xfrm>
            <a:off x="14096649" y="9653886"/>
            <a:ext cx="4133746" cy="8229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300" dirty="0">
                <a:solidFill>
                  <a:srgbClr val="F1F5F9"/>
                </a:solidFill>
                <a:latin typeface="Aptos" pitchFamily="34" charset="0"/>
                <a:ea typeface="Arial" pitchFamily="34" charset="-122"/>
                <a:cs typeface="Arial" pitchFamily="34" charset="-120"/>
              </a:rPr>
              <a:t>Conferir isError e depois ok.</a:t>
            </a:r>
            <a:endParaRPr lang="en-US" sz="2300" dirty="0"/>
          </a:p>
        </p:txBody>
      </p:sp>
      <p:sp>
        <p:nvSpPr>
          <p:cNvPr id="24" name="Text 22"/>
          <p:cNvSpPr/>
          <p:nvPr/>
        </p:nvSpPr>
        <p:spPr>
          <a:xfrm>
            <a:off x="1409665" y="12687300"/>
            <a:ext cx="17373600" cy="5943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400" dirty="0">
                <a:solidFill>
                  <a:srgbClr val="F1F5F9"/>
                </a:solidFill>
                <a:latin typeface="Aptos" pitchFamily="34" charset="0"/>
                <a:ea typeface="Arial" pitchFamily="34" charset="-122"/>
                <a:cs typeface="Arial" pitchFamily="34" charset="-120"/>
              </a:rPr>
              <a:t>Uma falha de leitura precisa permanecer visível na conclusão.</a:t>
            </a:r>
            <a:endParaRPr lang="en-US" sz="2100" dirty="0"/>
          </a:p>
        </p:txBody>
      </p:sp>
      <p:sp>
        <p:nvSpPr>
          <p:cNvPr id="25" name="TextBox 24"/>
          <p:cNvSpPr txBox="1"/>
          <p:nvPr/>
        </p:nvSpPr>
        <p:spPr>
          <a:xfrm>
            <a:off x="21214080" y="12344400"/>
            <a:ext cx="2286000" cy="502920"/>
          </a:xfrm>
          <a:prstGeom prst="rect">
            <a:avLst/>
          </a:prstGeom>
          <a:noFill/>
        </p:spPr>
        <p:txBody>
          <a:bodyPr wrap="none" lIns="0" tIns="0" rIns="0" bIns="0">
            <a:noAutofit/>
          </a:bodyPr>
          <a:lstStyle/>
          <a:p>
            <a:pPr>
              <a:lnSpc>
                <a:spcPct val="108000"/>
              </a:lnSpc>
              <a:spcBef>
                <a:spcPts val="0"/>
              </a:spcBef>
              <a:spcAft>
                <a:spcPts val="0"/>
              </a:spcAft>
            </a:pPr>
            <a:r>
              <a:rPr lang="en-US" sz="2200">
                <a:solidFill>
                  <a:srgbClr val="15243B"/>
                </a:solidFill>
                <a:latin typeface="Aptos"/>
              </a:rPr>
              <a:t>38 / 70</a:t>
            </a:r>
            <a:endParaRPr sz="2200">
              <a:solidFill>
                <a:srgbClr val="15243B"/>
              </a:solidFill>
              <a:latin typeface="Aptos"/>
            </a:endParaRP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hape 0"/>
          <p:cNvSpPr/>
          <p:nvPr/>
        </p:nvSpPr>
        <p:spPr>
          <a:xfrm>
            <a:off x="1" y="0"/>
            <a:ext cx="24383390" cy="13716000"/>
          </a:xfrm>
          <a:prstGeom prst="rect">
            <a:avLst/>
          </a:prstGeom>
          <a:solidFill>
            <a:srgbClr val="111C2D"/>
          </a:solidFill>
          <a:ln w="12700">
            <a:solidFill>
              <a:srgbClr val="FFFFFF">
                <a:alpha val="0"/>
              </a:srgbClr>
            </a:solidFill>
            <a:prstDash val="solid"/>
          </a:ln>
        </p:spPr>
        <p:txBody>
          <a:bodyPr/>
          <a:lstStyle/>
          <a:p>
            <a:endParaRPr lang="en-US"/>
          </a:p>
        </p:txBody>
      </p:sp>
      <p:sp>
        <p:nvSpPr>
          <p:cNvPr id="3" name="Shape 1"/>
          <p:cNvSpPr/>
          <p:nvPr/>
        </p:nvSpPr>
        <p:spPr>
          <a:xfrm>
            <a:off x="0" y="0"/>
            <a:ext cx="19811504" cy="1219200"/>
          </a:xfrm>
          <a:prstGeom prst="rect">
            <a:avLst/>
          </a:prstGeom>
          <a:solidFill>
            <a:srgbClr val="D9DCDF"/>
          </a:solidFill>
          <a:ln w="12700">
            <a:solidFill>
              <a:srgbClr val="FFFFFF">
                <a:alpha val="0"/>
              </a:srgbClr>
            </a:solidFill>
            <a:prstDash val="solid"/>
          </a:ln>
        </p:spPr>
        <p:txBody>
          <a:bodyPr/>
          <a:lstStyle/>
          <a:p>
            <a:endParaRPr lang="en-US"/>
          </a:p>
        </p:txBody>
      </p:sp>
      <p:sp>
        <p:nvSpPr>
          <p:cNvPr id="4" name="Shape 2"/>
          <p:cNvSpPr/>
          <p:nvPr/>
        </p:nvSpPr>
        <p:spPr>
          <a:xfrm>
            <a:off x="20382990" y="0"/>
            <a:ext cx="4000400" cy="13716000"/>
          </a:xfrm>
          <a:prstGeom prst="rect">
            <a:avLst/>
          </a:prstGeom>
          <a:solidFill>
            <a:srgbClr val="F9B000"/>
          </a:solidFill>
          <a:ln w="12700">
            <a:solidFill>
              <a:srgbClr val="FFFFFF">
                <a:alpha val="0"/>
              </a:srgbClr>
            </a:solidFill>
            <a:prstDash val="solid"/>
          </a:ln>
        </p:spPr>
        <p:txBody>
          <a:bodyPr/>
          <a:lstStyle/>
          <a:p>
            <a:endParaRPr lang="en-US"/>
          </a:p>
        </p:txBody>
      </p:sp>
      <p:sp>
        <p:nvSpPr>
          <p:cNvPr id="5" name="Text 3"/>
          <p:cNvSpPr/>
          <p:nvPr/>
        </p:nvSpPr>
        <p:spPr>
          <a:xfrm>
            <a:off x="1371567" y="1676401"/>
            <a:ext cx="17525562" cy="164592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5400" b="1" dirty="0">
                <a:solidFill>
                  <a:srgbClr val="68BDF4"/>
                </a:solidFill>
                <a:latin typeface="Aptos Display" pitchFamily="34" charset="0"/>
                <a:ea typeface="Arial" pitchFamily="34" charset="-122"/>
                <a:cs typeface="Arial" pitchFamily="34" charset="-120"/>
              </a:rPr>
              <a:t>Servidor 7: registro das consultas</a:t>
            </a:r>
            <a:endParaRPr lang="en-US" sz="5700" dirty="0"/>
          </a:p>
        </p:txBody>
      </p:sp>
      <p:sp>
        <p:nvSpPr>
          <p:cNvPr id="6" name="Shape 4"/>
          <p:cNvSpPr/>
          <p:nvPr/>
        </p:nvSpPr>
        <p:spPr>
          <a:xfrm>
            <a:off x="1409665" y="3524250"/>
            <a:ext cx="12115800" cy="7810500"/>
          </a:xfrm>
          <a:prstGeom prst="rect">
            <a:avLst/>
          </a:prstGeom>
          <a:solidFill>
            <a:srgbClr val="0B2D5C"/>
          </a:solidFill>
          <a:ln w="12700">
            <a:solidFill>
              <a:srgbClr val="FFFFFF">
                <a:alpha val="0"/>
              </a:srgbClr>
            </a:solidFill>
            <a:prstDash val="solid"/>
          </a:ln>
        </p:spPr>
        <p:txBody>
          <a:bodyPr/>
          <a:lstStyle/>
          <a:p>
            <a:endParaRPr lang="en-US"/>
          </a:p>
        </p:txBody>
      </p:sp>
      <p:sp>
        <p:nvSpPr>
          <p:cNvPr id="7" name="Text 5"/>
          <p:cNvSpPr/>
          <p:nvPr/>
        </p:nvSpPr>
        <p:spPr>
          <a:xfrm>
            <a:off x="1783080" y="3767328"/>
            <a:ext cx="11567160" cy="7406640"/>
          </a:xfrm>
          <a:prstGeom prst="rect">
            <a:avLst/>
          </a:prstGeom>
          <a:noFill/>
          <a:ln/>
        </p:spPr>
        <p:txBody>
          <a:bodyPr wrap="non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record = {</a:t>
            </a:r>
            <a:endParaRPr lang="en-US" sz="2600" dirty="0">
              <a:solidFill>
                <a:srgbClr val="F1F5F9"/>
              </a:solidFill>
              <a:latin typeface="Consolas" pitchFamily="34" charset="0"/>
              <a:ea typeface="Consolas" pitchFamily="34" charset="-122"/>
              <a:cs typeface="Consolas" pitchFamily="34" charset="-120"/>
            </a:endParaRP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"operation": operation,</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"arguments": arguments,</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"result": result,</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"result_sha256": digest</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with audit_path.open("a", encoding="utf-8") as f:</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f.write(json.dumps(record,</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ensure_ascii=False) + "\n")</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Registro: sessão + Q0001, Q0002, ...</a:t>
            </a:r>
          </a:p>
        </p:txBody>
      </p:sp>
      <p:sp>
        <p:nvSpPr>
          <p:cNvPr id="8" name="Shape 6"/>
          <p:cNvSpPr/>
          <p:nvPr/>
        </p:nvSpPr>
        <p:spPr>
          <a:xfrm>
            <a:off x="13620410" y="3524250"/>
            <a:ext cx="4952876" cy="1484412"/>
          </a:xfrm>
          <a:prstGeom prst="rect">
            <a:avLst/>
          </a:prstGeom>
          <a:solidFill>
            <a:srgbClr val="223147"/>
          </a:solidFill>
          <a:ln w="12700">
            <a:solidFill>
              <a:srgbClr val="FFFFFF">
                <a:alpha val="0"/>
              </a:srgbClr>
            </a:solidFill>
            <a:prstDash val="solid"/>
          </a:ln>
        </p:spPr>
        <p:txBody>
          <a:bodyPr/>
          <a:lstStyle/>
          <a:p>
            <a:endParaRPr lang="en-US"/>
          </a:p>
        </p:txBody>
      </p:sp>
      <p:sp>
        <p:nvSpPr>
          <p:cNvPr id="9" name="Shape 7"/>
          <p:cNvSpPr/>
          <p:nvPr/>
        </p:nvSpPr>
        <p:spPr>
          <a:xfrm>
            <a:off x="13687082" y="3524250"/>
            <a:ext cx="0" cy="1484412"/>
          </a:xfrm>
          <a:prstGeom prst="line">
            <a:avLst/>
          </a:prstGeom>
          <a:solidFill>
            <a:srgbClr val="111C2D">
              <a:alpha val="0"/>
            </a:srgbClr>
          </a:solidFill>
          <a:ln w="66675">
            <a:solidFill>
              <a:srgbClr val="F9B000"/>
            </a:solidFill>
            <a:prstDash val="solid"/>
          </a:ln>
        </p:spPr>
        <p:txBody>
          <a:bodyPr/>
          <a:lstStyle/>
          <a:p>
            <a:endParaRPr lang="en-US"/>
          </a:p>
        </p:txBody>
      </p:sp>
      <p:sp>
        <p:nvSpPr>
          <p:cNvPr id="10" name="Text 8"/>
          <p:cNvSpPr/>
          <p:nvPr/>
        </p:nvSpPr>
        <p:spPr>
          <a:xfrm>
            <a:off x="14096649" y="3867150"/>
            <a:ext cx="4133746" cy="41910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700" b="1" dirty="0">
                <a:solidFill>
                  <a:srgbClr val="F1F5F9"/>
                </a:solidFill>
                <a:latin typeface="Aptos" pitchFamily="34" charset="0"/>
                <a:ea typeface="Arial" pitchFamily="34" charset="-122"/>
                <a:cs typeface="Arial" pitchFamily="34" charset="-120"/>
              </a:rPr>
              <a:t>Entrada</a:t>
            </a:r>
            <a:endParaRPr lang="en-US" sz="2900" dirty="0"/>
          </a:p>
        </p:txBody>
      </p:sp>
      <p:sp>
        <p:nvSpPr>
          <p:cNvPr id="11" name="Text 9"/>
          <p:cNvSpPr/>
          <p:nvPr/>
        </p:nvSpPr>
        <p:spPr>
          <a:xfrm>
            <a:off x="14096649" y="4286250"/>
            <a:ext cx="4133746" cy="8229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300" dirty="0">
                <a:solidFill>
                  <a:srgbClr val="F1F5F9"/>
                </a:solidFill>
                <a:latin typeface="Aptos" pitchFamily="34" charset="0"/>
                <a:ea typeface="Arial" pitchFamily="34" charset="-122"/>
                <a:cs typeface="Arial" pitchFamily="34" charset="-120"/>
              </a:rPr>
              <a:t>Consulta e parâmetros.</a:t>
            </a:r>
            <a:endParaRPr lang="en-US" sz="2300" dirty="0"/>
          </a:p>
        </p:txBody>
      </p:sp>
      <p:sp>
        <p:nvSpPr>
          <p:cNvPr id="12" name="Shape 10"/>
          <p:cNvSpPr/>
          <p:nvPr/>
        </p:nvSpPr>
        <p:spPr>
          <a:xfrm>
            <a:off x="13620410" y="5313462"/>
            <a:ext cx="4952876" cy="1484412"/>
          </a:xfrm>
          <a:prstGeom prst="rect">
            <a:avLst/>
          </a:prstGeom>
          <a:solidFill>
            <a:srgbClr val="223147"/>
          </a:solidFill>
          <a:ln w="12700">
            <a:solidFill>
              <a:srgbClr val="FFFFFF">
                <a:alpha val="0"/>
              </a:srgbClr>
            </a:solidFill>
            <a:prstDash val="solid"/>
          </a:ln>
        </p:spPr>
        <p:txBody>
          <a:bodyPr/>
          <a:lstStyle/>
          <a:p>
            <a:endParaRPr lang="en-US"/>
          </a:p>
        </p:txBody>
      </p:sp>
      <p:sp>
        <p:nvSpPr>
          <p:cNvPr id="13" name="Shape 11"/>
          <p:cNvSpPr/>
          <p:nvPr/>
        </p:nvSpPr>
        <p:spPr>
          <a:xfrm>
            <a:off x="13687082" y="5313462"/>
            <a:ext cx="0" cy="1484412"/>
          </a:xfrm>
          <a:prstGeom prst="line">
            <a:avLst/>
          </a:prstGeom>
          <a:solidFill>
            <a:srgbClr val="111C2D">
              <a:alpha val="0"/>
            </a:srgbClr>
          </a:solidFill>
          <a:ln w="66675">
            <a:solidFill>
              <a:srgbClr val="F9B000"/>
            </a:solidFill>
            <a:prstDash val="solid"/>
          </a:ln>
        </p:spPr>
        <p:txBody>
          <a:bodyPr/>
          <a:lstStyle/>
          <a:p>
            <a:endParaRPr lang="en-US"/>
          </a:p>
        </p:txBody>
      </p:sp>
      <p:sp>
        <p:nvSpPr>
          <p:cNvPr id="14" name="Text 12"/>
          <p:cNvSpPr/>
          <p:nvPr/>
        </p:nvSpPr>
        <p:spPr>
          <a:xfrm>
            <a:off x="14096649" y="5656362"/>
            <a:ext cx="4133746" cy="41910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700" b="1" dirty="0">
                <a:solidFill>
                  <a:srgbClr val="F1F5F9"/>
                </a:solidFill>
                <a:latin typeface="Aptos" pitchFamily="34" charset="0"/>
                <a:ea typeface="Arial" pitchFamily="34" charset="-122"/>
                <a:cs typeface="Arial" pitchFamily="34" charset="-120"/>
              </a:rPr>
              <a:t>Saída</a:t>
            </a:r>
            <a:endParaRPr lang="en-US" sz="2900" dirty="0"/>
          </a:p>
        </p:txBody>
      </p:sp>
      <p:sp>
        <p:nvSpPr>
          <p:cNvPr id="15" name="Text 13"/>
          <p:cNvSpPr/>
          <p:nvPr/>
        </p:nvSpPr>
        <p:spPr>
          <a:xfrm>
            <a:off x="14096649" y="6075462"/>
            <a:ext cx="4133746" cy="8229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300" dirty="0">
                <a:solidFill>
                  <a:srgbClr val="F1F5F9"/>
                </a:solidFill>
                <a:latin typeface="Aptos" pitchFamily="34" charset="0"/>
                <a:ea typeface="Arial" pitchFamily="34" charset="-122"/>
                <a:cs typeface="Arial" pitchFamily="34" charset="-120"/>
              </a:rPr>
              <a:t>Resposta limitada devolvida.</a:t>
            </a:r>
            <a:endParaRPr lang="en-US" sz="2300" dirty="0"/>
          </a:p>
        </p:txBody>
      </p:sp>
      <p:sp>
        <p:nvSpPr>
          <p:cNvPr id="16" name="Shape 14"/>
          <p:cNvSpPr/>
          <p:nvPr/>
        </p:nvSpPr>
        <p:spPr>
          <a:xfrm>
            <a:off x="13620410" y="7102674"/>
            <a:ext cx="4952876" cy="1484412"/>
          </a:xfrm>
          <a:prstGeom prst="rect">
            <a:avLst/>
          </a:prstGeom>
          <a:solidFill>
            <a:srgbClr val="223147"/>
          </a:solidFill>
          <a:ln w="12700">
            <a:solidFill>
              <a:srgbClr val="FFFFFF">
                <a:alpha val="0"/>
              </a:srgbClr>
            </a:solidFill>
            <a:prstDash val="solid"/>
          </a:ln>
        </p:spPr>
        <p:txBody>
          <a:bodyPr/>
          <a:lstStyle/>
          <a:p>
            <a:endParaRPr lang="en-US"/>
          </a:p>
        </p:txBody>
      </p:sp>
      <p:sp>
        <p:nvSpPr>
          <p:cNvPr id="17" name="Shape 15"/>
          <p:cNvSpPr/>
          <p:nvPr/>
        </p:nvSpPr>
        <p:spPr>
          <a:xfrm>
            <a:off x="13687082" y="7102674"/>
            <a:ext cx="0" cy="1484412"/>
          </a:xfrm>
          <a:prstGeom prst="line">
            <a:avLst/>
          </a:prstGeom>
          <a:solidFill>
            <a:srgbClr val="111C2D">
              <a:alpha val="0"/>
            </a:srgbClr>
          </a:solidFill>
          <a:ln w="66675">
            <a:solidFill>
              <a:srgbClr val="F9B000"/>
            </a:solidFill>
            <a:prstDash val="solid"/>
          </a:ln>
        </p:spPr>
        <p:txBody>
          <a:bodyPr/>
          <a:lstStyle/>
          <a:p>
            <a:endParaRPr lang="en-US"/>
          </a:p>
        </p:txBody>
      </p:sp>
      <p:sp>
        <p:nvSpPr>
          <p:cNvPr id="18" name="Text 16"/>
          <p:cNvSpPr/>
          <p:nvPr/>
        </p:nvSpPr>
        <p:spPr>
          <a:xfrm>
            <a:off x="14096649" y="7445574"/>
            <a:ext cx="4133746" cy="41910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700" b="1" dirty="0">
                <a:solidFill>
                  <a:srgbClr val="F1F5F9"/>
                </a:solidFill>
                <a:latin typeface="Aptos" pitchFamily="34" charset="0"/>
                <a:ea typeface="Arial" pitchFamily="34" charset="-122"/>
                <a:cs typeface="Arial" pitchFamily="34" charset="-120"/>
              </a:rPr>
              <a:t>Referência</a:t>
            </a:r>
            <a:endParaRPr lang="en-US" sz="2900" dirty="0"/>
          </a:p>
        </p:txBody>
      </p:sp>
      <p:sp>
        <p:nvSpPr>
          <p:cNvPr id="19" name="Text 17"/>
          <p:cNvSpPr/>
          <p:nvPr/>
        </p:nvSpPr>
        <p:spPr>
          <a:xfrm>
            <a:off x="14096649" y="7864674"/>
            <a:ext cx="4133746" cy="8229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300" dirty="0">
                <a:solidFill>
                  <a:srgbClr val="F1F5F9"/>
                </a:solidFill>
                <a:latin typeface="Aptos" pitchFamily="34" charset="0"/>
                <a:ea typeface="Arial" pitchFamily="34" charset="-122"/>
                <a:cs typeface="Arial" pitchFamily="34" charset="-120"/>
              </a:rPr>
              <a:t>Sessão evita colisão dos IDs.</a:t>
            </a:r>
            <a:endParaRPr lang="en-US" sz="2300" dirty="0"/>
          </a:p>
        </p:txBody>
      </p:sp>
      <p:sp>
        <p:nvSpPr>
          <p:cNvPr id="20" name="Shape 18"/>
          <p:cNvSpPr/>
          <p:nvPr/>
        </p:nvSpPr>
        <p:spPr>
          <a:xfrm>
            <a:off x="13620410" y="8891886"/>
            <a:ext cx="4952876" cy="1484412"/>
          </a:xfrm>
          <a:prstGeom prst="rect">
            <a:avLst/>
          </a:prstGeom>
          <a:solidFill>
            <a:srgbClr val="223147"/>
          </a:solidFill>
          <a:ln w="12700">
            <a:solidFill>
              <a:srgbClr val="FFFFFF">
                <a:alpha val="0"/>
              </a:srgbClr>
            </a:solidFill>
            <a:prstDash val="solid"/>
          </a:ln>
        </p:spPr>
        <p:txBody>
          <a:bodyPr/>
          <a:lstStyle/>
          <a:p>
            <a:endParaRPr lang="en-US"/>
          </a:p>
        </p:txBody>
      </p:sp>
      <p:sp>
        <p:nvSpPr>
          <p:cNvPr id="21" name="Shape 19"/>
          <p:cNvSpPr/>
          <p:nvPr/>
        </p:nvSpPr>
        <p:spPr>
          <a:xfrm>
            <a:off x="13687082" y="8891886"/>
            <a:ext cx="0" cy="1484412"/>
          </a:xfrm>
          <a:prstGeom prst="line">
            <a:avLst/>
          </a:prstGeom>
          <a:solidFill>
            <a:srgbClr val="111C2D">
              <a:alpha val="0"/>
            </a:srgbClr>
          </a:solidFill>
          <a:ln w="66675">
            <a:solidFill>
              <a:srgbClr val="F9B000"/>
            </a:solidFill>
            <a:prstDash val="solid"/>
          </a:ln>
        </p:spPr>
        <p:txBody>
          <a:bodyPr/>
          <a:lstStyle/>
          <a:p>
            <a:endParaRPr lang="en-US"/>
          </a:p>
        </p:txBody>
      </p:sp>
      <p:sp>
        <p:nvSpPr>
          <p:cNvPr id="22" name="Text 20"/>
          <p:cNvSpPr/>
          <p:nvPr/>
        </p:nvSpPr>
        <p:spPr>
          <a:xfrm>
            <a:off x="14096649" y="9234786"/>
            <a:ext cx="4133746" cy="41910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700" b="1" dirty="0">
                <a:solidFill>
                  <a:srgbClr val="F1F5F9"/>
                </a:solidFill>
                <a:latin typeface="Aptos" pitchFamily="34" charset="0"/>
                <a:ea typeface="Arial" pitchFamily="34" charset="-122"/>
                <a:cs typeface="Arial" pitchFamily="34" charset="-120"/>
              </a:rPr>
              <a:t>Digest</a:t>
            </a:r>
            <a:endParaRPr lang="en-US" sz="2900" dirty="0"/>
          </a:p>
        </p:txBody>
      </p:sp>
      <p:sp>
        <p:nvSpPr>
          <p:cNvPr id="23" name="Text 21"/>
          <p:cNvSpPr/>
          <p:nvPr/>
        </p:nvSpPr>
        <p:spPr>
          <a:xfrm>
            <a:off x="14096649" y="9653886"/>
            <a:ext cx="4133746" cy="8229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300" dirty="0">
                <a:solidFill>
                  <a:srgbClr val="F1F5F9"/>
                </a:solidFill>
                <a:latin typeface="Aptos" pitchFamily="34" charset="0"/>
                <a:ea typeface="Arial" pitchFamily="34" charset="-122"/>
                <a:cs typeface="Arial" pitchFamily="34" charset="-120"/>
              </a:rPr>
              <a:t>SHA-256 do JSON canônico.</a:t>
            </a:r>
            <a:endParaRPr lang="en-US" sz="2300" dirty="0"/>
          </a:p>
        </p:txBody>
      </p:sp>
      <p:sp>
        <p:nvSpPr>
          <p:cNvPr id="24" name="Text 22"/>
          <p:cNvSpPr/>
          <p:nvPr/>
        </p:nvSpPr>
        <p:spPr>
          <a:xfrm>
            <a:off x="1409665" y="12687300"/>
            <a:ext cx="17373600" cy="5943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400" dirty="0">
                <a:solidFill>
                  <a:srgbClr val="F1F5F9"/>
                </a:solidFill>
                <a:latin typeface="Aptos" pitchFamily="34" charset="0"/>
                <a:ea typeface="Arial" pitchFamily="34" charset="-122"/>
                <a:cs typeface="Arial" pitchFamily="34" charset="-120"/>
              </a:rPr>
              <a:t>O JSONL do laboratório contém os dados consultados.</a:t>
            </a:r>
            <a:endParaRPr lang="en-US" sz="2100" dirty="0"/>
          </a:p>
        </p:txBody>
      </p:sp>
      <p:sp>
        <p:nvSpPr>
          <p:cNvPr id="25" name="TextBox 24"/>
          <p:cNvSpPr txBox="1"/>
          <p:nvPr/>
        </p:nvSpPr>
        <p:spPr>
          <a:xfrm>
            <a:off x="21214080" y="12344400"/>
            <a:ext cx="2286000" cy="502920"/>
          </a:xfrm>
          <a:prstGeom prst="rect">
            <a:avLst/>
          </a:prstGeom>
          <a:noFill/>
        </p:spPr>
        <p:txBody>
          <a:bodyPr wrap="none" lIns="0" tIns="0" rIns="0" bIns="0">
            <a:noAutofit/>
          </a:bodyPr>
          <a:lstStyle/>
          <a:p>
            <a:pPr>
              <a:lnSpc>
                <a:spcPct val="108000"/>
              </a:lnSpc>
              <a:spcBef>
                <a:spcPts val="0"/>
              </a:spcBef>
              <a:spcAft>
                <a:spcPts val="0"/>
              </a:spcAft>
            </a:pPr>
            <a:r>
              <a:rPr lang="en-US" sz="2200">
                <a:solidFill>
                  <a:srgbClr val="15243B"/>
                </a:solidFill>
                <a:latin typeface="Aptos"/>
              </a:rPr>
              <a:t>39 / 70</a:t>
            </a:r>
            <a:endParaRPr sz="2200">
              <a:solidFill>
                <a:srgbClr val="15243B"/>
              </a:solidFill>
              <a:latin typeface="Aptos"/>
            </a:endParaRP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hape 0"/>
          <p:cNvSpPr/>
          <p:nvPr/>
        </p:nvSpPr>
        <p:spPr>
          <a:xfrm>
            <a:off x="1" y="0"/>
            <a:ext cx="24383390" cy="13716000"/>
          </a:xfrm>
          <a:prstGeom prst="rect">
            <a:avLst/>
          </a:prstGeom>
          <a:solidFill>
            <a:srgbClr val="111C2D"/>
          </a:solidFill>
          <a:ln w="12700">
            <a:solidFill>
              <a:srgbClr val="FFFFFF">
                <a:alpha val="0"/>
              </a:srgbClr>
            </a:solidFill>
            <a:prstDash val="solid"/>
          </a:ln>
        </p:spPr>
        <p:txBody>
          <a:bodyPr/>
          <a:lstStyle/>
          <a:p>
            <a:endParaRPr lang="en-US"/>
          </a:p>
        </p:txBody>
      </p:sp>
      <p:sp>
        <p:nvSpPr>
          <p:cNvPr id="3" name="Shape 1"/>
          <p:cNvSpPr/>
          <p:nvPr/>
        </p:nvSpPr>
        <p:spPr>
          <a:xfrm>
            <a:off x="0" y="0"/>
            <a:ext cx="19811504" cy="1219200"/>
          </a:xfrm>
          <a:prstGeom prst="rect">
            <a:avLst/>
          </a:prstGeom>
          <a:solidFill>
            <a:srgbClr val="D9DCDF"/>
          </a:solidFill>
          <a:ln w="12700">
            <a:solidFill>
              <a:srgbClr val="FFFFFF">
                <a:alpha val="0"/>
              </a:srgbClr>
            </a:solidFill>
            <a:prstDash val="solid"/>
          </a:ln>
        </p:spPr>
        <p:txBody>
          <a:bodyPr/>
          <a:lstStyle/>
          <a:p>
            <a:endParaRPr lang="en-US"/>
          </a:p>
        </p:txBody>
      </p:sp>
      <p:sp>
        <p:nvSpPr>
          <p:cNvPr id="4" name="Shape 2"/>
          <p:cNvSpPr/>
          <p:nvPr/>
        </p:nvSpPr>
        <p:spPr>
          <a:xfrm>
            <a:off x="20382990" y="0"/>
            <a:ext cx="4000400" cy="13716000"/>
          </a:xfrm>
          <a:prstGeom prst="rect">
            <a:avLst/>
          </a:prstGeom>
          <a:solidFill>
            <a:srgbClr val="F9B000"/>
          </a:solidFill>
          <a:ln w="12700">
            <a:solidFill>
              <a:srgbClr val="FFFFFF">
                <a:alpha val="0"/>
              </a:srgbClr>
            </a:solidFill>
            <a:prstDash val="solid"/>
          </a:ln>
        </p:spPr>
        <p:txBody>
          <a:bodyPr/>
          <a:lstStyle/>
          <a:p>
            <a:endParaRPr lang="en-US"/>
          </a:p>
        </p:txBody>
      </p:sp>
      <p:sp>
        <p:nvSpPr>
          <p:cNvPr id="5" name="Text 3"/>
          <p:cNvSpPr/>
          <p:nvPr/>
        </p:nvSpPr>
        <p:spPr>
          <a:xfrm>
            <a:off x="1371567" y="1676401"/>
            <a:ext cx="17525562" cy="164592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5400" b="1" dirty="0">
                <a:solidFill>
                  <a:srgbClr val="68BDF4"/>
                </a:solidFill>
                <a:latin typeface="Aptos Display" pitchFamily="34" charset="0"/>
                <a:ea typeface="Arial" pitchFamily="34" charset="-122"/>
                <a:cs typeface="Arial" pitchFamily="34" charset="-120"/>
              </a:rPr>
              <a:t>Servidor 8: transporte stdio</a:t>
            </a:r>
            <a:endParaRPr lang="en-US" sz="5700" dirty="0"/>
          </a:p>
        </p:txBody>
      </p:sp>
      <p:sp>
        <p:nvSpPr>
          <p:cNvPr id="6" name="Shape 4"/>
          <p:cNvSpPr/>
          <p:nvPr/>
        </p:nvSpPr>
        <p:spPr>
          <a:xfrm>
            <a:off x="1409665" y="3524250"/>
            <a:ext cx="12115800" cy="7810500"/>
          </a:xfrm>
          <a:prstGeom prst="rect">
            <a:avLst/>
          </a:prstGeom>
          <a:solidFill>
            <a:srgbClr val="0B2D5C"/>
          </a:solidFill>
          <a:ln w="12700">
            <a:solidFill>
              <a:srgbClr val="FFFFFF">
                <a:alpha val="0"/>
              </a:srgbClr>
            </a:solidFill>
            <a:prstDash val="solid"/>
          </a:ln>
        </p:spPr>
        <p:txBody>
          <a:bodyPr/>
          <a:lstStyle/>
          <a:p>
            <a:endParaRPr lang="en-US"/>
          </a:p>
        </p:txBody>
      </p:sp>
      <p:sp>
        <p:nvSpPr>
          <p:cNvPr id="7" name="Text 5"/>
          <p:cNvSpPr/>
          <p:nvPr/>
        </p:nvSpPr>
        <p:spPr>
          <a:xfrm>
            <a:off x="1783080" y="3767328"/>
            <a:ext cx="11567160" cy="7406640"/>
          </a:xfrm>
          <a:prstGeom prst="rect">
            <a:avLst/>
          </a:prstGeom>
          <a:noFill/>
          <a:ln/>
        </p:spPr>
        <p:txBody>
          <a:bodyPr wrap="non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if __name__ == "__main__":</a:t>
            </a:r>
            <a:endParaRPr lang="en-US" sz="2600" dirty="0">
              <a:solidFill>
                <a:srgbClr val="F1F5F9"/>
              </a:solidFill>
              <a:latin typeface="Consolas" pitchFamily="34" charset="0"/>
              <a:ea typeface="Consolas" pitchFamily="34" charset="-122"/>
              <a:cs typeface="Consolas" pitchFamily="34" charset="-120"/>
            </a:endParaRP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logging.basicConfig(</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stream=sys.stderr, level=logging.INFO)</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create_server().run(</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transport="stdio")</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Sem print de depuração em stdout.</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Python envia diagnóstico a stderr.</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Java usa System.setOut(System.err).</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O cliente inicia e encerra o subprocesso.</a:t>
            </a:r>
          </a:p>
        </p:txBody>
      </p:sp>
      <p:sp>
        <p:nvSpPr>
          <p:cNvPr id="8" name="Shape 6"/>
          <p:cNvSpPr/>
          <p:nvPr/>
        </p:nvSpPr>
        <p:spPr>
          <a:xfrm>
            <a:off x="13620410" y="3524250"/>
            <a:ext cx="4952876" cy="1484412"/>
          </a:xfrm>
          <a:prstGeom prst="rect">
            <a:avLst/>
          </a:prstGeom>
          <a:solidFill>
            <a:srgbClr val="223147"/>
          </a:solidFill>
          <a:ln w="12700">
            <a:solidFill>
              <a:srgbClr val="FFFFFF">
                <a:alpha val="0"/>
              </a:srgbClr>
            </a:solidFill>
            <a:prstDash val="solid"/>
          </a:ln>
        </p:spPr>
        <p:txBody>
          <a:bodyPr/>
          <a:lstStyle/>
          <a:p>
            <a:endParaRPr lang="en-US"/>
          </a:p>
        </p:txBody>
      </p:sp>
      <p:sp>
        <p:nvSpPr>
          <p:cNvPr id="9" name="Shape 7"/>
          <p:cNvSpPr/>
          <p:nvPr/>
        </p:nvSpPr>
        <p:spPr>
          <a:xfrm>
            <a:off x="13687082" y="3524250"/>
            <a:ext cx="0" cy="1484412"/>
          </a:xfrm>
          <a:prstGeom prst="line">
            <a:avLst/>
          </a:prstGeom>
          <a:solidFill>
            <a:srgbClr val="111C2D">
              <a:alpha val="0"/>
            </a:srgbClr>
          </a:solidFill>
          <a:ln w="66675">
            <a:solidFill>
              <a:srgbClr val="F9B000"/>
            </a:solidFill>
            <a:prstDash val="solid"/>
          </a:ln>
        </p:spPr>
        <p:txBody>
          <a:bodyPr/>
          <a:lstStyle/>
          <a:p>
            <a:endParaRPr lang="en-US"/>
          </a:p>
        </p:txBody>
      </p:sp>
      <p:sp>
        <p:nvSpPr>
          <p:cNvPr id="10" name="Text 8"/>
          <p:cNvSpPr/>
          <p:nvPr/>
        </p:nvSpPr>
        <p:spPr>
          <a:xfrm>
            <a:off x="14096649" y="3867150"/>
            <a:ext cx="4133746" cy="41910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700" b="1" dirty="0">
                <a:solidFill>
                  <a:srgbClr val="F1F5F9"/>
                </a:solidFill>
                <a:latin typeface="Aptos" pitchFamily="34" charset="0"/>
                <a:ea typeface="Arial" pitchFamily="34" charset="-122"/>
                <a:cs typeface="Arial" pitchFamily="34" charset="-120"/>
              </a:rPr>
              <a:t>Canal</a:t>
            </a:r>
            <a:endParaRPr lang="en-US" sz="2900" dirty="0"/>
          </a:p>
        </p:txBody>
      </p:sp>
      <p:sp>
        <p:nvSpPr>
          <p:cNvPr id="11" name="Text 9"/>
          <p:cNvSpPr/>
          <p:nvPr/>
        </p:nvSpPr>
        <p:spPr>
          <a:xfrm>
            <a:off x="14096649" y="4286250"/>
            <a:ext cx="4133746" cy="8229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300" dirty="0">
                <a:solidFill>
                  <a:srgbClr val="F1F5F9"/>
                </a:solidFill>
                <a:latin typeface="Aptos" pitchFamily="34" charset="0"/>
                <a:ea typeface="Arial" pitchFamily="34" charset="-122"/>
                <a:cs typeface="Arial" pitchFamily="34" charset="-120"/>
              </a:rPr>
              <a:t>stdin e stdout levam MCP.</a:t>
            </a:r>
            <a:endParaRPr lang="en-US" sz="2300" dirty="0"/>
          </a:p>
        </p:txBody>
      </p:sp>
      <p:sp>
        <p:nvSpPr>
          <p:cNvPr id="12" name="Shape 10"/>
          <p:cNvSpPr/>
          <p:nvPr/>
        </p:nvSpPr>
        <p:spPr>
          <a:xfrm>
            <a:off x="13620410" y="5313462"/>
            <a:ext cx="4952876" cy="1484412"/>
          </a:xfrm>
          <a:prstGeom prst="rect">
            <a:avLst/>
          </a:prstGeom>
          <a:solidFill>
            <a:srgbClr val="223147"/>
          </a:solidFill>
          <a:ln w="12700">
            <a:solidFill>
              <a:srgbClr val="FFFFFF">
                <a:alpha val="0"/>
              </a:srgbClr>
            </a:solidFill>
            <a:prstDash val="solid"/>
          </a:ln>
        </p:spPr>
        <p:txBody>
          <a:bodyPr/>
          <a:lstStyle/>
          <a:p>
            <a:endParaRPr lang="en-US"/>
          </a:p>
        </p:txBody>
      </p:sp>
      <p:sp>
        <p:nvSpPr>
          <p:cNvPr id="13" name="Shape 11"/>
          <p:cNvSpPr/>
          <p:nvPr/>
        </p:nvSpPr>
        <p:spPr>
          <a:xfrm>
            <a:off x="13687082" y="5313462"/>
            <a:ext cx="0" cy="1484412"/>
          </a:xfrm>
          <a:prstGeom prst="line">
            <a:avLst/>
          </a:prstGeom>
          <a:solidFill>
            <a:srgbClr val="111C2D">
              <a:alpha val="0"/>
            </a:srgbClr>
          </a:solidFill>
          <a:ln w="66675">
            <a:solidFill>
              <a:srgbClr val="F9B000"/>
            </a:solidFill>
            <a:prstDash val="solid"/>
          </a:ln>
        </p:spPr>
        <p:txBody>
          <a:bodyPr/>
          <a:lstStyle/>
          <a:p>
            <a:endParaRPr lang="en-US"/>
          </a:p>
        </p:txBody>
      </p:sp>
      <p:sp>
        <p:nvSpPr>
          <p:cNvPr id="14" name="Text 12"/>
          <p:cNvSpPr/>
          <p:nvPr/>
        </p:nvSpPr>
        <p:spPr>
          <a:xfrm>
            <a:off x="14096649" y="5656362"/>
            <a:ext cx="4133746" cy="41910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700" b="1" dirty="0">
                <a:solidFill>
                  <a:srgbClr val="F1F5F9"/>
                </a:solidFill>
                <a:latin typeface="Aptos" pitchFamily="34" charset="0"/>
                <a:ea typeface="Arial" pitchFamily="34" charset="-122"/>
                <a:cs typeface="Arial" pitchFamily="34" charset="-120"/>
              </a:rPr>
              <a:t>Logs</a:t>
            </a:r>
            <a:endParaRPr lang="en-US" sz="2900" dirty="0"/>
          </a:p>
        </p:txBody>
      </p:sp>
      <p:sp>
        <p:nvSpPr>
          <p:cNvPr id="15" name="Text 13"/>
          <p:cNvSpPr/>
          <p:nvPr/>
        </p:nvSpPr>
        <p:spPr>
          <a:xfrm>
            <a:off x="14096649" y="6075462"/>
            <a:ext cx="4133746" cy="8229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300" dirty="0">
                <a:solidFill>
                  <a:srgbClr val="F1F5F9"/>
                </a:solidFill>
                <a:latin typeface="Aptos" pitchFamily="34" charset="0"/>
                <a:ea typeface="Arial" pitchFamily="34" charset="-122"/>
                <a:cs typeface="Arial" pitchFamily="34" charset="-120"/>
              </a:rPr>
              <a:t>stderr leva diagnósticos.</a:t>
            </a:r>
            <a:endParaRPr lang="en-US" sz="2300" dirty="0"/>
          </a:p>
        </p:txBody>
      </p:sp>
      <p:sp>
        <p:nvSpPr>
          <p:cNvPr id="16" name="Shape 14"/>
          <p:cNvSpPr/>
          <p:nvPr/>
        </p:nvSpPr>
        <p:spPr>
          <a:xfrm>
            <a:off x="13620410" y="7102674"/>
            <a:ext cx="4952876" cy="1484412"/>
          </a:xfrm>
          <a:prstGeom prst="rect">
            <a:avLst/>
          </a:prstGeom>
          <a:solidFill>
            <a:srgbClr val="223147"/>
          </a:solidFill>
          <a:ln w="12700">
            <a:solidFill>
              <a:srgbClr val="FFFFFF">
                <a:alpha val="0"/>
              </a:srgbClr>
            </a:solidFill>
            <a:prstDash val="solid"/>
          </a:ln>
        </p:spPr>
        <p:txBody>
          <a:bodyPr/>
          <a:lstStyle/>
          <a:p>
            <a:endParaRPr lang="en-US"/>
          </a:p>
        </p:txBody>
      </p:sp>
      <p:sp>
        <p:nvSpPr>
          <p:cNvPr id="17" name="Shape 15"/>
          <p:cNvSpPr/>
          <p:nvPr/>
        </p:nvSpPr>
        <p:spPr>
          <a:xfrm>
            <a:off x="13687082" y="7102674"/>
            <a:ext cx="0" cy="1484412"/>
          </a:xfrm>
          <a:prstGeom prst="line">
            <a:avLst/>
          </a:prstGeom>
          <a:solidFill>
            <a:srgbClr val="111C2D">
              <a:alpha val="0"/>
            </a:srgbClr>
          </a:solidFill>
          <a:ln w="66675">
            <a:solidFill>
              <a:srgbClr val="F9B000"/>
            </a:solidFill>
            <a:prstDash val="solid"/>
          </a:ln>
        </p:spPr>
        <p:txBody>
          <a:bodyPr/>
          <a:lstStyle/>
          <a:p>
            <a:endParaRPr lang="en-US"/>
          </a:p>
        </p:txBody>
      </p:sp>
      <p:sp>
        <p:nvSpPr>
          <p:cNvPr id="18" name="Text 16"/>
          <p:cNvSpPr/>
          <p:nvPr/>
        </p:nvSpPr>
        <p:spPr>
          <a:xfrm>
            <a:off x="14096649" y="7445574"/>
            <a:ext cx="4133746" cy="41910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700" b="1" dirty="0">
                <a:solidFill>
                  <a:srgbClr val="F1F5F9"/>
                </a:solidFill>
                <a:latin typeface="Aptos" pitchFamily="34" charset="0"/>
                <a:ea typeface="Arial" pitchFamily="34" charset="-122"/>
                <a:cs typeface="Arial" pitchFamily="34" charset="-120"/>
              </a:rPr>
              <a:t>Processo</a:t>
            </a:r>
            <a:endParaRPr lang="en-US" sz="2900" dirty="0"/>
          </a:p>
        </p:txBody>
      </p:sp>
      <p:sp>
        <p:nvSpPr>
          <p:cNvPr id="19" name="Text 17"/>
          <p:cNvSpPr/>
          <p:nvPr/>
        </p:nvSpPr>
        <p:spPr>
          <a:xfrm>
            <a:off x="14096649" y="7864674"/>
            <a:ext cx="4133746" cy="8229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300" dirty="0">
                <a:solidFill>
                  <a:srgbClr val="F1F5F9"/>
                </a:solidFill>
                <a:latin typeface="Aptos" pitchFamily="34" charset="0"/>
                <a:ea typeface="Arial" pitchFamily="34" charset="-122"/>
                <a:cs typeface="Arial" pitchFamily="34" charset="-120"/>
              </a:rPr>
              <a:t>Cliente gerencia o servidor.</a:t>
            </a:r>
            <a:endParaRPr lang="en-US" sz="2300" dirty="0"/>
          </a:p>
        </p:txBody>
      </p:sp>
      <p:sp>
        <p:nvSpPr>
          <p:cNvPr id="20" name="Shape 18"/>
          <p:cNvSpPr/>
          <p:nvPr/>
        </p:nvSpPr>
        <p:spPr>
          <a:xfrm>
            <a:off x="13620410" y="8891886"/>
            <a:ext cx="4952876" cy="1484412"/>
          </a:xfrm>
          <a:prstGeom prst="rect">
            <a:avLst/>
          </a:prstGeom>
          <a:solidFill>
            <a:srgbClr val="223147"/>
          </a:solidFill>
          <a:ln w="12700">
            <a:solidFill>
              <a:srgbClr val="FFFFFF">
                <a:alpha val="0"/>
              </a:srgbClr>
            </a:solidFill>
            <a:prstDash val="solid"/>
          </a:ln>
        </p:spPr>
        <p:txBody>
          <a:bodyPr/>
          <a:lstStyle/>
          <a:p>
            <a:endParaRPr lang="en-US"/>
          </a:p>
        </p:txBody>
      </p:sp>
      <p:sp>
        <p:nvSpPr>
          <p:cNvPr id="21" name="Shape 19"/>
          <p:cNvSpPr/>
          <p:nvPr/>
        </p:nvSpPr>
        <p:spPr>
          <a:xfrm>
            <a:off x="13687082" y="8891886"/>
            <a:ext cx="0" cy="1484412"/>
          </a:xfrm>
          <a:prstGeom prst="line">
            <a:avLst/>
          </a:prstGeom>
          <a:solidFill>
            <a:srgbClr val="111C2D">
              <a:alpha val="0"/>
            </a:srgbClr>
          </a:solidFill>
          <a:ln w="66675">
            <a:solidFill>
              <a:srgbClr val="F9B000"/>
            </a:solidFill>
            <a:prstDash val="solid"/>
          </a:ln>
        </p:spPr>
        <p:txBody>
          <a:bodyPr/>
          <a:lstStyle/>
          <a:p>
            <a:endParaRPr lang="en-US"/>
          </a:p>
        </p:txBody>
      </p:sp>
      <p:sp>
        <p:nvSpPr>
          <p:cNvPr id="22" name="Text 20"/>
          <p:cNvSpPr/>
          <p:nvPr/>
        </p:nvSpPr>
        <p:spPr>
          <a:xfrm>
            <a:off x="14096649" y="9234786"/>
            <a:ext cx="4133746" cy="41910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700" b="1" dirty="0">
                <a:solidFill>
                  <a:srgbClr val="F1F5F9"/>
                </a:solidFill>
                <a:latin typeface="Aptos" pitchFamily="34" charset="0"/>
                <a:ea typeface="Arial" pitchFamily="34" charset="-122"/>
                <a:cs typeface="Arial" pitchFamily="34" charset="-120"/>
              </a:rPr>
              <a:t>Rede</a:t>
            </a:r>
            <a:endParaRPr lang="en-US" sz="2900" dirty="0"/>
          </a:p>
        </p:txBody>
      </p:sp>
      <p:sp>
        <p:nvSpPr>
          <p:cNvPr id="23" name="Text 21"/>
          <p:cNvSpPr/>
          <p:nvPr/>
        </p:nvSpPr>
        <p:spPr>
          <a:xfrm>
            <a:off x="14096649" y="9653886"/>
            <a:ext cx="4133746" cy="8229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300" dirty="0">
                <a:solidFill>
                  <a:srgbClr val="F1F5F9"/>
                </a:solidFill>
                <a:latin typeface="Aptos" pitchFamily="34" charset="0"/>
                <a:ea typeface="Arial" pitchFamily="34" charset="-122"/>
                <a:cs typeface="Arial" pitchFamily="34" charset="-120"/>
              </a:rPr>
              <a:t>MCP sem porta neste caminho.</a:t>
            </a:r>
            <a:endParaRPr lang="en-US" sz="2300" dirty="0"/>
          </a:p>
        </p:txBody>
      </p:sp>
      <p:sp>
        <p:nvSpPr>
          <p:cNvPr id="24" name="Text 22"/>
          <p:cNvSpPr/>
          <p:nvPr/>
        </p:nvSpPr>
        <p:spPr>
          <a:xfrm>
            <a:off x="1409665" y="12687300"/>
            <a:ext cx="17373600" cy="5943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400" dirty="0">
                <a:solidFill>
                  <a:srgbClr val="F1F5F9"/>
                </a:solidFill>
                <a:latin typeface="Aptos" pitchFamily="34" charset="0"/>
                <a:ea typeface="Arial" pitchFamily="34" charset="-122"/>
                <a:cs typeface="Arial" pitchFamily="34" charset="-120"/>
              </a:rPr>
              <a:t>O modelo configurado no cliente ainda pode receber os resultados.</a:t>
            </a:r>
            <a:endParaRPr lang="en-US" sz="2100" dirty="0"/>
          </a:p>
        </p:txBody>
      </p:sp>
      <p:sp>
        <p:nvSpPr>
          <p:cNvPr id="25" name="TextBox 24"/>
          <p:cNvSpPr txBox="1"/>
          <p:nvPr/>
        </p:nvSpPr>
        <p:spPr>
          <a:xfrm>
            <a:off x="21214080" y="12344400"/>
            <a:ext cx="2286000" cy="502920"/>
          </a:xfrm>
          <a:prstGeom prst="rect">
            <a:avLst/>
          </a:prstGeom>
          <a:noFill/>
        </p:spPr>
        <p:txBody>
          <a:bodyPr wrap="none" lIns="0" tIns="0" rIns="0" bIns="0">
            <a:noAutofit/>
          </a:bodyPr>
          <a:lstStyle/>
          <a:p>
            <a:pPr>
              <a:lnSpc>
                <a:spcPct val="108000"/>
              </a:lnSpc>
              <a:spcBef>
                <a:spcPts val="0"/>
              </a:spcBef>
              <a:spcAft>
                <a:spcPts val="0"/>
              </a:spcAft>
            </a:pPr>
            <a:r>
              <a:rPr lang="en-US" sz="2200">
                <a:solidFill>
                  <a:srgbClr val="15243B"/>
                </a:solidFill>
                <a:latin typeface="Aptos"/>
              </a:rPr>
              <a:t>40 / 70</a:t>
            </a:r>
            <a:endParaRPr sz="2200">
              <a:solidFill>
                <a:srgbClr val="15243B"/>
              </a:solidFill>
              <a:latin typeface="Aptos"/>
            </a:endParaRP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hape 0"/>
          <p:cNvSpPr/>
          <p:nvPr/>
        </p:nvSpPr>
        <p:spPr>
          <a:xfrm>
            <a:off x="1" y="0"/>
            <a:ext cx="24383390" cy="13716000"/>
          </a:xfrm>
          <a:prstGeom prst="rect">
            <a:avLst/>
          </a:prstGeom>
          <a:solidFill>
            <a:srgbClr val="111C2D"/>
          </a:solidFill>
          <a:ln w="12700">
            <a:solidFill>
              <a:srgbClr val="FFFFFF">
                <a:alpha val="0"/>
              </a:srgbClr>
            </a:solidFill>
            <a:prstDash val="solid"/>
          </a:ln>
        </p:spPr>
        <p:txBody>
          <a:bodyPr/>
          <a:lstStyle/>
          <a:p>
            <a:endParaRPr lang="en-US"/>
          </a:p>
        </p:txBody>
      </p:sp>
      <p:sp>
        <p:nvSpPr>
          <p:cNvPr id="3" name="Shape 1"/>
          <p:cNvSpPr/>
          <p:nvPr/>
        </p:nvSpPr>
        <p:spPr>
          <a:xfrm>
            <a:off x="0" y="0"/>
            <a:ext cx="19811504" cy="1219200"/>
          </a:xfrm>
          <a:prstGeom prst="rect">
            <a:avLst/>
          </a:prstGeom>
          <a:solidFill>
            <a:srgbClr val="D9DCDF"/>
          </a:solidFill>
          <a:ln w="12700">
            <a:solidFill>
              <a:srgbClr val="FFFFFF">
                <a:alpha val="0"/>
              </a:srgbClr>
            </a:solidFill>
            <a:prstDash val="solid"/>
          </a:ln>
        </p:spPr>
        <p:txBody>
          <a:bodyPr/>
          <a:lstStyle/>
          <a:p>
            <a:endParaRPr lang="en-US"/>
          </a:p>
        </p:txBody>
      </p:sp>
      <p:sp>
        <p:nvSpPr>
          <p:cNvPr id="4" name="Shape 2"/>
          <p:cNvSpPr/>
          <p:nvPr/>
        </p:nvSpPr>
        <p:spPr>
          <a:xfrm>
            <a:off x="20382990" y="0"/>
            <a:ext cx="4000400" cy="13716000"/>
          </a:xfrm>
          <a:prstGeom prst="rect">
            <a:avLst/>
          </a:prstGeom>
          <a:solidFill>
            <a:srgbClr val="F9B000"/>
          </a:solidFill>
          <a:ln w="12700">
            <a:solidFill>
              <a:srgbClr val="FFFFFF">
                <a:alpha val="0"/>
              </a:srgbClr>
            </a:solidFill>
            <a:prstDash val="solid"/>
          </a:ln>
        </p:spPr>
        <p:txBody>
          <a:bodyPr/>
          <a:lstStyle/>
          <a:p>
            <a:endParaRPr lang="en-US"/>
          </a:p>
        </p:txBody>
      </p:sp>
      <p:sp>
        <p:nvSpPr>
          <p:cNvPr id="5" name="Text 3"/>
          <p:cNvSpPr/>
          <p:nvPr/>
        </p:nvSpPr>
        <p:spPr>
          <a:xfrm>
            <a:off x="1371567" y="1676401"/>
            <a:ext cx="17525562" cy="164592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5400" b="1" dirty="0">
                <a:solidFill>
                  <a:srgbClr val="68BDF4"/>
                </a:solidFill>
                <a:latin typeface="Aptos Display" pitchFamily="34" charset="0"/>
                <a:ea typeface="Arial" pitchFamily="34" charset="-122"/>
                <a:cs typeface="Arial" pitchFamily="34" charset="-120"/>
              </a:rPr>
              <a:t>Cliente 1: conexão sem modelo</a:t>
            </a:r>
            <a:endParaRPr lang="en-US" sz="5700" dirty="0"/>
          </a:p>
        </p:txBody>
      </p:sp>
      <p:sp>
        <p:nvSpPr>
          <p:cNvPr id="6" name="Shape 4"/>
          <p:cNvSpPr/>
          <p:nvPr/>
        </p:nvSpPr>
        <p:spPr>
          <a:xfrm>
            <a:off x="1409665" y="3524250"/>
            <a:ext cx="12115800" cy="7810500"/>
          </a:xfrm>
          <a:prstGeom prst="rect">
            <a:avLst/>
          </a:prstGeom>
          <a:solidFill>
            <a:srgbClr val="0B2D5C"/>
          </a:solidFill>
          <a:ln w="12700">
            <a:solidFill>
              <a:srgbClr val="FFFFFF">
                <a:alpha val="0"/>
              </a:srgbClr>
            </a:solidFill>
            <a:prstDash val="solid"/>
          </a:ln>
        </p:spPr>
        <p:txBody>
          <a:bodyPr/>
          <a:lstStyle/>
          <a:p>
            <a:endParaRPr lang="en-US"/>
          </a:p>
        </p:txBody>
      </p:sp>
      <p:sp>
        <p:nvSpPr>
          <p:cNvPr id="7" name="Text 5"/>
          <p:cNvSpPr/>
          <p:nvPr/>
        </p:nvSpPr>
        <p:spPr>
          <a:xfrm>
            <a:off x="1783080" y="3767328"/>
            <a:ext cx="11567160" cy="7406640"/>
          </a:xfrm>
          <a:prstGeom prst="rect">
            <a:avLst/>
          </a:prstGeom>
          <a:noFill/>
          <a:ln/>
        </p:spPr>
        <p:txBody>
          <a:bodyPr wrap="non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params = StdioServerParameters(</a:t>
            </a:r>
            <a:endParaRPr lang="en-US" sz="2600" dirty="0">
              <a:solidFill>
                <a:srgbClr val="F1F5F9"/>
              </a:solidFill>
              <a:latin typeface="Consolas" pitchFamily="34" charset="0"/>
              <a:ea typeface="Consolas" pitchFamily="34" charset="-122"/>
              <a:cs typeface="Consolas" pitchFamily="34" charset="-120"/>
            </a:endParaRP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command=sys.executable,</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args=[str(server_path)],</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env=dict(os.environ))</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async with stdio_client(params) as (read, write):</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async with ClientSession(read, write) as s:</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await s.initialize()</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catalog = await s.list_tools()</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print([tool.name</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for tool in catalog.tools])</a:t>
            </a:r>
          </a:p>
        </p:txBody>
      </p:sp>
      <p:sp>
        <p:nvSpPr>
          <p:cNvPr id="8" name="Shape 6"/>
          <p:cNvSpPr/>
          <p:nvPr/>
        </p:nvSpPr>
        <p:spPr>
          <a:xfrm>
            <a:off x="13620410" y="3524250"/>
            <a:ext cx="4952876" cy="1484412"/>
          </a:xfrm>
          <a:prstGeom prst="rect">
            <a:avLst/>
          </a:prstGeom>
          <a:solidFill>
            <a:srgbClr val="223147"/>
          </a:solidFill>
          <a:ln w="12700">
            <a:solidFill>
              <a:srgbClr val="FFFFFF">
                <a:alpha val="0"/>
              </a:srgbClr>
            </a:solidFill>
            <a:prstDash val="solid"/>
          </a:ln>
        </p:spPr>
        <p:txBody>
          <a:bodyPr/>
          <a:lstStyle/>
          <a:p>
            <a:endParaRPr lang="en-US"/>
          </a:p>
        </p:txBody>
      </p:sp>
      <p:sp>
        <p:nvSpPr>
          <p:cNvPr id="9" name="Shape 7"/>
          <p:cNvSpPr/>
          <p:nvPr/>
        </p:nvSpPr>
        <p:spPr>
          <a:xfrm>
            <a:off x="13687082" y="3524250"/>
            <a:ext cx="0" cy="1484412"/>
          </a:xfrm>
          <a:prstGeom prst="line">
            <a:avLst/>
          </a:prstGeom>
          <a:solidFill>
            <a:srgbClr val="111C2D">
              <a:alpha val="0"/>
            </a:srgbClr>
          </a:solidFill>
          <a:ln w="66675">
            <a:solidFill>
              <a:srgbClr val="F9B000"/>
            </a:solidFill>
            <a:prstDash val="solid"/>
          </a:ln>
        </p:spPr>
        <p:txBody>
          <a:bodyPr/>
          <a:lstStyle/>
          <a:p>
            <a:endParaRPr lang="en-US"/>
          </a:p>
        </p:txBody>
      </p:sp>
      <p:sp>
        <p:nvSpPr>
          <p:cNvPr id="10" name="Text 8"/>
          <p:cNvSpPr/>
          <p:nvPr/>
        </p:nvSpPr>
        <p:spPr>
          <a:xfrm>
            <a:off x="14096649" y="3867150"/>
            <a:ext cx="4133746" cy="41910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700" b="1" dirty="0">
                <a:solidFill>
                  <a:srgbClr val="F1F5F9"/>
                </a:solidFill>
                <a:latin typeface="Aptos" pitchFamily="34" charset="0"/>
                <a:ea typeface="Arial" pitchFamily="34" charset="-122"/>
                <a:cs typeface="Arial" pitchFamily="34" charset="-120"/>
              </a:rPr>
              <a:t>Runtime</a:t>
            </a:r>
            <a:endParaRPr lang="en-US" sz="2900" dirty="0"/>
          </a:p>
        </p:txBody>
      </p:sp>
      <p:sp>
        <p:nvSpPr>
          <p:cNvPr id="11" name="Text 9"/>
          <p:cNvSpPr/>
          <p:nvPr/>
        </p:nvSpPr>
        <p:spPr>
          <a:xfrm>
            <a:off x="14096649" y="4286250"/>
            <a:ext cx="4133746" cy="8229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300" dirty="0">
                <a:solidFill>
                  <a:srgbClr val="F1F5F9"/>
                </a:solidFill>
                <a:latin typeface="Aptos" pitchFamily="34" charset="0"/>
                <a:ea typeface="Arial" pitchFamily="34" charset="-122"/>
                <a:cs typeface="Arial" pitchFamily="34" charset="-120"/>
              </a:rPr>
              <a:t>Usa o Python do venv.</a:t>
            </a:r>
            <a:endParaRPr lang="en-US" sz="2300" dirty="0"/>
          </a:p>
        </p:txBody>
      </p:sp>
      <p:sp>
        <p:nvSpPr>
          <p:cNvPr id="12" name="Shape 10"/>
          <p:cNvSpPr/>
          <p:nvPr/>
        </p:nvSpPr>
        <p:spPr>
          <a:xfrm>
            <a:off x="13620410" y="5313462"/>
            <a:ext cx="4952876" cy="1484412"/>
          </a:xfrm>
          <a:prstGeom prst="rect">
            <a:avLst/>
          </a:prstGeom>
          <a:solidFill>
            <a:srgbClr val="223147"/>
          </a:solidFill>
          <a:ln w="12700">
            <a:solidFill>
              <a:srgbClr val="FFFFFF">
                <a:alpha val="0"/>
              </a:srgbClr>
            </a:solidFill>
            <a:prstDash val="solid"/>
          </a:ln>
        </p:spPr>
        <p:txBody>
          <a:bodyPr/>
          <a:lstStyle/>
          <a:p>
            <a:endParaRPr lang="en-US"/>
          </a:p>
        </p:txBody>
      </p:sp>
      <p:sp>
        <p:nvSpPr>
          <p:cNvPr id="13" name="Shape 11"/>
          <p:cNvSpPr/>
          <p:nvPr/>
        </p:nvSpPr>
        <p:spPr>
          <a:xfrm>
            <a:off x="13687082" y="5313462"/>
            <a:ext cx="0" cy="1484412"/>
          </a:xfrm>
          <a:prstGeom prst="line">
            <a:avLst/>
          </a:prstGeom>
          <a:solidFill>
            <a:srgbClr val="111C2D">
              <a:alpha val="0"/>
            </a:srgbClr>
          </a:solidFill>
          <a:ln w="66675">
            <a:solidFill>
              <a:srgbClr val="F9B000"/>
            </a:solidFill>
            <a:prstDash val="solid"/>
          </a:ln>
        </p:spPr>
        <p:txBody>
          <a:bodyPr/>
          <a:lstStyle/>
          <a:p>
            <a:endParaRPr lang="en-US"/>
          </a:p>
        </p:txBody>
      </p:sp>
      <p:sp>
        <p:nvSpPr>
          <p:cNvPr id="14" name="Text 12"/>
          <p:cNvSpPr/>
          <p:nvPr/>
        </p:nvSpPr>
        <p:spPr>
          <a:xfrm>
            <a:off x="14096649" y="5656362"/>
            <a:ext cx="4133746" cy="41910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700" b="1" dirty="0">
                <a:solidFill>
                  <a:srgbClr val="F1F5F9"/>
                </a:solidFill>
                <a:latin typeface="Aptos" pitchFamily="34" charset="0"/>
                <a:ea typeface="Arial" pitchFamily="34" charset="-122"/>
                <a:cs typeface="Arial" pitchFamily="34" charset="-120"/>
              </a:rPr>
              <a:t>Ambiente</a:t>
            </a:r>
            <a:endParaRPr lang="en-US" sz="2900" dirty="0"/>
          </a:p>
        </p:txBody>
      </p:sp>
      <p:sp>
        <p:nvSpPr>
          <p:cNvPr id="15" name="Text 13"/>
          <p:cNvSpPr/>
          <p:nvPr/>
        </p:nvSpPr>
        <p:spPr>
          <a:xfrm>
            <a:off x="14096649" y="6075462"/>
            <a:ext cx="4133746" cy="8229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300" dirty="0">
                <a:solidFill>
                  <a:srgbClr val="F1F5F9"/>
                </a:solidFill>
                <a:latin typeface="Aptos" pitchFamily="34" charset="0"/>
                <a:ea typeface="Arial" pitchFamily="34" charset="-122"/>
                <a:cs typeface="Arial" pitchFamily="34" charset="-120"/>
              </a:rPr>
              <a:t>Herda variáveis do operador.</a:t>
            </a:r>
            <a:endParaRPr lang="en-US" sz="2300" dirty="0"/>
          </a:p>
        </p:txBody>
      </p:sp>
      <p:sp>
        <p:nvSpPr>
          <p:cNvPr id="16" name="Shape 14"/>
          <p:cNvSpPr/>
          <p:nvPr/>
        </p:nvSpPr>
        <p:spPr>
          <a:xfrm>
            <a:off x="13620410" y="7102674"/>
            <a:ext cx="4952876" cy="1484412"/>
          </a:xfrm>
          <a:prstGeom prst="rect">
            <a:avLst/>
          </a:prstGeom>
          <a:solidFill>
            <a:srgbClr val="223147"/>
          </a:solidFill>
          <a:ln w="12700">
            <a:solidFill>
              <a:srgbClr val="FFFFFF">
                <a:alpha val="0"/>
              </a:srgbClr>
            </a:solidFill>
            <a:prstDash val="solid"/>
          </a:ln>
        </p:spPr>
        <p:txBody>
          <a:bodyPr/>
          <a:lstStyle/>
          <a:p>
            <a:endParaRPr lang="en-US"/>
          </a:p>
        </p:txBody>
      </p:sp>
      <p:sp>
        <p:nvSpPr>
          <p:cNvPr id="17" name="Shape 15"/>
          <p:cNvSpPr/>
          <p:nvPr/>
        </p:nvSpPr>
        <p:spPr>
          <a:xfrm>
            <a:off x="13687082" y="7102674"/>
            <a:ext cx="0" cy="1484412"/>
          </a:xfrm>
          <a:prstGeom prst="line">
            <a:avLst/>
          </a:prstGeom>
          <a:solidFill>
            <a:srgbClr val="111C2D">
              <a:alpha val="0"/>
            </a:srgbClr>
          </a:solidFill>
          <a:ln w="66675">
            <a:solidFill>
              <a:srgbClr val="F9B000"/>
            </a:solidFill>
            <a:prstDash val="solid"/>
          </a:ln>
        </p:spPr>
        <p:txBody>
          <a:bodyPr/>
          <a:lstStyle/>
          <a:p>
            <a:endParaRPr lang="en-US"/>
          </a:p>
        </p:txBody>
      </p:sp>
      <p:sp>
        <p:nvSpPr>
          <p:cNvPr id="18" name="Text 16"/>
          <p:cNvSpPr/>
          <p:nvPr/>
        </p:nvSpPr>
        <p:spPr>
          <a:xfrm>
            <a:off x="14096649" y="7445574"/>
            <a:ext cx="4133746" cy="41910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700" b="1" dirty="0">
                <a:solidFill>
                  <a:srgbClr val="F1F5F9"/>
                </a:solidFill>
                <a:latin typeface="Aptos" pitchFamily="34" charset="0"/>
                <a:ea typeface="Arial" pitchFamily="34" charset="-122"/>
                <a:cs typeface="Arial" pitchFamily="34" charset="-120"/>
              </a:rPr>
              <a:t>Sessão</a:t>
            </a:r>
            <a:endParaRPr lang="en-US" sz="2900" dirty="0"/>
          </a:p>
        </p:txBody>
      </p:sp>
      <p:sp>
        <p:nvSpPr>
          <p:cNvPr id="19" name="Text 17"/>
          <p:cNvSpPr/>
          <p:nvPr/>
        </p:nvSpPr>
        <p:spPr>
          <a:xfrm>
            <a:off x="14096649" y="7864674"/>
            <a:ext cx="4133746" cy="8229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300" dirty="0">
                <a:solidFill>
                  <a:srgbClr val="F1F5F9"/>
                </a:solidFill>
                <a:latin typeface="Aptos" pitchFamily="34" charset="0"/>
                <a:ea typeface="Arial" pitchFamily="34" charset="-122"/>
                <a:cs typeface="Arial" pitchFamily="34" charset="-120"/>
              </a:rPr>
              <a:t>initialize inicia o protocolo.</a:t>
            </a:r>
            <a:endParaRPr lang="en-US" sz="2300" dirty="0"/>
          </a:p>
        </p:txBody>
      </p:sp>
      <p:sp>
        <p:nvSpPr>
          <p:cNvPr id="20" name="Shape 18"/>
          <p:cNvSpPr/>
          <p:nvPr/>
        </p:nvSpPr>
        <p:spPr>
          <a:xfrm>
            <a:off x="13620410" y="8891886"/>
            <a:ext cx="4952876" cy="1484412"/>
          </a:xfrm>
          <a:prstGeom prst="rect">
            <a:avLst/>
          </a:prstGeom>
          <a:solidFill>
            <a:srgbClr val="223147"/>
          </a:solidFill>
          <a:ln w="12700">
            <a:solidFill>
              <a:srgbClr val="FFFFFF">
                <a:alpha val="0"/>
              </a:srgbClr>
            </a:solidFill>
            <a:prstDash val="solid"/>
          </a:ln>
        </p:spPr>
        <p:txBody>
          <a:bodyPr/>
          <a:lstStyle/>
          <a:p>
            <a:endParaRPr lang="en-US"/>
          </a:p>
        </p:txBody>
      </p:sp>
      <p:sp>
        <p:nvSpPr>
          <p:cNvPr id="21" name="Shape 19"/>
          <p:cNvSpPr/>
          <p:nvPr/>
        </p:nvSpPr>
        <p:spPr>
          <a:xfrm>
            <a:off x="13687082" y="8891886"/>
            <a:ext cx="0" cy="1484412"/>
          </a:xfrm>
          <a:prstGeom prst="line">
            <a:avLst/>
          </a:prstGeom>
          <a:solidFill>
            <a:srgbClr val="111C2D">
              <a:alpha val="0"/>
            </a:srgbClr>
          </a:solidFill>
          <a:ln w="66675">
            <a:solidFill>
              <a:srgbClr val="F9B000"/>
            </a:solidFill>
            <a:prstDash val="solid"/>
          </a:ln>
        </p:spPr>
        <p:txBody>
          <a:bodyPr/>
          <a:lstStyle/>
          <a:p>
            <a:endParaRPr lang="en-US"/>
          </a:p>
        </p:txBody>
      </p:sp>
      <p:sp>
        <p:nvSpPr>
          <p:cNvPr id="22" name="Text 20"/>
          <p:cNvSpPr/>
          <p:nvPr/>
        </p:nvSpPr>
        <p:spPr>
          <a:xfrm>
            <a:off x="14096649" y="9234786"/>
            <a:ext cx="4133746" cy="41910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700" b="1" dirty="0">
                <a:solidFill>
                  <a:srgbClr val="F1F5F9"/>
                </a:solidFill>
                <a:latin typeface="Aptos" pitchFamily="34" charset="0"/>
                <a:ea typeface="Arial" pitchFamily="34" charset="-122"/>
                <a:cs typeface="Arial" pitchFamily="34" charset="-120"/>
              </a:rPr>
              <a:t>Catálogo</a:t>
            </a:r>
            <a:endParaRPr lang="en-US" sz="2900" dirty="0"/>
          </a:p>
        </p:txBody>
      </p:sp>
      <p:sp>
        <p:nvSpPr>
          <p:cNvPr id="23" name="Text 21"/>
          <p:cNvSpPr/>
          <p:nvPr/>
        </p:nvSpPr>
        <p:spPr>
          <a:xfrm>
            <a:off x="14096649" y="9653886"/>
            <a:ext cx="4133746" cy="8229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300" dirty="0">
                <a:solidFill>
                  <a:srgbClr val="F1F5F9"/>
                </a:solidFill>
                <a:latin typeface="Aptos" pitchFamily="34" charset="0"/>
                <a:ea typeface="Arial" pitchFamily="34" charset="-122"/>
                <a:cs typeface="Arial" pitchFamily="34" charset="-120"/>
              </a:rPr>
              <a:t>list_tools revela o contrato.</a:t>
            </a:r>
            <a:endParaRPr lang="en-US" sz="2300" dirty="0"/>
          </a:p>
        </p:txBody>
      </p:sp>
      <p:sp>
        <p:nvSpPr>
          <p:cNvPr id="24" name="Text 22"/>
          <p:cNvSpPr/>
          <p:nvPr/>
        </p:nvSpPr>
        <p:spPr>
          <a:xfrm>
            <a:off x="1409665" y="12687300"/>
            <a:ext cx="17373600" cy="5943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400" dirty="0">
                <a:solidFill>
                  <a:srgbClr val="F1F5F9"/>
                </a:solidFill>
                <a:latin typeface="Aptos" pitchFamily="34" charset="0"/>
                <a:ea typeface="Arial" pitchFamily="34" charset="-122"/>
                <a:cs typeface="Arial" pitchFamily="34" charset="-120"/>
              </a:rPr>
              <a:t>Arquivo completo: inspecionar_mcp.py.</a:t>
            </a:r>
            <a:endParaRPr lang="en-US" sz="2100" dirty="0"/>
          </a:p>
        </p:txBody>
      </p:sp>
      <p:sp>
        <p:nvSpPr>
          <p:cNvPr id="25" name="TextBox 24"/>
          <p:cNvSpPr txBox="1"/>
          <p:nvPr/>
        </p:nvSpPr>
        <p:spPr>
          <a:xfrm>
            <a:off x="21214080" y="12344400"/>
            <a:ext cx="2286000" cy="502920"/>
          </a:xfrm>
          <a:prstGeom prst="rect">
            <a:avLst/>
          </a:prstGeom>
          <a:noFill/>
        </p:spPr>
        <p:txBody>
          <a:bodyPr wrap="none" lIns="0" tIns="0" rIns="0" bIns="0">
            <a:noAutofit/>
          </a:bodyPr>
          <a:lstStyle/>
          <a:p>
            <a:pPr>
              <a:lnSpc>
                <a:spcPct val="108000"/>
              </a:lnSpc>
              <a:spcBef>
                <a:spcPts val="0"/>
              </a:spcBef>
              <a:spcAft>
                <a:spcPts val="0"/>
              </a:spcAft>
            </a:pPr>
            <a:r>
              <a:rPr lang="en-US" sz="2200">
                <a:solidFill>
                  <a:srgbClr val="15243B"/>
                </a:solidFill>
                <a:latin typeface="Aptos"/>
              </a:rPr>
              <a:t>41 / 70</a:t>
            </a:r>
            <a:endParaRPr sz="2200">
              <a:solidFill>
                <a:srgbClr val="15243B"/>
              </a:solidFill>
              <a:latin typeface="Aptos"/>
            </a:endParaRP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hape 0"/>
          <p:cNvSpPr/>
          <p:nvPr/>
        </p:nvSpPr>
        <p:spPr>
          <a:xfrm>
            <a:off x="1" y="0"/>
            <a:ext cx="24383390" cy="13716000"/>
          </a:xfrm>
          <a:prstGeom prst="rect">
            <a:avLst/>
          </a:prstGeom>
          <a:solidFill>
            <a:srgbClr val="111C2D"/>
          </a:solidFill>
          <a:ln w="12700">
            <a:solidFill>
              <a:srgbClr val="FFFFFF">
                <a:alpha val="0"/>
              </a:srgbClr>
            </a:solidFill>
            <a:prstDash val="solid"/>
          </a:ln>
        </p:spPr>
        <p:txBody>
          <a:bodyPr/>
          <a:lstStyle/>
          <a:p>
            <a:endParaRPr lang="en-US"/>
          </a:p>
        </p:txBody>
      </p:sp>
      <p:sp>
        <p:nvSpPr>
          <p:cNvPr id="3" name="Shape 1"/>
          <p:cNvSpPr/>
          <p:nvPr/>
        </p:nvSpPr>
        <p:spPr>
          <a:xfrm>
            <a:off x="0" y="0"/>
            <a:ext cx="19811504" cy="1219200"/>
          </a:xfrm>
          <a:prstGeom prst="rect">
            <a:avLst/>
          </a:prstGeom>
          <a:solidFill>
            <a:srgbClr val="D9DCDF"/>
          </a:solidFill>
          <a:ln w="12700">
            <a:solidFill>
              <a:srgbClr val="FFFFFF">
                <a:alpha val="0"/>
              </a:srgbClr>
            </a:solidFill>
            <a:prstDash val="solid"/>
          </a:ln>
        </p:spPr>
        <p:txBody>
          <a:bodyPr/>
          <a:lstStyle/>
          <a:p>
            <a:endParaRPr lang="en-US"/>
          </a:p>
        </p:txBody>
      </p:sp>
      <p:sp>
        <p:nvSpPr>
          <p:cNvPr id="4" name="Shape 2"/>
          <p:cNvSpPr/>
          <p:nvPr/>
        </p:nvSpPr>
        <p:spPr>
          <a:xfrm>
            <a:off x="20382990" y="0"/>
            <a:ext cx="4000400" cy="13716000"/>
          </a:xfrm>
          <a:prstGeom prst="rect">
            <a:avLst/>
          </a:prstGeom>
          <a:solidFill>
            <a:srgbClr val="F9B000"/>
          </a:solidFill>
          <a:ln w="12700">
            <a:solidFill>
              <a:srgbClr val="FFFFFF">
                <a:alpha val="0"/>
              </a:srgbClr>
            </a:solidFill>
            <a:prstDash val="solid"/>
          </a:ln>
        </p:spPr>
        <p:txBody>
          <a:bodyPr/>
          <a:lstStyle/>
          <a:p>
            <a:endParaRPr lang="en-US"/>
          </a:p>
        </p:txBody>
      </p:sp>
      <p:sp>
        <p:nvSpPr>
          <p:cNvPr id="5" name="Text 3"/>
          <p:cNvSpPr/>
          <p:nvPr/>
        </p:nvSpPr>
        <p:spPr>
          <a:xfrm>
            <a:off x="1371567" y="1676401"/>
            <a:ext cx="17525562" cy="164592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5000" b="1" dirty="0">
                <a:solidFill>
                  <a:srgbClr val="68BDF4"/>
                </a:solidFill>
                <a:latin typeface="Aptos Display" pitchFamily="34" charset="0"/>
                <a:ea typeface="Arial" pitchFamily="34" charset="-122"/>
                <a:cs typeface="Arial" pitchFamily="34" charset="-120"/>
              </a:rPr>
              <a:t>Cliente 2: chamada e leitura do retorno</a:t>
            </a:r>
            <a:endParaRPr lang="en-US" sz="5700" dirty="0"/>
          </a:p>
        </p:txBody>
      </p:sp>
      <p:sp>
        <p:nvSpPr>
          <p:cNvPr id="6" name="Shape 4"/>
          <p:cNvSpPr/>
          <p:nvPr/>
        </p:nvSpPr>
        <p:spPr>
          <a:xfrm>
            <a:off x="1409665" y="3524250"/>
            <a:ext cx="12115800" cy="7810500"/>
          </a:xfrm>
          <a:prstGeom prst="rect">
            <a:avLst/>
          </a:prstGeom>
          <a:solidFill>
            <a:srgbClr val="0B2D5C"/>
          </a:solidFill>
          <a:ln w="12700">
            <a:solidFill>
              <a:srgbClr val="FFFFFF">
                <a:alpha val="0"/>
              </a:srgbClr>
            </a:solidFill>
            <a:prstDash val="solid"/>
          </a:ln>
        </p:spPr>
        <p:txBody>
          <a:bodyPr/>
          <a:lstStyle/>
          <a:p>
            <a:endParaRPr lang="en-US"/>
          </a:p>
        </p:txBody>
      </p:sp>
      <p:sp>
        <p:nvSpPr>
          <p:cNvPr id="7" name="Text 5"/>
          <p:cNvSpPr/>
          <p:nvPr/>
        </p:nvSpPr>
        <p:spPr>
          <a:xfrm>
            <a:off x="1783080" y="3767328"/>
            <a:ext cx="11567160" cy="7406640"/>
          </a:xfrm>
          <a:prstGeom prst="rect">
            <a:avLst/>
          </a:prstGeom>
          <a:noFill/>
          <a:ln/>
        </p:spPr>
        <p:txBody>
          <a:bodyPr wrap="non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result = await session.call_tool(</a:t>
            </a:r>
            <a:endParaRPr lang="en-US" sz="2600" dirty="0">
              <a:solidFill>
                <a:srgbClr val="F1F5F9"/>
              </a:solidFill>
              <a:latin typeface="Consolas" pitchFamily="34" charset="0"/>
              <a:ea typeface="Consolas" pitchFamily="34" charset="-122"/>
              <a:cs typeface="Consolas" pitchFamily="34" charset="-120"/>
            </a:endParaRP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"buscar_itens",</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{"query": "aurora", "limit": 2})</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if result.isError:</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raise RuntimeError(str(result.content))</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payload = result.structuredContent</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O programa também trata retorno textual.</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if not payload["ok"]:</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raise RuntimeError(payload["error"])</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items = payload["data"]["items"]</a:t>
            </a:r>
          </a:p>
        </p:txBody>
      </p:sp>
      <p:sp>
        <p:nvSpPr>
          <p:cNvPr id="8" name="Shape 6"/>
          <p:cNvSpPr/>
          <p:nvPr/>
        </p:nvSpPr>
        <p:spPr>
          <a:xfrm>
            <a:off x="13620410" y="3524250"/>
            <a:ext cx="4952876" cy="1484412"/>
          </a:xfrm>
          <a:prstGeom prst="rect">
            <a:avLst/>
          </a:prstGeom>
          <a:solidFill>
            <a:srgbClr val="223147"/>
          </a:solidFill>
          <a:ln w="12700">
            <a:solidFill>
              <a:srgbClr val="FFFFFF">
                <a:alpha val="0"/>
              </a:srgbClr>
            </a:solidFill>
            <a:prstDash val="solid"/>
          </a:ln>
        </p:spPr>
        <p:txBody>
          <a:bodyPr/>
          <a:lstStyle/>
          <a:p>
            <a:endParaRPr lang="en-US"/>
          </a:p>
        </p:txBody>
      </p:sp>
      <p:sp>
        <p:nvSpPr>
          <p:cNvPr id="9" name="Shape 7"/>
          <p:cNvSpPr/>
          <p:nvPr/>
        </p:nvSpPr>
        <p:spPr>
          <a:xfrm>
            <a:off x="13687082" y="3524250"/>
            <a:ext cx="0" cy="1484412"/>
          </a:xfrm>
          <a:prstGeom prst="line">
            <a:avLst/>
          </a:prstGeom>
          <a:solidFill>
            <a:srgbClr val="111C2D">
              <a:alpha val="0"/>
            </a:srgbClr>
          </a:solidFill>
          <a:ln w="66675">
            <a:solidFill>
              <a:srgbClr val="F9B000"/>
            </a:solidFill>
            <a:prstDash val="solid"/>
          </a:ln>
        </p:spPr>
        <p:txBody>
          <a:bodyPr/>
          <a:lstStyle/>
          <a:p>
            <a:endParaRPr lang="en-US"/>
          </a:p>
        </p:txBody>
      </p:sp>
      <p:sp>
        <p:nvSpPr>
          <p:cNvPr id="10" name="Text 8"/>
          <p:cNvSpPr/>
          <p:nvPr/>
        </p:nvSpPr>
        <p:spPr>
          <a:xfrm>
            <a:off x="14096649" y="3867150"/>
            <a:ext cx="4133746" cy="41910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700" b="1" dirty="0">
                <a:solidFill>
                  <a:srgbClr val="F1F5F9"/>
                </a:solidFill>
                <a:latin typeface="Aptos" pitchFamily="34" charset="0"/>
                <a:ea typeface="Arial" pitchFamily="34" charset="-122"/>
                <a:cs typeface="Arial" pitchFamily="34" charset="-120"/>
              </a:rPr>
              <a:t>Pedido</a:t>
            </a:r>
            <a:endParaRPr lang="en-US" sz="2900" dirty="0"/>
          </a:p>
        </p:txBody>
      </p:sp>
      <p:sp>
        <p:nvSpPr>
          <p:cNvPr id="11" name="Text 9"/>
          <p:cNvSpPr/>
          <p:nvPr/>
        </p:nvSpPr>
        <p:spPr>
          <a:xfrm>
            <a:off x="14096649" y="4286250"/>
            <a:ext cx="4133746" cy="8229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300" dirty="0">
                <a:solidFill>
                  <a:srgbClr val="F1F5F9"/>
                </a:solidFill>
                <a:latin typeface="Aptos" pitchFamily="34" charset="0"/>
                <a:ea typeface="Arial" pitchFamily="34" charset="-122"/>
                <a:cs typeface="Arial" pitchFamily="34" charset="-120"/>
              </a:rPr>
              <a:t>Argumentos conforme o schema.</a:t>
            </a:r>
            <a:endParaRPr lang="en-US" sz="2300" dirty="0"/>
          </a:p>
        </p:txBody>
      </p:sp>
      <p:sp>
        <p:nvSpPr>
          <p:cNvPr id="12" name="Shape 10"/>
          <p:cNvSpPr/>
          <p:nvPr/>
        </p:nvSpPr>
        <p:spPr>
          <a:xfrm>
            <a:off x="13620410" y="5313462"/>
            <a:ext cx="4952876" cy="1484412"/>
          </a:xfrm>
          <a:prstGeom prst="rect">
            <a:avLst/>
          </a:prstGeom>
          <a:solidFill>
            <a:srgbClr val="223147"/>
          </a:solidFill>
          <a:ln w="12700">
            <a:solidFill>
              <a:srgbClr val="FFFFFF">
                <a:alpha val="0"/>
              </a:srgbClr>
            </a:solidFill>
            <a:prstDash val="solid"/>
          </a:ln>
        </p:spPr>
        <p:txBody>
          <a:bodyPr/>
          <a:lstStyle/>
          <a:p>
            <a:endParaRPr lang="en-US"/>
          </a:p>
        </p:txBody>
      </p:sp>
      <p:sp>
        <p:nvSpPr>
          <p:cNvPr id="13" name="Shape 11"/>
          <p:cNvSpPr/>
          <p:nvPr/>
        </p:nvSpPr>
        <p:spPr>
          <a:xfrm>
            <a:off x="13687082" y="5313462"/>
            <a:ext cx="0" cy="1484412"/>
          </a:xfrm>
          <a:prstGeom prst="line">
            <a:avLst/>
          </a:prstGeom>
          <a:solidFill>
            <a:srgbClr val="111C2D">
              <a:alpha val="0"/>
            </a:srgbClr>
          </a:solidFill>
          <a:ln w="66675">
            <a:solidFill>
              <a:srgbClr val="F9B000"/>
            </a:solidFill>
            <a:prstDash val="solid"/>
          </a:ln>
        </p:spPr>
        <p:txBody>
          <a:bodyPr/>
          <a:lstStyle/>
          <a:p>
            <a:endParaRPr lang="en-US"/>
          </a:p>
        </p:txBody>
      </p:sp>
      <p:sp>
        <p:nvSpPr>
          <p:cNvPr id="14" name="Text 12"/>
          <p:cNvSpPr/>
          <p:nvPr/>
        </p:nvSpPr>
        <p:spPr>
          <a:xfrm>
            <a:off x="14096649" y="5656362"/>
            <a:ext cx="4133746" cy="41910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700" b="1" dirty="0">
                <a:solidFill>
                  <a:srgbClr val="F1F5F9"/>
                </a:solidFill>
                <a:latin typeface="Aptos" pitchFamily="34" charset="0"/>
                <a:ea typeface="Arial" pitchFamily="34" charset="-122"/>
                <a:cs typeface="Arial" pitchFamily="34" charset="-120"/>
              </a:rPr>
              <a:t>MCP</a:t>
            </a:r>
            <a:endParaRPr lang="en-US" sz="2900" dirty="0"/>
          </a:p>
        </p:txBody>
      </p:sp>
      <p:sp>
        <p:nvSpPr>
          <p:cNvPr id="15" name="Text 13"/>
          <p:cNvSpPr/>
          <p:nvPr/>
        </p:nvSpPr>
        <p:spPr>
          <a:xfrm>
            <a:off x="14096649" y="6075462"/>
            <a:ext cx="4133746" cy="8229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300" dirty="0">
                <a:solidFill>
                  <a:srgbClr val="F1F5F9"/>
                </a:solidFill>
                <a:latin typeface="Aptos" pitchFamily="34" charset="0"/>
                <a:ea typeface="Arial" pitchFamily="34" charset="-122"/>
                <a:cs typeface="Arial" pitchFamily="34" charset="-120"/>
              </a:rPr>
              <a:t>Conferir erro do protocolo.</a:t>
            </a:r>
            <a:endParaRPr lang="en-US" sz="2300" dirty="0"/>
          </a:p>
        </p:txBody>
      </p:sp>
      <p:sp>
        <p:nvSpPr>
          <p:cNvPr id="16" name="Shape 14"/>
          <p:cNvSpPr/>
          <p:nvPr/>
        </p:nvSpPr>
        <p:spPr>
          <a:xfrm>
            <a:off x="13620410" y="7102674"/>
            <a:ext cx="4952876" cy="1484412"/>
          </a:xfrm>
          <a:prstGeom prst="rect">
            <a:avLst/>
          </a:prstGeom>
          <a:solidFill>
            <a:srgbClr val="223147"/>
          </a:solidFill>
          <a:ln w="12700">
            <a:solidFill>
              <a:srgbClr val="FFFFFF">
                <a:alpha val="0"/>
              </a:srgbClr>
            </a:solidFill>
            <a:prstDash val="solid"/>
          </a:ln>
        </p:spPr>
        <p:txBody>
          <a:bodyPr/>
          <a:lstStyle/>
          <a:p>
            <a:endParaRPr lang="en-US"/>
          </a:p>
        </p:txBody>
      </p:sp>
      <p:sp>
        <p:nvSpPr>
          <p:cNvPr id="17" name="Shape 15"/>
          <p:cNvSpPr/>
          <p:nvPr/>
        </p:nvSpPr>
        <p:spPr>
          <a:xfrm>
            <a:off x="13687082" y="7102674"/>
            <a:ext cx="0" cy="1484412"/>
          </a:xfrm>
          <a:prstGeom prst="line">
            <a:avLst/>
          </a:prstGeom>
          <a:solidFill>
            <a:srgbClr val="111C2D">
              <a:alpha val="0"/>
            </a:srgbClr>
          </a:solidFill>
          <a:ln w="66675">
            <a:solidFill>
              <a:srgbClr val="F9B000"/>
            </a:solidFill>
            <a:prstDash val="solid"/>
          </a:ln>
        </p:spPr>
        <p:txBody>
          <a:bodyPr/>
          <a:lstStyle/>
          <a:p>
            <a:endParaRPr lang="en-US"/>
          </a:p>
        </p:txBody>
      </p:sp>
      <p:sp>
        <p:nvSpPr>
          <p:cNvPr id="18" name="Text 16"/>
          <p:cNvSpPr/>
          <p:nvPr/>
        </p:nvSpPr>
        <p:spPr>
          <a:xfrm>
            <a:off x="14096649" y="7445574"/>
            <a:ext cx="4133746" cy="41910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700" b="1" dirty="0">
                <a:solidFill>
                  <a:srgbClr val="F1F5F9"/>
                </a:solidFill>
                <a:latin typeface="Aptos" pitchFamily="34" charset="0"/>
                <a:ea typeface="Arial" pitchFamily="34" charset="-122"/>
                <a:cs typeface="Arial" pitchFamily="34" charset="-120"/>
              </a:rPr>
              <a:t>Domínio</a:t>
            </a:r>
            <a:endParaRPr lang="en-US" sz="2900" dirty="0"/>
          </a:p>
        </p:txBody>
      </p:sp>
      <p:sp>
        <p:nvSpPr>
          <p:cNvPr id="19" name="Text 17"/>
          <p:cNvSpPr/>
          <p:nvPr/>
        </p:nvSpPr>
        <p:spPr>
          <a:xfrm>
            <a:off x="14096649" y="7864674"/>
            <a:ext cx="4133746" cy="8229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300" dirty="0">
                <a:solidFill>
                  <a:srgbClr val="F1F5F9"/>
                </a:solidFill>
                <a:latin typeface="Aptos" pitchFamily="34" charset="0"/>
                <a:ea typeface="Arial" pitchFamily="34" charset="-122"/>
                <a:cs typeface="Arial" pitchFamily="34" charset="-120"/>
              </a:rPr>
              <a:t>Conferir ok no envelope.</a:t>
            </a:r>
            <a:endParaRPr lang="en-US" sz="2300" dirty="0"/>
          </a:p>
        </p:txBody>
      </p:sp>
      <p:sp>
        <p:nvSpPr>
          <p:cNvPr id="20" name="Shape 18"/>
          <p:cNvSpPr/>
          <p:nvPr/>
        </p:nvSpPr>
        <p:spPr>
          <a:xfrm>
            <a:off x="13620410" y="8891886"/>
            <a:ext cx="4952876" cy="1484412"/>
          </a:xfrm>
          <a:prstGeom prst="rect">
            <a:avLst/>
          </a:prstGeom>
          <a:solidFill>
            <a:srgbClr val="223147"/>
          </a:solidFill>
          <a:ln w="12700">
            <a:solidFill>
              <a:srgbClr val="FFFFFF">
                <a:alpha val="0"/>
              </a:srgbClr>
            </a:solidFill>
            <a:prstDash val="solid"/>
          </a:ln>
        </p:spPr>
        <p:txBody>
          <a:bodyPr/>
          <a:lstStyle/>
          <a:p>
            <a:endParaRPr lang="en-US"/>
          </a:p>
        </p:txBody>
      </p:sp>
      <p:sp>
        <p:nvSpPr>
          <p:cNvPr id="21" name="Shape 19"/>
          <p:cNvSpPr/>
          <p:nvPr/>
        </p:nvSpPr>
        <p:spPr>
          <a:xfrm>
            <a:off x="13687082" y="8891886"/>
            <a:ext cx="0" cy="1484412"/>
          </a:xfrm>
          <a:prstGeom prst="line">
            <a:avLst/>
          </a:prstGeom>
          <a:solidFill>
            <a:srgbClr val="111C2D">
              <a:alpha val="0"/>
            </a:srgbClr>
          </a:solidFill>
          <a:ln w="66675">
            <a:solidFill>
              <a:srgbClr val="F9B000"/>
            </a:solidFill>
            <a:prstDash val="solid"/>
          </a:ln>
        </p:spPr>
        <p:txBody>
          <a:bodyPr/>
          <a:lstStyle/>
          <a:p>
            <a:endParaRPr lang="en-US"/>
          </a:p>
        </p:txBody>
      </p:sp>
      <p:sp>
        <p:nvSpPr>
          <p:cNvPr id="22" name="Text 20"/>
          <p:cNvSpPr/>
          <p:nvPr/>
        </p:nvSpPr>
        <p:spPr>
          <a:xfrm>
            <a:off x="14096649" y="9234786"/>
            <a:ext cx="4133746" cy="41910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700" b="1" dirty="0">
                <a:solidFill>
                  <a:srgbClr val="F1F5F9"/>
                </a:solidFill>
                <a:latin typeface="Aptos" pitchFamily="34" charset="0"/>
                <a:ea typeface="Arial" pitchFamily="34" charset="-122"/>
                <a:cs typeface="Arial" pitchFamily="34" charset="-120"/>
              </a:rPr>
              <a:t>Evidência</a:t>
            </a:r>
            <a:endParaRPr lang="en-US" sz="2900" dirty="0"/>
          </a:p>
        </p:txBody>
      </p:sp>
      <p:sp>
        <p:nvSpPr>
          <p:cNvPr id="23" name="Text 21"/>
          <p:cNvSpPr/>
          <p:nvPr/>
        </p:nvSpPr>
        <p:spPr>
          <a:xfrm>
            <a:off x="14096649" y="9653886"/>
            <a:ext cx="4133746" cy="8229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300" dirty="0">
                <a:solidFill>
                  <a:srgbClr val="F1F5F9"/>
                </a:solidFill>
                <a:latin typeface="Aptos" pitchFamily="34" charset="0"/>
                <a:ea typeface="Arial" pitchFamily="34" charset="-122"/>
                <a:cs typeface="Arial" pitchFamily="34" charset="-120"/>
              </a:rPr>
              <a:t>Guardar a origem dos itens.</a:t>
            </a:r>
            <a:endParaRPr lang="en-US" sz="2300" dirty="0"/>
          </a:p>
        </p:txBody>
      </p:sp>
      <p:sp>
        <p:nvSpPr>
          <p:cNvPr id="24" name="Text 22"/>
          <p:cNvSpPr/>
          <p:nvPr/>
        </p:nvSpPr>
        <p:spPr>
          <a:xfrm>
            <a:off x="1409665" y="12687300"/>
            <a:ext cx="17373600" cy="5943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400" dirty="0">
                <a:solidFill>
                  <a:srgbClr val="F1F5F9"/>
                </a:solidFill>
                <a:latin typeface="Aptos" pitchFamily="34" charset="0"/>
                <a:ea typeface="Arial" pitchFamily="34" charset="-122"/>
                <a:cs typeface="Arial" pitchFamily="34" charset="-120"/>
              </a:rPr>
              <a:t>O retorno estruturado mantém os campos do programa.</a:t>
            </a:r>
            <a:endParaRPr lang="en-US" sz="2100" dirty="0"/>
          </a:p>
        </p:txBody>
      </p:sp>
      <p:sp>
        <p:nvSpPr>
          <p:cNvPr id="25" name="TextBox 24"/>
          <p:cNvSpPr txBox="1"/>
          <p:nvPr/>
        </p:nvSpPr>
        <p:spPr>
          <a:xfrm>
            <a:off x="21214080" y="12344400"/>
            <a:ext cx="2286000" cy="502920"/>
          </a:xfrm>
          <a:prstGeom prst="rect">
            <a:avLst/>
          </a:prstGeom>
          <a:noFill/>
        </p:spPr>
        <p:txBody>
          <a:bodyPr wrap="none" lIns="0" tIns="0" rIns="0" bIns="0">
            <a:noAutofit/>
          </a:bodyPr>
          <a:lstStyle/>
          <a:p>
            <a:pPr>
              <a:lnSpc>
                <a:spcPct val="108000"/>
              </a:lnSpc>
              <a:spcBef>
                <a:spcPts val="0"/>
              </a:spcBef>
              <a:spcAft>
                <a:spcPts val="0"/>
              </a:spcAft>
            </a:pPr>
            <a:r>
              <a:rPr lang="en-US" sz="2200">
                <a:solidFill>
                  <a:srgbClr val="15243B"/>
                </a:solidFill>
                <a:latin typeface="Aptos"/>
              </a:rPr>
              <a:t>42 / 70</a:t>
            </a:r>
            <a:endParaRPr sz="2200">
              <a:solidFill>
                <a:srgbClr val="15243B"/>
              </a:solidFill>
              <a:latin typeface="Aptos"/>
            </a:endParaRP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hape 0"/>
          <p:cNvSpPr/>
          <p:nvPr/>
        </p:nvSpPr>
        <p:spPr>
          <a:xfrm>
            <a:off x="1" y="0"/>
            <a:ext cx="24383390" cy="13716000"/>
          </a:xfrm>
          <a:prstGeom prst="rect">
            <a:avLst/>
          </a:prstGeom>
          <a:solidFill>
            <a:srgbClr val="111C2D"/>
          </a:solidFill>
          <a:ln w="12700">
            <a:solidFill>
              <a:srgbClr val="FFFFFF">
                <a:alpha val="0"/>
              </a:srgbClr>
            </a:solidFill>
            <a:prstDash val="solid"/>
          </a:ln>
        </p:spPr>
        <p:txBody>
          <a:bodyPr/>
          <a:lstStyle/>
          <a:p>
            <a:endParaRPr lang="en-US"/>
          </a:p>
        </p:txBody>
      </p:sp>
      <p:sp>
        <p:nvSpPr>
          <p:cNvPr id="3" name="Shape 1"/>
          <p:cNvSpPr/>
          <p:nvPr/>
        </p:nvSpPr>
        <p:spPr>
          <a:xfrm>
            <a:off x="0" y="0"/>
            <a:ext cx="19811504" cy="1219200"/>
          </a:xfrm>
          <a:prstGeom prst="rect">
            <a:avLst/>
          </a:prstGeom>
          <a:solidFill>
            <a:srgbClr val="D9DCDF"/>
          </a:solidFill>
          <a:ln w="12700">
            <a:solidFill>
              <a:srgbClr val="FFFFFF">
                <a:alpha val="0"/>
              </a:srgbClr>
            </a:solidFill>
            <a:prstDash val="solid"/>
          </a:ln>
        </p:spPr>
        <p:txBody>
          <a:bodyPr/>
          <a:lstStyle/>
          <a:p>
            <a:endParaRPr lang="en-US"/>
          </a:p>
        </p:txBody>
      </p:sp>
      <p:sp>
        <p:nvSpPr>
          <p:cNvPr id="4" name="Shape 2"/>
          <p:cNvSpPr/>
          <p:nvPr/>
        </p:nvSpPr>
        <p:spPr>
          <a:xfrm>
            <a:off x="20382990" y="0"/>
            <a:ext cx="4000400" cy="13716000"/>
          </a:xfrm>
          <a:prstGeom prst="rect">
            <a:avLst/>
          </a:prstGeom>
          <a:solidFill>
            <a:srgbClr val="F9B000"/>
          </a:solidFill>
          <a:ln w="12700">
            <a:solidFill>
              <a:srgbClr val="FFFFFF">
                <a:alpha val="0"/>
              </a:srgbClr>
            </a:solidFill>
            <a:prstDash val="solid"/>
          </a:ln>
        </p:spPr>
        <p:txBody>
          <a:bodyPr/>
          <a:lstStyle/>
          <a:p>
            <a:endParaRPr lang="en-US"/>
          </a:p>
        </p:txBody>
      </p:sp>
      <p:sp>
        <p:nvSpPr>
          <p:cNvPr id="5" name="Text 3"/>
          <p:cNvSpPr/>
          <p:nvPr/>
        </p:nvSpPr>
        <p:spPr>
          <a:xfrm>
            <a:off x="1371567" y="1676400"/>
            <a:ext cx="17335066" cy="164592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5400" b="1" dirty="0">
                <a:solidFill>
                  <a:srgbClr val="68BDF4"/>
                </a:solidFill>
                <a:latin typeface="Aptos Display" pitchFamily="34" charset="0"/>
                <a:ea typeface="Arial" pitchFamily="34" charset="-122"/>
                <a:cs typeface="Arial" pitchFamily="34" charset="-120"/>
              </a:rPr>
              <a:t>Checkpoint do servidor</a:t>
            </a:r>
            <a:endParaRPr lang="en-US" sz="5600" dirty="0"/>
          </a:p>
        </p:txBody>
      </p:sp>
      <p:sp>
        <p:nvSpPr>
          <p:cNvPr id="6" name="Shape 4"/>
          <p:cNvSpPr/>
          <p:nvPr/>
        </p:nvSpPr>
        <p:spPr>
          <a:xfrm>
            <a:off x="1409664" y="3619501"/>
            <a:ext cx="17144572" cy="1581150"/>
          </a:xfrm>
          <a:prstGeom prst="rect">
            <a:avLst/>
          </a:prstGeom>
          <a:solidFill>
            <a:srgbClr val="223147"/>
          </a:solidFill>
          <a:ln w="12700">
            <a:solidFill>
              <a:srgbClr val="FFFFFF">
                <a:alpha val="0"/>
              </a:srgbClr>
            </a:solidFill>
            <a:prstDash val="solid"/>
          </a:ln>
        </p:spPr>
        <p:txBody>
          <a:bodyPr/>
          <a:lstStyle/>
          <a:p>
            <a:endParaRPr lang="en-US"/>
          </a:p>
        </p:txBody>
      </p:sp>
      <p:sp>
        <p:nvSpPr>
          <p:cNvPr id="7" name="Shape 5"/>
          <p:cNvSpPr/>
          <p:nvPr/>
        </p:nvSpPr>
        <p:spPr>
          <a:xfrm>
            <a:off x="1409664" y="5191126"/>
            <a:ext cx="17144572" cy="0"/>
          </a:xfrm>
          <a:prstGeom prst="line">
            <a:avLst/>
          </a:prstGeom>
          <a:solidFill>
            <a:srgbClr val="111C2D">
              <a:alpha val="0"/>
            </a:srgbClr>
          </a:solidFill>
          <a:ln w="9525">
            <a:solidFill>
              <a:srgbClr val="CBD5E1"/>
            </a:solidFill>
            <a:prstDash val="solid"/>
          </a:ln>
        </p:spPr>
        <p:txBody>
          <a:bodyPr/>
          <a:lstStyle/>
          <a:p>
            <a:endParaRPr lang="en-US"/>
          </a:p>
        </p:txBody>
      </p:sp>
      <p:sp>
        <p:nvSpPr>
          <p:cNvPr id="8" name="Text 6"/>
          <p:cNvSpPr/>
          <p:nvPr/>
        </p:nvSpPr>
        <p:spPr>
          <a:xfrm>
            <a:off x="1828754" y="4162425"/>
            <a:ext cx="5143372" cy="47625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800" b="1" dirty="0">
                <a:solidFill>
                  <a:srgbClr val="F1F5F9"/>
                </a:solidFill>
                <a:latin typeface="Aptos" pitchFamily="34" charset="0"/>
                <a:ea typeface="Arial" pitchFamily="34" charset="-122"/>
                <a:cs typeface="Arial" pitchFamily="34" charset="-120"/>
              </a:rPr>
              <a:t>Catálogo</a:t>
            </a:r>
            <a:endParaRPr lang="en-US" sz="3200" dirty="0"/>
          </a:p>
        </p:txBody>
      </p:sp>
      <p:sp>
        <p:nvSpPr>
          <p:cNvPr id="9" name="Text 7"/>
          <p:cNvSpPr/>
          <p:nvPr/>
        </p:nvSpPr>
        <p:spPr>
          <a:xfrm>
            <a:off x="6972126" y="4186239"/>
            <a:ext cx="11163020" cy="91440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700" dirty="0">
                <a:solidFill>
                  <a:srgbClr val="F1F5F9"/>
                </a:solidFill>
                <a:latin typeface="Aptos" pitchFamily="34" charset="0"/>
                <a:ea typeface="Arial" pitchFamily="34" charset="-122"/>
                <a:cs typeface="Arial" pitchFamily="34" charset="-120"/>
              </a:rPr>
              <a:t>As sete ferramentas estão presentes.</a:t>
            </a:r>
            <a:endParaRPr lang="en-US" sz="2700" dirty="0"/>
          </a:p>
        </p:txBody>
      </p:sp>
      <p:sp>
        <p:nvSpPr>
          <p:cNvPr id="10" name="Shape 8"/>
          <p:cNvSpPr/>
          <p:nvPr/>
        </p:nvSpPr>
        <p:spPr>
          <a:xfrm>
            <a:off x="1409664" y="6772276"/>
            <a:ext cx="17144572" cy="0"/>
          </a:xfrm>
          <a:prstGeom prst="line">
            <a:avLst/>
          </a:prstGeom>
          <a:solidFill>
            <a:srgbClr val="111C2D">
              <a:alpha val="0"/>
            </a:srgbClr>
          </a:solidFill>
          <a:ln w="9525">
            <a:solidFill>
              <a:srgbClr val="CBD5E1"/>
            </a:solidFill>
            <a:prstDash val="solid"/>
          </a:ln>
        </p:spPr>
        <p:txBody>
          <a:bodyPr/>
          <a:lstStyle/>
          <a:p>
            <a:endParaRPr lang="en-US"/>
          </a:p>
        </p:txBody>
      </p:sp>
      <p:sp>
        <p:nvSpPr>
          <p:cNvPr id="11" name="Text 9"/>
          <p:cNvSpPr/>
          <p:nvPr/>
        </p:nvSpPr>
        <p:spPr>
          <a:xfrm>
            <a:off x="1828754" y="5743577"/>
            <a:ext cx="5143372" cy="47625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800" b="1" dirty="0">
                <a:solidFill>
                  <a:srgbClr val="F1F5F9"/>
                </a:solidFill>
                <a:latin typeface="Aptos" pitchFamily="34" charset="0"/>
                <a:ea typeface="Arial" pitchFamily="34" charset="-122"/>
                <a:cs typeface="Arial" pitchFamily="34" charset="-120"/>
              </a:rPr>
              <a:t>Categorias</a:t>
            </a:r>
            <a:endParaRPr lang="en-US" sz="3200" dirty="0"/>
          </a:p>
        </p:txBody>
      </p:sp>
      <p:sp>
        <p:nvSpPr>
          <p:cNvPr id="12" name="Text 10"/>
          <p:cNvSpPr/>
          <p:nvPr/>
        </p:nvSpPr>
        <p:spPr>
          <a:xfrm>
            <a:off x="6972126" y="5767389"/>
            <a:ext cx="11163020" cy="91440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700" dirty="0">
                <a:solidFill>
                  <a:srgbClr val="F1F5F9"/>
                </a:solidFill>
                <a:latin typeface="Aptos" pitchFamily="34" charset="0"/>
                <a:ea typeface="Arial" pitchFamily="34" charset="-122"/>
                <a:cs typeface="Arial" pitchFamily="34" charset="-120"/>
              </a:rPr>
              <a:t>Contagens e filtro conferidos no mesmo caso.</a:t>
            </a:r>
            <a:endParaRPr lang="en-US" sz="2700" dirty="0"/>
          </a:p>
        </p:txBody>
      </p:sp>
      <p:sp>
        <p:nvSpPr>
          <p:cNvPr id="13" name="Shape 11"/>
          <p:cNvSpPr/>
          <p:nvPr/>
        </p:nvSpPr>
        <p:spPr>
          <a:xfrm>
            <a:off x="1409664" y="6781801"/>
            <a:ext cx="17144572" cy="1581150"/>
          </a:xfrm>
          <a:prstGeom prst="rect">
            <a:avLst/>
          </a:prstGeom>
          <a:solidFill>
            <a:srgbClr val="223147"/>
          </a:solidFill>
          <a:ln w="12700">
            <a:solidFill>
              <a:srgbClr val="FFFFFF">
                <a:alpha val="0"/>
              </a:srgbClr>
            </a:solidFill>
            <a:prstDash val="solid"/>
          </a:ln>
        </p:spPr>
        <p:txBody>
          <a:bodyPr/>
          <a:lstStyle/>
          <a:p>
            <a:endParaRPr lang="en-US"/>
          </a:p>
        </p:txBody>
      </p:sp>
      <p:sp>
        <p:nvSpPr>
          <p:cNvPr id="14" name="Shape 12"/>
          <p:cNvSpPr/>
          <p:nvPr/>
        </p:nvSpPr>
        <p:spPr>
          <a:xfrm>
            <a:off x="1409664" y="8353424"/>
            <a:ext cx="17144572" cy="0"/>
          </a:xfrm>
          <a:prstGeom prst="line">
            <a:avLst/>
          </a:prstGeom>
          <a:solidFill>
            <a:srgbClr val="111C2D">
              <a:alpha val="0"/>
            </a:srgbClr>
          </a:solidFill>
          <a:ln w="9525">
            <a:solidFill>
              <a:srgbClr val="CBD5E1"/>
            </a:solidFill>
            <a:prstDash val="solid"/>
          </a:ln>
        </p:spPr>
        <p:txBody>
          <a:bodyPr/>
          <a:lstStyle/>
          <a:p>
            <a:endParaRPr lang="en-US"/>
          </a:p>
        </p:txBody>
      </p:sp>
      <p:sp>
        <p:nvSpPr>
          <p:cNvPr id="15" name="Text 13"/>
          <p:cNvSpPr/>
          <p:nvPr/>
        </p:nvSpPr>
        <p:spPr>
          <a:xfrm>
            <a:off x="1828754" y="7324725"/>
            <a:ext cx="5143372" cy="47625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800" b="1" dirty="0">
                <a:solidFill>
                  <a:srgbClr val="F1F5F9"/>
                </a:solidFill>
                <a:latin typeface="Aptos" pitchFamily="34" charset="0"/>
                <a:ea typeface="Arial" pitchFamily="34" charset="-122"/>
                <a:cs typeface="Arial" pitchFamily="34" charset="-120"/>
              </a:rPr>
              <a:t>Retorno</a:t>
            </a:r>
            <a:endParaRPr lang="en-US" sz="3200" dirty="0"/>
          </a:p>
        </p:txBody>
      </p:sp>
      <p:sp>
        <p:nvSpPr>
          <p:cNvPr id="16" name="Text 14"/>
          <p:cNvSpPr/>
          <p:nvPr/>
        </p:nvSpPr>
        <p:spPr>
          <a:xfrm>
            <a:off x="6972126" y="7348539"/>
            <a:ext cx="11163020" cy="91440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700" dirty="0">
                <a:solidFill>
                  <a:srgbClr val="F1F5F9"/>
                </a:solidFill>
                <a:latin typeface="Aptos" pitchFamily="34" charset="0"/>
                <a:ea typeface="Arial" pitchFamily="34" charset="-122"/>
                <a:cs typeface="Arial" pitchFamily="34" charset="-120"/>
              </a:rPr>
              <a:t>Consulta mantém caso, sessão e registro.</a:t>
            </a:r>
            <a:endParaRPr lang="en-US" sz="2700" dirty="0"/>
          </a:p>
        </p:txBody>
      </p:sp>
      <p:sp>
        <p:nvSpPr>
          <p:cNvPr id="17" name="Shape 15"/>
          <p:cNvSpPr/>
          <p:nvPr/>
        </p:nvSpPr>
        <p:spPr>
          <a:xfrm>
            <a:off x="1409664" y="9934574"/>
            <a:ext cx="17144572" cy="0"/>
          </a:xfrm>
          <a:prstGeom prst="line">
            <a:avLst/>
          </a:prstGeom>
          <a:solidFill>
            <a:srgbClr val="111C2D">
              <a:alpha val="0"/>
            </a:srgbClr>
          </a:solidFill>
          <a:ln w="9525">
            <a:solidFill>
              <a:srgbClr val="CBD5E1"/>
            </a:solidFill>
            <a:prstDash val="solid"/>
          </a:ln>
        </p:spPr>
        <p:txBody>
          <a:bodyPr/>
          <a:lstStyle/>
          <a:p>
            <a:endParaRPr lang="en-US"/>
          </a:p>
        </p:txBody>
      </p:sp>
      <p:sp>
        <p:nvSpPr>
          <p:cNvPr id="18" name="Text 16"/>
          <p:cNvSpPr/>
          <p:nvPr/>
        </p:nvSpPr>
        <p:spPr>
          <a:xfrm>
            <a:off x="1828754" y="8905875"/>
            <a:ext cx="5143372" cy="47625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800" b="1" dirty="0">
                <a:solidFill>
                  <a:srgbClr val="F1F5F9"/>
                </a:solidFill>
                <a:latin typeface="Aptos" pitchFamily="34" charset="0"/>
                <a:ea typeface="Arial" pitchFamily="34" charset="-122"/>
                <a:cs typeface="Arial" pitchFamily="34" charset="-120"/>
              </a:rPr>
              <a:t>Texto</a:t>
            </a:r>
            <a:endParaRPr lang="en-US" sz="3200" dirty="0"/>
          </a:p>
        </p:txBody>
      </p:sp>
      <p:sp>
        <p:nvSpPr>
          <p:cNvPr id="19" name="Text 17"/>
          <p:cNvSpPr/>
          <p:nvPr/>
        </p:nvSpPr>
        <p:spPr>
          <a:xfrm>
            <a:off x="6972126" y="8929689"/>
            <a:ext cx="11163020" cy="91440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700" dirty="0">
                <a:solidFill>
                  <a:srgbClr val="F1F5F9"/>
                </a:solidFill>
                <a:latin typeface="Aptos" pitchFamily="34" charset="0"/>
                <a:ea typeface="Arial" pitchFamily="34" charset="-122"/>
                <a:cs typeface="Arial" pitchFamily="34" charset="-120"/>
              </a:rPr>
              <a:t>O mesmo handler recebe formatos diferentes.</a:t>
            </a:r>
            <a:endParaRPr lang="en-US" sz="2700" dirty="0"/>
          </a:p>
        </p:txBody>
      </p:sp>
      <p:sp>
        <p:nvSpPr>
          <p:cNvPr id="20" name="Shape 18"/>
          <p:cNvSpPr/>
          <p:nvPr/>
        </p:nvSpPr>
        <p:spPr>
          <a:xfrm>
            <a:off x="1409664" y="9944101"/>
            <a:ext cx="17144572" cy="1581150"/>
          </a:xfrm>
          <a:prstGeom prst="rect">
            <a:avLst/>
          </a:prstGeom>
          <a:solidFill>
            <a:srgbClr val="223147"/>
          </a:solidFill>
          <a:ln w="12700">
            <a:solidFill>
              <a:srgbClr val="FFFFFF">
                <a:alpha val="0"/>
              </a:srgbClr>
            </a:solidFill>
            <a:prstDash val="solid"/>
          </a:ln>
        </p:spPr>
        <p:txBody>
          <a:bodyPr/>
          <a:lstStyle/>
          <a:p>
            <a:endParaRPr lang="en-US"/>
          </a:p>
        </p:txBody>
      </p:sp>
      <p:sp>
        <p:nvSpPr>
          <p:cNvPr id="21" name="Shape 19"/>
          <p:cNvSpPr/>
          <p:nvPr/>
        </p:nvSpPr>
        <p:spPr>
          <a:xfrm>
            <a:off x="1409664" y="11515726"/>
            <a:ext cx="17144572" cy="0"/>
          </a:xfrm>
          <a:prstGeom prst="line">
            <a:avLst/>
          </a:prstGeom>
          <a:solidFill>
            <a:srgbClr val="111C2D">
              <a:alpha val="0"/>
            </a:srgbClr>
          </a:solidFill>
          <a:ln w="9525">
            <a:solidFill>
              <a:srgbClr val="CBD5E1"/>
            </a:solidFill>
            <a:prstDash val="solid"/>
          </a:ln>
        </p:spPr>
        <p:txBody>
          <a:bodyPr/>
          <a:lstStyle/>
          <a:p>
            <a:endParaRPr lang="en-US"/>
          </a:p>
        </p:txBody>
      </p:sp>
      <p:sp>
        <p:nvSpPr>
          <p:cNvPr id="22" name="Text 20"/>
          <p:cNvSpPr/>
          <p:nvPr/>
        </p:nvSpPr>
        <p:spPr>
          <a:xfrm>
            <a:off x="1828754" y="10487027"/>
            <a:ext cx="5143372" cy="47625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800" b="1" dirty="0">
                <a:solidFill>
                  <a:srgbClr val="F1F5F9"/>
                </a:solidFill>
                <a:latin typeface="Aptos" pitchFamily="34" charset="0"/>
                <a:ea typeface="Arial" pitchFamily="34" charset="-122"/>
                <a:cs typeface="Arial" pitchFamily="34" charset="-120"/>
              </a:rPr>
              <a:t>Auditoria</a:t>
            </a:r>
            <a:endParaRPr lang="en-US" sz="3200" dirty="0"/>
          </a:p>
        </p:txBody>
      </p:sp>
      <p:sp>
        <p:nvSpPr>
          <p:cNvPr id="23" name="Text 21"/>
          <p:cNvSpPr/>
          <p:nvPr/>
        </p:nvSpPr>
        <p:spPr>
          <a:xfrm>
            <a:off x="6972126" y="10510839"/>
            <a:ext cx="11163020" cy="91440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700" dirty="0">
                <a:solidFill>
                  <a:srgbClr val="F1F5F9"/>
                </a:solidFill>
                <a:latin typeface="Aptos" pitchFamily="34" charset="0"/>
                <a:ea typeface="Arial" pitchFamily="34" charset="-122"/>
                <a:cs typeface="Arial" pitchFamily="34" charset="-120"/>
              </a:rPr>
              <a:t>Consultas e alterações aparecem em consultas.jsonl.</a:t>
            </a:r>
            <a:endParaRPr lang="en-US" sz="2700" dirty="0"/>
          </a:p>
        </p:txBody>
      </p:sp>
      <p:sp>
        <p:nvSpPr>
          <p:cNvPr id="24" name="Text 22"/>
          <p:cNvSpPr/>
          <p:nvPr/>
        </p:nvSpPr>
        <p:spPr>
          <a:xfrm>
            <a:off x="1409664" y="12458701"/>
            <a:ext cx="17373600" cy="5943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400" dirty="0">
                <a:solidFill>
                  <a:srgbClr val="F1F5F9"/>
                </a:solidFill>
                <a:latin typeface="Aptos" pitchFamily="34" charset="0"/>
                <a:ea typeface="Arial" pitchFamily="34" charset="-122"/>
                <a:cs typeface="Arial" pitchFamily="34" charset="-120"/>
              </a:rPr>
              <a:t>Catálogo, texto, erros e marcadores são conferidos no caso IPED real.</a:t>
            </a:r>
            <a:endParaRPr lang="en-US" sz="2600" dirty="0"/>
          </a:p>
        </p:txBody>
      </p:sp>
      <p:sp>
        <p:nvSpPr>
          <p:cNvPr id="25" name="TextBox 24"/>
          <p:cNvSpPr txBox="1"/>
          <p:nvPr/>
        </p:nvSpPr>
        <p:spPr>
          <a:xfrm>
            <a:off x="21214080" y="12344400"/>
            <a:ext cx="2286000" cy="502920"/>
          </a:xfrm>
          <a:prstGeom prst="rect">
            <a:avLst/>
          </a:prstGeom>
          <a:noFill/>
        </p:spPr>
        <p:txBody>
          <a:bodyPr wrap="none" lIns="0" tIns="0" rIns="0" bIns="0">
            <a:noAutofit/>
          </a:bodyPr>
          <a:lstStyle/>
          <a:p>
            <a:pPr>
              <a:lnSpc>
                <a:spcPct val="108000"/>
              </a:lnSpc>
              <a:spcBef>
                <a:spcPts val="0"/>
              </a:spcBef>
              <a:spcAft>
                <a:spcPts val="0"/>
              </a:spcAft>
            </a:pPr>
            <a:r>
              <a:rPr lang="en-US" sz="2200">
                <a:solidFill>
                  <a:srgbClr val="15243B"/>
                </a:solidFill>
                <a:latin typeface="Aptos"/>
              </a:rPr>
              <a:t>43 / 70</a:t>
            </a:r>
            <a:endParaRPr sz="2200">
              <a:solidFill>
                <a:srgbClr val="15243B"/>
              </a:solidFill>
              <a:latin typeface="Aptos"/>
            </a:endParaRP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hape 0"/>
          <p:cNvSpPr/>
          <p:nvPr/>
        </p:nvSpPr>
        <p:spPr>
          <a:xfrm>
            <a:off x="1" y="0"/>
            <a:ext cx="24383390" cy="13716000"/>
          </a:xfrm>
          <a:prstGeom prst="rect">
            <a:avLst/>
          </a:prstGeom>
          <a:solidFill>
            <a:srgbClr val="111C2D"/>
          </a:solidFill>
          <a:ln w="12700">
            <a:solidFill>
              <a:srgbClr val="FFFFFF">
                <a:alpha val="0"/>
              </a:srgbClr>
            </a:solidFill>
            <a:prstDash val="solid"/>
          </a:ln>
        </p:spPr>
        <p:txBody>
          <a:bodyPr/>
          <a:lstStyle/>
          <a:p>
            <a:endParaRPr lang="en-US"/>
          </a:p>
        </p:txBody>
      </p:sp>
      <p:sp>
        <p:nvSpPr>
          <p:cNvPr id="3" name="Shape 1"/>
          <p:cNvSpPr/>
          <p:nvPr/>
        </p:nvSpPr>
        <p:spPr>
          <a:xfrm>
            <a:off x="0" y="0"/>
            <a:ext cx="19811504" cy="1219200"/>
          </a:xfrm>
          <a:prstGeom prst="rect">
            <a:avLst/>
          </a:prstGeom>
          <a:solidFill>
            <a:srgbClr val="D9DCDF"/>
          </a:solidFill>
          <a:ln w="12700">
            <a:solidFill>
              <a:srgbClr val="FFFFFF">
                <a:alpha val="0"/>
              </a:srgbClr>
            </a:solidFill>
            <a:prstDash val="solid"/>
          </a:ln>
        </p:spPr>
        <p:txBody>
          <a:bodyPr/>
          <a:lstStyle/>
          <a:p>
            <a:endParaRPr lang="en-US"/>
          </a:p>
        </p:txBody>
      </p:sp>
      <p:sp>
        <p:nvSpPr>
          <p:cNvPr id="4" name="Shape 2"/>
          <p:cNvSpPr/>
          <p:nvPr/>
        </p:nvSpPr>
        <p:spPr>
          <a:xfrm>
            <a:off x="20382990" y="0"/>
            <a:ext cx="4000400" cy="13716000"/>
          </a:xfrm>
          <a:prstGeom prst="rect">
            <a:avLst/>
          </a:prstGeom>
          <a:solidFill>
            <a:srgbClr val="F9B000"/>
          </a:solidFill>
          <a:ln w="12700">
            <a:solidFill>
              <a:srgbClr val="FFFFFF">
                <a:alpha val="0"/>
              </a:srgbClr>
            </a:solidFill>
            <a:prstDash val="solid"/>
          </a:ln>
        </p:spPr>
        <p:txBody>
          <a:bodyPr/>
          <a:lstStyle/>
          <a:p>
            <a:endParaRPr lang="en-US"/>
          </a:p>
        </p:txBody>
      </p:sp>
      <p:sp>
        <p:nvSpPr>
          <p:cNvPr id="5" name="Text 3"/>
          <p:cNvSpPr/>
          <p:nvPr/>
        </p:nvSpPr>
        <p:spPr>
          <a:xfrm>
            <a:off x="1371567" y="1676400"/>
            <a:ext cx="17525562" cy="164592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5400" b="1" dirty="0">
                <a:solidFill>
                  <a:srgbClr val="68BDF4"/>
                </a:solidFill>
                <a:latin typeface="Aptos Display" pitchFamily="34" charset="0"/>
                <a:ea typeface="Arial" pitchFamily="34" charset="-122"/>
                <a:cs typeface="Arial" pitchFamily="34" charset="-120"/>
              </a:rPr>
              <a:t>Marcadores no fluxo de investigação</a:t>
            </a:r>
            <a:endParaRPr lang="en-US" sz="5600" dirty="0"/>
          </a:p>
        </p:txBody>
      </p:sp>
      <p:sp>
        <p:nvSpPr>
          <p:cNvPr id="6" name="Shape 4"/>
          <p:cNvSpPr/>
          <p:nvPr/>
        </p:nvSpPr>
        <p:spPr>
          <a:xfrm>
            <a:off x="1409664" y="3619500"/>
            <a:ext cx="8400840" cy="3543300"/>
          </a:xfrm>
          <a:prstGeom prst="rect">
            <a:avLst/>
          </a:prstGeom>
          <a:solidFill>
            <a:srgbClr val="223147"/>
          </a:solidFill>
          <a:ln w="12700">
            <a:solidFill>
              <a:srgbClr val="FFFFFF">
                <a:alpha val="0"/>
              </a:srgbClr>
            </a:solidFill>
            <a:prstDash val="solid"/>
          </a:ln>
        </p:spPr>
        <p:txBody>
          <a:bodyPr/>
          <a:lstStyle/>
          <a:p>
            <a:endParaRPr lang="en-US"/>
          </a:p>
        </p:txBody>
      </p:sp>
      <p:sp>
        <p:nvSpPr>
          <p:cNvPr id="7" name="Shape 5"/>
          <p:cNvSpPr/>
          <p:nvPr/>
        </p:nvSpPr>
        <p:spPr>
          <a:xfrm>
            <a:off x="1476338" y="3619500"/>
            <a:ext cx="0" cy="3543300"/>
          </a:xfrm>
          <a:prstGeom prst="line">
            <a:avLst/>
          </a:prstGeom>
          <a:solidFill>
            <a:srgbClr val="111C2D">
              <a:alpha val="0"/>
            </a:srgbClr>
          </a:solidFill>
          <a:ln w="66675">
            <a:solidFill>
              <a:srgbClr val="0B6FBD"/>
            </a:solidFill>
            <a:prstDash val="solid"/>
          </a:ln>
        </p:spPr>
        <p:txBody>
          <a:bodyPr/>
          <a:lstStyle/>
          <a:p>
            <a:endParaRPr lang="en-US"/>
          </a:p>
        </p:txBody>
      </p:sp>
      <p:sp>
        <p:nvSpPr>
          <p:cNvPr id="8" name="Text 6"/>
          <p:cNvSpPr/>
          <p:nvPr/>
        </p:nvSpPr>
        <p:spPr>
          <a:xfrm>
            <a:off x="2000200" y="4076701"/>
            <a:ext cx="7353116" cy="51435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3200" b="1" dirty="0">
                <a:solidFill>
                  <a:srgbClr val="F1F5F9"/>
                </a:solidFill>
                <a:latin typeface="Aptos" pitchFamily="34" charset="0"/>
                <a:ea typeface="Arial" pitchFamily="34" charset="-122"/>
                <a:cs typeface="Arial" pitchFamily="34" charset="-120"/>
              </a:rPr>
              <a:t>Organização</a:t>
            </a:r>
            <a:endParaRPr lang="en-US" sz="3500" dirty="0"/>
          </a:p>
        </p:txBody>
      </p:sp>
      <p:sp>
        <p:nvSpPr>
          <p:cNvPr id="9" name="Text 7"/>
          <p:cNvSpPr/>
          <p:nvPr/>
        </p:nvSpPr>
        <p:spPr>
          <a:xfrm>
            <a:off x="2000200" y="4591051"/>
            <a:ext cx="7353116" cy="19659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800" dirty="0">
                <a:solidFill>
                  <a:srgbClr val="F1F5F9"/>
                </a:solidFill>
                <a:latin typeface="Aptos" pitchFamily="34" charset="0"/>
                <a:ea typeface="Arial" pitchFamily="34" charset="-122"/>
                <a:cs typeface="Arial" pitchFamily="34" charset="-120"/>
              </a:rPr>
              <a:t>Agrupar itens por tema ou hipótese de investigação.</a:t>
            </a:r>
            <a:endParaRPr lang="en-US" sz="2700" dirty="0"/>
          </a:p>
        </p:txBody>
      </p:sp>
      <p:sp>
        <p:nvSpPr>
          <p:cNvPr id="10" name="Shape 8"/>
          <p:cNvSpPr/>
          <p:nvPr/>
        </p:nvSpPr>
        <p:spPr>
          <a:xfrm>
            <a:off x="10153396" y="3619500"/>
            <a:ext cx="8400840" cy="3543300"/>
          </a:xfrm>
          <a:prstGeom prst="rect">
            <a:avLst/>
          </a:prstGeom>
          <a:solidFill>
            <a:srgbClr val="223147"/>
          </a:solidFill>
          <a:ln w="12700">
            <a:solidFill>
              <a:srgbClr val="FFFFFF">
                <a:alpha val="0"/>
              </a:srgbClr>
            </a:solidFill>
            <a:prstDash val="solid"/>
          </a:ln>
        </p:spPr>
        <p:txBody>
          <a:bodyPr/>
          <a:lstStyle/>
          <a:p>
            <a:endParaRPr lang="en-US"/>
          </a:p>
        </p:txBody>
      </p:sp>
      <p:sp>
        <p:nvSpPr>
          <p:cNvPr id="11" name="Shape 9"/>
          <p:cNvSpPr/>
          <p:nvPr/>
        </p:nvSpPr>
        <p:spPr>
          <a:xfrm>
            <a:off x="10220070" y="3619500"/>
            <a:ext cx="0" cy="3543300"/>
          </a:xfrm>
          <a:prstGeom prst="line">
            <a:avLst/>
          </a:prstGeom>
          <a:solidFill>
            <a:srgbClr val="111C2D">
              <a:alpha val="0"/>
            </a:srgbClr>
          </a:solidFill>
          <a:ln w="66675">
            <a:solidFill>
              <a:srgbClr val="0B6FBD"/>
            </a:solidFill>
            <a:prstDash val="solid"/>
          </a:ln>
        </p:spPr>
        <p:txBody>
          <a:bodyPr/>
          <a:lstStyle/>
          <a:p>
            <a:endParaRPr lang="en-US"/>
          </a:p>
        </p:txBody>
      </p:sp>
      <p:sp>
        <p:nvSpPr>
          <p:cNvPr id="12" name="Text 10"/>
          <p:cNvSpPr/>
          <p:nvPr/>
        </p:nvSpPr>
        <p:spPr>
          <a:xfrm>
            <a:off x="10743932" y="4076701"/>
            <a:ext cx="7353116" cy="51435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3200" b="1" dirty="0">
                <a:solidFill>
                  <a:srgbClr val="F1F5F9"/>
                </a:solidFill>
                <a:latin typeface="Aptos" pitchFamily="34" charset="0"/>
                <a:ea typeface="Arial" pitchFamily="34" charset="-122"/>
                <a:cs typeface="Arial" pitchFamily="34" charset="-120"/>
              </a:rPr>
              <a:t>Comentário</a:t>
            </a:r>
            <a:endParaRPr lang="en-US" sz="3500" dirty="0"/>
          </a:p>
        </p:txBody>
      </p:sp>
      <p:sp>
        <p:nvSpPr>
          <p:cNvPr id="13" name="Text 11"/>
          <p:cNvSpPr/>
          <p:nvPr/>
        </p:nvSpPr>
        <p:spPr>
          <a:xfrm>
            <a:off x="10743932" y="4591051"/>
            <a:ext cx="7353116" cy="19659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800" dirty="0">
                <a:solidFill>
                  <a:srgbClr val="F1F5F9"/>
                </a:solidFill>
                <a:latin typeface="Aptos" pitchFamily="34" charset="0"/>
                <a:ea typeface="Arial" pitchFamily="34" charset="-122"/>
                <a:cs typeface="Arial" pitchFamily="34" charset="-120"/>
              </a:rPr>
              <a:t>Registrar o critério usado para formar o conjunto.</a:t>
            </a:r>
            <a:endParaRPr lang="en-US" sz="2700" dirty="0"/>
          </a:p>
        </p:txBody>
      </p:sp>
      <p:sp>
        <p:nvSpPr>
          <p:cNvPr id="14" name="Shape 12"/>
          <p:cNvSpPr/>
          <p:nvPr/>
        </p:nvSpPr>
        <p:spPr>
          <a:xfrm>
            <a:off x="1409664" y="7505700"/>
            <a:ext cx="8400840" cy="3543300"/>
          </a:xfrm>
          <a:prstGeom prst="rect">
            <a:avLst/>
          </a:prstGeom>
          <a:solidFill>
            <a:srgbClr val="223147"/>
          </a:solidFill>
          <a:ln w="12700">
            <a:solidFill>
              <a:srgbClr val="FFFFFF">
                <a:alpha val="0"/>
              </a:srgbClr>
            </a:solidFill>
            <a:prstDash val="solid"/>
          </a:ln>
        </p:spPr>
        <p:txBody>
          <a:bodyPr/>
          <a:lstStyle/>
          <a:p>
            <a:endParaRPr lang="en-US"/>
          </a:p>
        </p:txBody>
      </p:sp>
      <p:sp>
        <p:nvSpPr>
          <p:cNvPr id="15" name="Shape 13"/>
          <p:cNvSpPr/>
          <p:nvPr/>
        </p:nvSpPr>
        <p:spPr>
          <a:xfrm>
            <a:off x="1476338" y="7505700"/>
            <a:ext cx="0" cy="3543300"/>
          </a:xfrm>
          <a:prstGeom prst="line">
            <a:avLst/>
          </a:prstGeom>
          <a:solidFill>
            <a:srgbClr val="111C2D">
              <a:alpha val="0"/>
            </a:srgbClr>
          </a:solidFill>
          <a:ln w="66675">
            <a:solidFill>
              <a:srgbClr val="F9B000"/>
            </a:solidFill>
            <a:prstDash val="solid"/>
          </a:ln>
        </p:spPr>
        <p:txBody>
          <a:bodyPr/>
          <a:lstStyle/>
          <a:p>
            <a:endParaRPr lang="en-US"/>
          </a:p>
        </p:txBody>
      </p:sp>
      <p:sp>
        <p:nvSpPr>
          <p:cNvPr id="16" name="Text 14"/>
          <p:cNvSpPr/>
          <p:nvPr/>
        </p:nvSpPr>
        <p:spPr>
          <a:xfrm>
            <a:off x="2000200" y="7962901"/>
            <a:ext cx="7353116" cy="51435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3200" b="1" dirty="0">
                <a:solidFill>
                  <a:srgbClr val="F1F5F9"/>
                </a:solidFill>
                <a:latin typeface="Aptos" pitchFamily="34" charset="0"/>
                <a:ea typeface="Arial" pitchFamily="34" charset="-122"/>
                <a:cs typeface="Arial" pitchFamily="34" charset="-120"/>
              </a:rPr>
              <a:t>Vínculo</a:t>
            </a:r>
            <a:endParaRPr lang="en-US" sz="3500" dirty="0"/>
          </a:p>
        </p:txBody>
      </p:sp>
      <p:sp>
        <p:nvSpPr>
          <p:cNvPr id="17" name="Text 15"/>
          <p:cNvSpPr/>
          <p:nvPr/>
        </p:nvSpPr>
        <p:spPr>
          <a:xfrm>
            <a:off x="2000200" y="8477251"/>
            <a:ext cx="7353116" cy="19659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800" dirty="0">
                <a:solidFill>
                  <a:srgbClr val="F1F5F9"/>
                </a:solidFill>
                <a:latin typeface="Aptos" pitchFamily="34" charset="0"/>
                <a:ea typeface="Arial" pitchFamily="34" charset="-122"/>
                <a:cs typeface="Arial" pitchFamily="34" charset="-120"/>
              </a:rPr>
              <a:t>Associar somente IDs conferidos no mesmo caso.</a:t>
            </a:r>
            <a:endParaRPr lang="en-US" sz="2700" dirty="0"/>
          </a:p>
        </p:txBody>
      </p:sp>
      <p:sp>
        <p:nvSpPr>
          <p:cNvPr id="18" name="Shape 16"/>
          <p:cNvSpPr/>
          <p:nvPr/>
        </p:nvSpPr>
        <p:spPr>
          <a:xfrm>
            <a:off x="10153396" y="7505700"/>
            <a:ext cx="8400840" cy="3543300"/>
          </a:xfrm>
          <a:prstGeom prst="rect">
            <a:avLst/>
          </a:prstGeom>
          <a:solidFill>
            <a:srgbClr val="223147"/>
          </a:solidFill>
          <a:ln w="12700">
            <a:solidFill>
              <a:srgbClr val="FFFFFF">
                <a:alpha val="0"/>
              </a:srgbClr>
            </a:solidFill>
            <a:prstDash val="solid"/>
          </a:ln>
        </p:spPr>
        <p:txBody>
          <a:bodyPr/>
          <a:lstStyle/>
          <a:p>
            <a:endParaRPr lang="en-US"/>
          </a:p>
        </p:txBody>
      </p:sp>
      <p:sp>
        <p:nvSpPr>
          <p:cNvPr id="19" name="Shape 17"/>
          <p:cNvSpPr/>
          <p:nvPr/>
        </p:nvSpPr>
        <p:spPr>
          <a:xfrm>
            <a:off x="10220070" y="7505700"/>
            <a:ext cx="0" cy="3543300"/>
          </a:xfrm>
          <a:prstGeom prst="line">
            <a:avLst/>
          </a:prstGeom>
          <a:solidFill>
            <a:srgbClr val="111C2D">
              <a:alpha val="0"/>
            </a:srgbClr>
          </a:solidFill>
          <a:ln w="66675">
            <a:solidFill>
              <a:srgbClr val="F9B000"/>
            </a:solidFill>
            <a:prstDash val="solid"/>
          </a:ln>
        </p:spPr>
        <p:txBody>
          <a:bodyPr/>
          <a:lstStyle/>
          <a:p>
            <a:endParaRPr lang="en-US"/>
          </a:p>
        </p:txBody>
      </p:sp>
      <p:sp>
        <p:nvSpPr>
          <p:cNvPr id="20" name="Text 18"/>
          <p:cNvSpPr/>
          <p:nvPr/>
        </p:nvSpPr>
        <p:spPr>
          <a:xfrm>
            <a:off x="10743932" y="7962901"/>
            <a:ext cx="7353116" cy="51435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3200" b="1" dirty="0">
                <a:solidFill>
                  <a:srgbClr val="F1F5F9"/>
                </a:solidFill>
                <a:latin typeface="Aptos" pitchFamily="34" charset="0"/>
                <a:ea typeface="Arial" pitchFamily="34" charset="-122"/>
                <a:cs typeface="Arial" pitchFamily="34" charset="-120"/>
              </a:rPr>
              <a:t>Persistência</a:t>
            </a:r>
            <a:endParaRPr lang="en-US" sz="3500" dirty="0"/>
          </a:p>
        </p:txBody>
      </p:sp>
      <p:sp>
        <p:nvSpPr>
          <p:cNvPr id="21" name="Text 19"/>
          <p:cNvSpPr/>
          <p:nvPr/>
        </p:nvSpPr>
        <p:spPr>
          <a:xfrm>
            <a:off x="10743932" y="8477251"/>
            <a:ext cx="7353116" cy="19659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800" dirty="0">
                <a:solidFill>
                  <a:srgbClr val="F1F5F9"/>
                </a:solidFill>
                <a:latin typeface="Aptos" pitchFamily="34" charset="0"/>
                <a:ea typeface="Arial" pitchFamily="34" charset="-122"/>
                <a:cs typeface="Arial" pitchFamily="34" charset="-120"/>
              </a:rPr>
              <a:t>Gravar o estado e conferir após reabrir o caso.</a:t>
            </a:r>
            <a:endParaRPr lang="en-US" sz="2700" dirty="0"/>
          </a:p>
        </p:txBody>
      </p:sp>
      <p:sp>
        <p:nvSpPr>
          <p:cNvPr id="22" name="Text 20"/>
          <p:cNvSpPr/>
          <p:nvPr/>
        </p:nvSpPr>
        <p:spPr>
          <a:xfrm>
            <a:off x="1409664" y="11734801"/>
            <a:ext cx="17144572" cy="112395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500" dirty="0">
                <a:solidFill>
                  <a:srgbClr val="F1F5F9"/>
                </a:solidFill>
                <a:latin typeface="Aptos" pitchFamily="34" charset="0"/>
                <a:ea typeface="Arial" pitchFamily="34" charset="-122"/>
                <a:cs typeface="Arial" pitchFamily="34" charset="-120"/>
              </a:rPr>
              <a:t>Criar o nome do marcador e associar itens são operações distintas.</a:t>
            </a:r>
            <a:endParaRPr lang="en-US" sz="3000" dirty="0"/>
          </a:p>
        </p:txBody>
      </p:sp>
      <p:sp>
        <p:nvSpPr>
          <p:cNvPr id="23" name="TextBox 22"/>
          <p:cNvSpPr txBox="1"/>
          <p:nvPr/>
        </p:nvSpPr>
        <p:spPr>
          <a:xfrm>
            <a:off x="21214080" y="12344400"/>
            <a:ext cx="2286000" cy="502920"/>
          </a:xfrm>
          <a:prstGeom prst="rect">
            <a:avLst/>
          </a:prstGeom>
          <a:noFill/>
        </p:spPr>
        <p:txBody>
          <a:bodyPr wrap="none" lIns="0" tIns="0" rIns="0" bIns="0">
            <a:noAutofit/>
          </a:bodyPr>
          <a:lstStyle/>
          <a:p>
            <a:pPr>
              <a:lnSpc>
                <a:spcPct val="108000"/>
              </a:lnSpc>
              <a:spcBef>
                <a:spcPts val="0"/>
              </a:spcBef>
              <a:spcAft>
                <a:spcPts val="0"/>
              </a:spcAft>
            </a:pPr>
            <a:r>
              <a:rPr lang="en-US" sz="2200">
                <a:solidFill>
                  <a:srgbClr val="15243B"/>
                </a:solidFill>
                <a:latin typeface="Aptos"/>
              </a:rPr>
              <a:t>44 / 70</a:t>
            </a:r>
            <a:endParaRPr sz="2200">
              <a:solidFill>
                <a:srgbClr val="15243B"/>
              </a:solidFill>
              <a:latin typeface="Aptos"/>
            </a:endParaRP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hape 0"/>
          <p:cNvSpPr/>
          <p:nvPr/>
        </p:nvSpPr>
        <p:spPr>
          <a:xfrm>
            <a:off x="1" y="0"/>
            <a:ext cx="24383390" cy="13716000"/>
          </a:xfrm>
          <a:prstGeom prst="rect">
            <a:avLst/>
          </a:prstGeom>
          <a:solidFill>
            <a:srgbClr val="111C2D"/>
          </a:solidFill>
          <a:ln w="12700">
            <a:solidFill>
              <a:srgbClr val="FFFFFF">
                <a:alpha val="0"/>
              </a:srgbClr>
            </a:solidFill>
            <a:prstDash val="solid"/>
          </a:ln>
        </p:spPr>
        <p:txBody>
          <a:bodyPr/>
          <a:lstStyle/>
          <a:p>
            <a:endParaRPr lang="en-US"/>
          </a:p>
        </p:txBody>
      </p:sp>
      <p:sp>
        <p:nvSpPr>
          <p:cNvPr id="3" name="Shape 1"/>
          <p:cNvSpPr/>
          <p:nvPr/>
        </p:nvSpPr>
        <p:spPr>
          <a:xfrm>
            <a:off x="0" y="0"/>
            <a:ext cx="19811504" cy="1219200"/>
          </a:xfrm>
          <a:prstGeom prst="rect">
            <a:avLst/>
          </a:prstGeom>
          <a:solidFill>
            <a:srgbClr val="D9DCDF"/>
          </a:solidFill>
          <a:ln w="12700">
            <a:solidFill>
              <a:srgbClr val="FFFFFF">
                <a:alpha val="0"/>
              </a:srgbClr>
            </a:solidFill>
            <a:prstDash val="solid"/>
          </a:ln>
        </p:spPr>
        <p:txBody>
          <a:bodyPr/>
          <a:lstStyle/>
          <a:p>
            <a:endParaRPr lang="en-US"/>
          </a:p>
        </p:txBody>
      </p:sp>
      <p:sp>
        <p:nvSpPr>
          <p:cNvPr id="4" name="Shape 2"/>
          <p:cNvSpPr/>
          <p:nvPr/>
        </p:nvSpPr>
        <p:spPr>
          <a:xfrm>
            <a:off x="20382990" y="0"/>
            <a:ext cx="4000400" cy="13716000"/>
          </a:xfrm>
          <a:prstGeom prst="rect">
            <a:avLst/>
          </a:prstGeom>
          <a:solidFill>
            <a:srgbClr val="F9B000"/>
          </a:solidFill>
          <a:ln w="12700">
            <a:solidFill>
              <a:srgbClr val="FFFFFF">
                <a:alpha val="0"/>
              </a:srgbClr>
            </a:solidFill>
            <a:prstDash val="solid"/>
          </a:ln>
        </p:spPr>
        <p:txBody>
          <a:bodyPr/>
          <a:lstStyle/>
          <a:p>
            <a:endParaRPr lang="en-US"/>
          </a:p>
        </p:txBody>
      </p:sp>
      <p:sp>
        <p:nvSpPr>
          <p:cNvPr id="5" name="Text 3"/>
          <p:cNvSpPr/>
          <p:nvPr/>
        </p:nvSpPr>
        <p:spPr>
          <a:xfrm>
            <a:off x="1371567" y="1676400"/>
            <a:ext cx="17335066" cy="164592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5400" b="1" dirty="0">
                <a:solidFill>
                  <a:srgbClr val="68BDF4"/>
                </a:solidFill>
                <a:latin typeface="Aptos Display" pitchFamily="34" charset="0"/>
                <a:ea typeface="Arial" pitchFamily="34" charset="-122"/>
                <a:cs typeface="Arial" pitchFamily="34" charset="-120"/>
              </a:rPr>
              <a:t>Sete ferramentas no servidor</a:t>
            </a:r>
            <a:endParaRPr lang="en-US" sz="5600" dirty="0"/>
          </a:p>
        </p:txBody>
      </p:sp>
      <p:sp>
        <p:nvSpPr>
          <p:cNvPr id="6" name="Shape 4"/>
          <p:cNvSpPr/>
          <p:nvPr/>
        </p:nvSpPr>
        <p:spPr>
          <a:xfrm>
            <a:off x="1409664" y="3619501"/>
            <a:ext cx="17144572" cy="1581150"/>
          </a:xfrm>
          <a:prstGeom prst="rect">
            <a:avLst/>
          </a:prstGeom>
          <a:solidFill>
            <a:srgbClr val="223147"/>
          </a:solidFill>
          <a:ln w="12700">
            <a:solidFill>
              <a:srgbClr val="FFFFFF">
                <a:alpha val="0"/>
              </a:srgbClr>
            </a:solidFill>
            <a:prstDash val="solid"/>
          </a:ln>
        </p:spPr>
        <p:txBody>
          <a:bodyPr/>
          <a:lstStyle/>
          <a:p>
            <a:endParaRPr lang="en-US"/>
          </a:p>
        </p:txBody>
      </p:sp>
      <p:sp>
        <p:nvSpPr>
          <p:cNvPr id="7" name="Shape 5"/>
          <p:cNvSpPr/>
          <p:nvPr/>
        </p:nvSpPr>
        <p:spPr>
          <a:xfrm>
            <a:off x="1409664" y="5191126"/>
            <a:ext cx="17144572" cy="0"/>
          </a:xfrm>
          <a:prstGeom prst="line">
            <a:avLst/>
          </a:prstGeom>
          <a:solidFill>
            <a:srgbClr val="111C2D">
              <a:alpha val="0"/>
            </a:srgbClr>
          </a:solidFill>
          <a:ln w="9525">
            <a:solidFill>
              <a:srgbClr val="CBD5E1"/>
            </a:solidFill>
            <a:prstDash val="solid"/>
          </a:ln>
        </p:spPr>
        <p:txBody>
          <a:bodyPr/>
          <a:lstStyle/>
          <a:p>
            <a:endParaRPr lang="en-US"/>
          </a:p>
        </p:txBody>
      </p:sp>
      <p:sp>
        <p:nvSpPr>
          <p:cNvPr id="8" name="Text 6"/>
          <p:cNvSpPr/>
          <p:nvPr/>
        </p:nvSpPr>
        <p:spPr>
          <a:xfrm>
            <a:off x="1828754" y="4162425"/>
            <a:ext cx="5143372" cy="47625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800" b="1" dirty="0">
                <a:solidFill>
                  <a:srgbClr val="F1F5F9"/>
                </a:solidFill>
                <a:latin typeface="Aptos" pitchFamily="34" charset="0"/>
                <a:ea typeface="Arial" pitchFamily="34" charset="-122"/>
                <a:cs typeface="Arial" pitchFamily="34" charset="-120"/>
              </a:rPr>
              <a:t>4 consultas</a:t>
            </a:r>
            <a:endParaRPr lang="en-US" sz="3200" dirty="0"/>
          </a:p>
        </p:txBody>
      </p:sp>
      <p:sp>
        <p:nvSpPr>
          <p:cNvPr id="9" name="Text 7"/>
          <p:cNvSpPr/>
          <p:nvPr/>
        </p:nvSpPr>
        <p:spPr>
          <a:xfrm>
            <a:off x="6972126" y="4186239"/>
            <a:ext cx="11163020" cy="91440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700" dirty="0">
                <a:solidFill>
                  <a:srgbClr val="F1F5F9"/>
                </a:solidFill>
                <a:latin typeface="Aptos" pitchFamily="34" charset="0"/>
                <a:ea typeface="Arial" pitchFamily="34" charset="-122"/>
                <a:cs typeface="Arial" pitchFamily="34" charset="-120"/>
              </a:rPr>
              <a:t>Caso, busca, metadados e texto original.</a:t>
            </a:r>
            <a:endParaRPr lang="en-US" sz="2700" dirty="0"/>
          </a:p>
        </p:txBody>
      </p:sp>
      <p:sp>
        <p:nvSpPr>
          <p:cNvPr id="10" name="Shape 8"/>
          <p:cNvSpPr/>
          <p:nvPr/>
        </p:nvSpPr>
        <p:spPr>
          <a:xfrm>
            <a:off x="1409664" y="6772276"/>
            <a:ext cx="17144572" cy="0"/>
          </a:xfrm>
          <a:prstGeom prst="line">
            <a:avLst/>
          </a:prstGeom>
          <a:solidFill>
            <a:srgbClr val="111C2D">
              <a:alpha val="0"/>
            </a:srgbClr>
          </a:solidFill>
          <a:ln w="9525">
            <a:solidFill>
              <a:srgbClr val="CBD5E1"/>
            </a:solidFill>
            <a:prstDash val="solid"/>
          </a:ln>
        </p:spPr>
        <p:txBody>
          <a:bodyPr/>
          <a:lstStyle/>
          <a:p>
            <a:endParaRPr lang="en-US"/>
          </a:p>
        </p:txBody>
      </p:sp>
      <p:sp>
        <p:nvSpPr>
          <p:cNvPr id="11" name="Text 9"/>
          <p:cNvSpPr/>
          <p:nvPr/>
        </p:nvSpPr>
        <p:spPr>
          <a:xfrm>
            <a:off x="1828754" y="5743577"/>
            <a:ext cx="5143372" cy="47625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800" b="1" dirty="0">
                <a:solidFill>
                  <a:srgbClr val="F1F5F9"/>
                </a:solidFill>
                <a:latin typeface="Aptos" pitchFamily="34" charset="0"/>
                <a:ea typeface="Arial" pitchFamily="34" charset="-122"/>
                <a:cs typeface="Arial" pitchFamily="34" charset="-120"/>
              </a:rPr>
              <a:t>Listagem</a:t>
            </a:r>
            <a:endParaRPr lang="en-US" sz="3200" dirty="0"/>
          </a:p>
        </p:txBody>
      </p:sp>
      <p:sp>
        <p:nvSpPr>
          <p:cNvPr id="12" name="Text 10"/>
          <p:cNvSpPr/>
          <p:nvPr/>
        </p:nvSpPr>
        <p:spPr>
          <a:xfrm>
            <a:off x="6972126" y="5767389"/>
            <a:ext cx="11163020" cy="91440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700" dirty="0">
                <a:solidFill>
                  <a:srgbClr val="F1F5F9"/>
                </a:solidFill>
                <a:latin typeface="Aptos" pitchFamily="34" charset="0"/>
                <a:ea typeface="Arial" pitchFamily="34" charset="-122"/>
                <a:cs typeface="Arial" pitchFamily="34" charset="-120"/>
              </a:rPr>
              <a:t>listar_marcadores aceita filtro por item_id.</a:t>
            </a:r>
            <a:endParaRPr lang="en-US" sz="2700" dirty="0"/>
          </a:p>
        </p:txBody>
      </p:sp>
      <p:sp>
        <p:nvSpPr>
          <p:cNvPr id="13" name="Shape 11"/>
          <p:cNvSpPr/>
          <p:nvPr/>
        </p:nvSpPr>
        <p:spPr>
          <a:xfrm>
            <a:off x="1409664" y="6781801"/>
            <a:ext cx="17144572" cy="1581150"/>
          </a:xfrm>
          <a:prstGeom prst="rect">
            <a:avLst/>
          </a:prstGeom>
          <a:solidFill>
            <a:srgbClr val="223147"/>
          </a:solidFill>
          <a:ln w="12700">
            <a:solidFill>
              <a:srgbClr val="FFFFFF">
                <a:alpha val="0"/>
              </a:srgbClr>
            </a:solidFill>
            <a:prstDash val="solid"/>
          </a:ln>
        </p:spPr>
        <p:txBody>
          <a:bodyPr/>
          <a:lstStyle/>
          <a:p>
            <a:endParaRPr lang="en-US"/>
          </a:p>
        </p:txBody>
      </p:sp>
      <p:sp>
        <p:nvSpPr>
          <p:cNvPr id="14" name="Shape 12"/>
          <p:cNvSpPr/>
          <p:nvPr/>
        </p:nvSpPr>
        <p:spPr>
          <a:xfrm>
            <a:off x="1409664" y="8353424"/>
            <a:ext cx="17144572" cy="0"/>
          </a:xfrm>
          <a:prstGeom prst="line">
            <a:avLst/>
          </a:prstGeom>
          <a:solidFill>
            <a:srgbClr val="111C2D">
              <a:alpha val="0"/>
            </a:srgbClr>
          </a:solidFill>
          <a:ln w="9525">
            <a:solidFill>
              <a:srgbClr val="CBD5E1"/>
            </a:solidFill>
            <a:prstDash val="solid"/>
          </a:ln>
        </p:spPr>
        <p:txBody>
          <a:bodyPr/>
          <a:lstStyle/>
          <a:p>
            <a:endParaRPr lang="en-US"/>
          </a:p>
        </p:txBody>
      </p:sp>
      <p:sp>
        <p:nvSpPr>
          <p:cNvPr id="15" name="Text 13"/>
          <p:cNvSpPr/>
          <p:nvPr/>
        </p:nvSpPr>
        <p:spPr>
          <a:xfrm>
            <a:off x="1828754" y="7324725"/>
            <a:ext cx="5143372" cy="47625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800" b="1" dirty="0">
                <a:solidFill>
                  <a:srgbClr val="F1F5F9"/>
                </a:solidFill>
                <a:latin typeface="Aptos" pitchFamily="34" charset="0"/>
                <a:ea typeface="Arial" pitchFamily="34" charset="-122"/>
                <a:cs typeface="Arial" pitchFamily="34" charset="-120"/>
              </a:rPr>
              <a:t>Criação</a:t>
            </a:r>
            <a:endParaRPr lang="en-US" sz="3200" dirty="0"/>
          </a:p>
        </p:txBody>
      </p:sp>
      <p:sp>
        <p:nvSpPr>
          <p:cNvPr id="16" name="Text 14"/>
          <p:cNvSpPr/>
          <p:nvPr/>
        </p:nvSpPr>
        <p:spPr>
          <a:xfrm>
            <a:off x="6972126" y="7348539"/>
            <a:ext cx="11163020" cy="91440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700" dirty="0">
                <a:solidFill>
                  <a:srgbClr val="F1F5F9"/>
                </a:solidFill>
                <a:latin typeface="Aptos" pitchFamily="34" charset="0"/>
                <a:ea typeface="Arial" pitchFamily="34" charset="-122"/>
                <a:cs typeface="Arial" pitchFamily="34" charset="-120"/>
              </a:rPr>
              <a:t>criar_marcador recebe nome e comentário.</a:t>
            </a:r>
            <a:endParaRPr lang="en-US" sz="2700" dirty="0"/>
          </a:p>
        </p:txBody>
      </p:sp>
      <p:sp>
        <p:nvSpPr>
          <p:cNvPr id="17" name="Shape 15"/>
          <p:cNvSpPr/>
          <p:nvPr/>
        </p:nvSpPr>
        <p:spPr>
          <a:xfrm>
            <a:off x="1409664" y="9934574"/>
            <a:ext cx="17144572" cy="0"/>
          </a:xfrm>
          <a:prstGeom prst="line">
            <a:avLst/>
          </a:prstGeom>
          <a:solidFill>
            <a:srgbClr val="111C2D">
              <a:alpha val="0"/>
            </a:srgbClr>
          </a:solidFill>
          <a:ln w="9525">
            <a:solidFill>
              <a:srgbClr val="CBD5E1"/>
            </a:solidFill>
            <a:prstDash val="solid"/>
          </a:ln>
        </p:spPr>
        <p:txBody>
          <a:bodyPr/>
          <a:lstStyle/>
          <a:p>
            <a:endParaRPr lang="en-US"/>
          </a:p>
        </p:txBody>
      </p:sp>
      <p:sp>
        <p:nvSpPr>
          <p:cNvPr id="18" name="Text 16"/>
          <p:cNvSpPr/>
          <p:nvPr/>
        </p:nvSpPr>
        <p:spPr>
          <a:xfrm>
            <a:off x="1828754" y="8905875"/>
            <a:ext cx="5143372" cy="47625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800" b="1" dirty="0">
                <a:solidFill>
                  <a:srgbClr val="F1F5F9"/>
                </a:solidFill>
                <a:latin typeface="Aptos" pitchFamily="34" charset="0"/>
                <a:ea typeface="Arial" pitchFamily="34" charset="-122"/>
                <a:cs typeface="Arial" pitchFamily="34" charset="-120"/>
              </a:rPr>
              <a:t>Associação</a:t>
            </a:r>
            <a:endParaRPr lang="en-US" sz="3200" dirty="0"/>
          </a:p>
        </p:txBody>
      </p:sp>
      <p:sp>
        <p:nvSpPr>
          <p:cNvPr id="19" name="Text 17"/>
          <p:cNvSpPr/>
          <p:nvPr/>
        </p:nvSpPr>
        <p:spPr>
          <a:xfrm>
            <a:off x="6972126" y="8929689"/>
            <a:ext cx="11163020" cy="91440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700" dirty="0">
                <a:solidFill>
                  <a:srgbClr val="F1F5F9"/>
                </a:solidFill>
                <a:latin typeface="Aptos" pitchFamily="34" charset="0"/>
                <a:ea typeface="Arial" pitchFamily="34" charset="-122"/>
                <a:cs typeface="Arial" pitchFamily="34" charset="-120"/>
              </a:rPr>
              <a:t>associar_itens_marcador recebe marcador_id e item_ids.</a:t>
            </a:r>
            <a:endParaRPr lang="en-US" sz="2700" dirty="0"/>
          </a:p>
        </p:txBody>
      </p:sp>
      <p:sp>
        <p:nvSpPr>
          <p:cNvPr id="20" name="Shape 18"/>
          <p:cNvSpPr/>
          <p:nvPr/>
        </p:nvSpPr>
        <p:spPr>
          <a:xfrm>
            <a:off x="1409664" y="9944101"/>
            <a:ext cx="17144572" cy="1581150"/>
          </a:xfrm>
          <a:prstGeom prst="rect">
            <a:avLst/>
          </a:prstGeom>
          <a:solidFill>
            <a:srgbClr val="223147"/>
          </a:solidFill>
          <a:ln w="12700">
            <a:solidFill>
              <a:srgbClr val="FFFFFF">
                <a:alpha val="0"/>
              </a:srgbClr>
            </a:solidFill>
            <a:prstDash val="solid"/>
          </a:ln>
        </p:spPr>
        <p:txBody>
          <a:bodyPr/>
          <a:lstStyle/>
          <a:p>
            <a:endParaRPr lang="en-US"/>
          </a:p>
        </p:txBody>
      </p:sp>
      <p:sp>
        <p:nvSpPr>
          <p:cNvPr id="21" name="Shape 19"/>
          <p:cNvSpPr/>
          <p:nvPr/>
        </p:nvSpPr>
        <p:spPr>
          <a:xfrm>
            <a:off x="1409664" y="11515726"/>
            <a:ext cx="17144572" cy="0"/>
          </a:xfrm>
          <a:prstGeom prst="line">
            <a:avLst/>
          </a:prstGeom>
          <a:solidFill>
            <a:srgbClr val="111C2D">
              <a:alpha val="0"/>
            </a:srgbClr>
          </a:solidFill>
          <a:ln w="9525">
            <a:solidFill>
              <a:srgbClr val="CBD5E1"/>
            </a:solidFill>
            <a:prstDash val="solid"/>
          </a:ln>
        </p:spPr>
        <p:txBody>
          <a:bodyPr/>
          <a:lstStyle/>
          <a:p>
            <a:endParaRPr lang="en-US"/>
          </a:p>
        </p:txBody>
      </p:sp>
      <p:sp>
        <p:nvSpPr>
          <p:cNvPr id="22" name="Text 20"/>
          <p:cNvSpPr/>
          <p:nvPr/>
        </p:nvSpPr>
        <p:spPr>
          <a:xfrm>
            <a:off x="1828754" y="10487027"/>
            <a:ext cx="5143372" cy="47625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800" b="1" dirty="0">
                <a:solidFill>
                  <a:srgbClr val="F1F5F9"/>
                </a:solidFill>
                <a:latin typeface="Aptos" pitchFamily="34" charset="0"/>
                <a:ea typeface="Arial" pitchFamily="34" charset="-122"/>
                <a:cs typeface="Arial" pitchFamily="34" charset="-120"/>
              </a:rPr>
              <a:t>Habilitação</a:t>
            </a:r>
            <a:endParaRPr lang="en-US" sz="3200" dirty="0"/>
          </a:p>
        </p:txBody>
      </p:sp>
      <p:sp>
        <p:nvSpPr>
          <p:cNvPr id="23" name="Text 21"/>
          <p:cNvSpPr/>
          <p:nvPr/>
        </p:nvSpPr>
        <p:spPr>
          <a:xfrm>
            <a:off x="6972126" y="10510839"/>
            <a:ext cx="11163020" cy="91440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700" dirty="0">
                <a:solidFill>
                  <a:srgbClr val="F1F5F9"/>
                </a:solidFill>
                <a:latin typeface="Aptos" pitchFamily="34" charset="0"/>
                <a:ea typeface="Arial" pitchFamily="34" charset="-122"/>
                <a:cs typeface="Arial" pitchFamily="34" charset="-120"/>
              </a:rPr>
              <a:t>IPED_ALLOW_BOOKMARK_WRITE=1 permite as duas gravações.</a:t>
            </a:r>
            <a:endParaRPr lang="en-US" sz="2700" dirty="0"/>
          </a:p>
        </p:txBody>
      </p:sp>
      <p:sp>
        <p:nvSpPr>
          <p:cNvPr id="24" name="Text 22"/>
          <p:cNvSpPr/>
          <p:nvPr/>
        </p:nvSpPr>
        <p:spPr>
          <a:xfrm>
            <a:off x="1409664" y="12458701"/>
            <a:ext cx="17373600" cy="5943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400" dirty="0">
                <a:solidFill>
                  <a:srgbClr val="F1F5F9"/>
                </a:solidFill>
                <a:latin typeface="Aptos" pitchFamily="34" charset="0"/>
                <a:ea typeface="Arial" pitchFamily="34" charset="-122"/>
                <a:cs typeface="Arial" pitchFamily="34" charset="-120"/>
              </a:rPr>
              <a:t>O operador habilita a escrita na cópia usada no laboratório.</a:t>
            </a:r>
            <a:endParaRPr lang="en-US" sz="2600" dirty="0"/>
          </a:p>
        </p:txBody>
      </p:sp>
      <p:sp>
        <p:nvSpPr>
          <p:cNvPr id="25" name="TextBox 24"/>
          <p:cNvSpPr txBox="1"/>
          <p:nvPr/>
        </p:nvSpPr>
        <p:spPr>
          <a:xfrm>
            <a:off x="21214080" y="12344400"/>
            <a:ext cx="2286000" cy="502920"/>
          </a:xfrm>
          <a:prstGeom prst="rect">
            <a:avLst/>
          </a:prstGeom>
          <a:noFill/>
        </p:spPr>
        <p:txBody>
          <a:bodyPr wrap="none" lIns="0" tIns="0" rIns="0" bIns="0">
            <a:noAutofit/>
          </a:bodyPr>
          <a:lstStyle/>
          <a:p>
            <a:pPr>
              <a:lnSpc>
                <a:spcPct val="108000"/>
              </a:lnSpc>
              <a:spcBef>
                <a:spcPts val="0"/>
              </a:spcBef>
              <a:spcAft>
                <a:spcPts val="0"/>
              </a:spcAft>
            </a:pPr>
            <a:r>
              <a:rPr lang="en-US" sz="2200">
                <a:solidFill>
                  <a:srgbClr val="15243B"/>
                </a:solidFill>
                <a:latin typeface="Aptos"/>
              </a:rPr>
              <a:t>45 / 70</a:t>
            </a:r>
            <a:endParaRPr sz="2200">
              <a:solidFill>
                <a:srgbClr val="15243B"/>
              </a:solidFill>
              <a:latin typeface="Aptos"/>
            </a:endParaRP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hape 0"/>
          <p:cNvSpPr/>
          <p:nvPr/>
        </p:nvSpPr>
        <p:spPr>
          <a:xfrm>
            <a:off x="1" y="0"/>
            <a:ext cx="24383390" cy="13716000"/>
          </a:xfrm>
          <a:prstGeom prst="rect">
            <a:avLst/>
          </a:prstGeom>
          <a:solidFill>
            <a:srgbClr val="111C2D"/>
          </a:solidFill>
          <a:ln w="12700">
            <a:solidFill>
              <a:srgbClr val="FFFFFF">
                <a:alpha val="0"/>
              </a:srgbClr>
            </a:solidFill>
            <a:prstDash val="solid"/>
          </a:ln>
        </p:spPr>
        <p:txBody>
          <a:bodyPr/>
          <a:lstStyle/>
          <a:p>
            <a:endParaRPr lang="en-US"/>
          </a:p>
        </p:txBody>
      </p:sp>
      <p:sp>
        <p:nvSpPr>
          <p:cNvPr id="3" name="Shape 1"/>
          <p:cNvSpPr/>
          <p:nvPr/>
        </p:nvSpPr>
        <p:spPr>
          <a:xfrm>
            <a:off x="0" y="0"/>
            <a:ext cx="19811504" cy="1219200"/>
          </a:xfrm>
          <a:prstGeom prst="rect">
            <a:avLst/>
          </a:prstGeom>
          <a:solidFill>
            <a:srgbClr val="D9DCDF"/>
          </a:solidFill>
          <a:ln w="12700">
            <a:solidFill>
              <a:srgbClr val="FFFFFF">
                <a:alpha val="0"/>
              </a:srgbClr>
            </a:solidFill>
            <a:prstDash val="solid"/>
          </a:ln>
        </p:spPr>
        <p:txBody>
          <a:bodyPr/>
          <a:lstStyle/>
          <a:p>
            <a:endParaRPr lang="en-US"/>
          </a:p>
        </p:txBody>
      </p:sp>
      <p:sp>
        <p:nvSpPr>
          <p:cNvPr id="4" name="Shape 2"/>
          <p:cNvSpPr/>
          <p:nvPr/>
        </p:nvSpPr>
        <p:spPr>
          <a:xfrm>
            <a:off x="20382990" y="0"/>
            <a:ext cx="4000400" cy="13716000"/>
          </a:xfrm>
          <a:prstGeom prst="rect">
            <a:avLst/>
          </a:prstGeom>
          <a:solidFill>
            <a:srgbClr val="F9B000"/>
          </a:solidFill>
          <a:ln w="12700">
            <a:solidFill>
              <a:srgbClr val="FFFFFF">
                <a:alpha val="0"/>
              </a:srgbClr>
            </a:solidFill>
            <a:prstDash val="solid"/>
          </a:ln>
        </p:spPr>
        <p:txBody>
          <a:bodyPr/>
          <a:lstStyle/>
          <a:p>
            <a:endParaRPr lang="en-US"/>
          </a:p>
        </p:txBody>
      </p:sp>
      <p:sp>
        <p:nvSpPr>
          <p:cNvPr id="5" name="Text 3"/>
          <p:cNvSpPr/>
          <p:nvPr/>
        </p:nvSpPr>
        <p:spPr>
          <a:xfrm>
            <a:off x="1371567" y="1676401"/>
            <a:ext cx="17525562" cy="164592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5400" b="1" dirty="0">
                <a:solidFill>
                  <a:srgbClr val="68BDF4"/>
                </a:solidFill>
                <a:latin typeface="Aptos Display" pitchFamily="34" charset="0"/>
                <a:ea typeface="Arial" pitchFamily="34" charset="-122"/>
                <a:cs typeface="Arial" pitchFamily="34" charset="-120"/>
              </a:rPr>
              <a:t>Marcadores 1: criação e comentário</a:t>
            </a:r>
            <a:endParaRPr lang="en-US" sz="5700" dirty="0"/>
          </a:p>
        </p:txBody>
      </p:sp>
      <p:sp>
        <p:nvSpPr>
          <p:cNvPr id="6" name="Shape 4"/>
          <p:cNvSpPr/>
          <p:nvPr/>
        </p:nvSpPr>
        <p:spPr>
          <a:xfrm>
            <a:off x="1409665" y="3524250"/>
            <a:ext cx="12115800" cy="7810500"/>
          </a:xfrm>
          <a:prstGeom prst="rect">
            <a:avLst/>
          </a:prstGeom>
          <a:solidFill>
            <a:srgbClr val="0B2D5C"/>
          </a:solidFill>
          <a:ln w="12700">
            <a:solidFill>
              <a:srgbClr val="FFFFFF">
                <a:alpha val="0"/>
              </a:srgbClr>
            </a:solidFill>
            <a:prstDash val="solid"/>
          </a:ln>
        </p:spPr>
        <p:txBody>
          <a:bodyPr/>
          <a:lstStyle/>
          <a:p>
            <a:endParaRPr lang="en-US"/>
          </a:p>
        </p:txBody>
      </p:sp>
      <p:sp>
        <p:nvSpPr>
          <p:cNvPr id="7" name="Text 5"/>
          <p:cNvSpPr/>
          <p:nvPr/>
        </p:nvSpPr>
        <p:spPr>
          <a:xfrm>
            <a:off x="1783080" y="3767328"/>
            <a:ext cx="11567160" cy="7406640"/>
          </a:xfrm>
          <a:prstGeom prst="rect">
            <a:avLst/>
          </a:prstGeom>
          <a:noFill/>
          <a:ln/>
        </p:spPr>
        <p:txBody>
          <a:bodyPr wrap="non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bookmarks = self.source.getBookmarks()</a:t>
            </a:r>
            <a:endParaRPr lang="en-US" sz="2600" dirty="0">
              <a:solidFill>
                <a:srgbClr val="F1F5F9"/>
              </a:solidFill>
              <a:latin typeface="Consolas" pitchFamily="34" charset="0"/>
              <a:ea typeface="Consolas" pitchFamily="34" charset="-122"/>
              <a:cs typeface="Consolas" pitchFamily="34" charset="-120"/>
            </a:endParaRP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marcador_id = int(bookmarks.getBookmarkId(nome))</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if marcador_id == -1:</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with self._bookmark_edit():</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marcador_id = int(</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bookmarks.newBookmark(nome))</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bookmarks.setBookmarkComment(</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marcador_id, comentario)</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Nome existente: devolver seu ID.</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Conservar o comentário já registrado.</a:t>
            </a:r>
          </a:p>
        </p:txBody>
      </p:sp>
      <p:sp>
        <p:nvSpPr>
          <p:cNvPr id="8" name="Shape 6"/>
          <p:cNvSpPr/>
          <p:nvPr/>
        </p:nvSpPr>
        <p:spPr>
          <a:xfrm>
            <a:off x="13620410" y="3524250"/>
            <a:ext cx="4952876" cy="1484412"/>
          </a:xfrm>
          <a:prstGeom prst="rect">
            <a:avLst/>
          </a:prstGeom>
          <a:solidFill>
            <a:srgbClr val="223147"/>
          </a:solidFill>
          <a:ln w="12700">
            <a:solidFill>
              <a:srgbClr val="FFFFFF">
                <a:alpha val="0"/>
              </a:srgbClr>
            </a:solidFill>
            <a:prstDash val="solid"/>
          </a:ln>
        </p:spPr>
        <p:txBody>
          <a:bodyPr/>
          <a:lstStyle/>
          <a:p>
            <a:endParaRPr lang="en-US"/>
          </a:p>
        </p:txBody>
      </p:sp>
      <p:sp>
        <p:nvSpPr>
          <p:cNvPr id="9" name="Shape 7"/>
          <p:cNvSpPr/>
          <p:nvPr/>
        </p:nvSpPr>
        <p:spPr>
          <a:xfrm>
            <a:off x="13687082" y="3524250"/>
            <a:ext cx="0" cy="1484412"/>
          </a:xfrm>
          <a:prstGeom prst="line">
            <a:avLst/>
          </a:prstGeom>
          <a:solidFill>
            <a:srgbClr val="111C2D">
              <a:alpha val="0"/>
            </a:srgbClr>
          </a:solidFill>
          <a:ln w="66675">
            <a:solidFill>
              <a:srgbClr val="F9B000"/>
            </a:solidFill>
            <a:prstDash val="solid"/>
          </a:ln>
        </p:spPr>
        <p:txBody>
          <a:bodyPr/>
          <a:lstStyle/>
          <a:p>
            <a:endParaRPr lang="en-US"/>
          </a:p>
        </p:txBody>
      </p:sp>
      <p:sp>
        <p:nvSpPr>
          <p:cNvPr id="10" name="Text 8"/>
          <p:cNvSpPr/>
          <p:nvPr/>
        </p:nvSpPr>
        <p:spPr>
          <a:xfrm>
            <a:off x="14096649" y="3867150"/>
            <a:ext cx="4133746" cy="41910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700" b="1" dirty="0">
                <a:solidFill>
                  <a:srgbClr val="F1F5F9"/>
                </a:solidFill>
                <a:latin typeface="Aptos" pitchFamily="34" charset="0"/>
                <a:ea typeface="Arial" pitchFamily="34" charset="-122"/>
                <a:cs typeface="Arial" pitchFamily="34" charset="-120"/>
              </a:rPr>
              <a:t>Estado</a:t>
            </a:r>
            <a:endParaRPr lang="en-US" sz="2900" dirty="0"/>
          </a:p>
        </p:txBody>
      </p:sp>
      <p:sp>
        <p:nvSpPr>
          <p:cNvPr id="11" name="Text 9"/>
          <p:cNvSpPr/>
          <p:nvPr/>
        </p:nvSpPr>
        <p:spPr>
          <a:xfrm>
            <a:off x="14096649" y="4286250"/>
            <a:ext cx="4133746" cy="8229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300" dirty="0">
                <a:solidFill>
                  <a:srgbClr val="F1F5F9"/>
                </a:solidFill>
                <a:latin typeface="Aptos" pitchFamily="34" charset="0"/>
                <a:ea typeface="Arial" pitchFamily="34" charset="-122"/>
                <a:cs typeface="Arial" pitchFamily="34" charset="-120"/>
              </a:rPr>
              <a:t>getBookmarks acessa a organização.</a:t>
            </a:r>
            <a:endParaRPr lang="en-US" sz="2300" dirty="0"/>
          </a:p>
        </p:txBody>
      </p:sp>
      <p:sp>
        <p:nvSpPr>
          <p:cNvPr id="12" name="Shape 10"/>
          <p:cNvSpPr/>
          <p:nvPr/>
        </p:nvSpPr>
        <p:spPr>
          <a:xfrm>
            <a:off x="13620410" y="5313462"/>
            <a:ext cx="4952876" cy="1484412"/>
          </a:xfrm>
          <a:prstGeom prst="rect">
            <a:avLst/>
          </a:prstGeom>
          <a:solidFill>
            <a:srgbClr val="223147"/>
          </a:solidFill>
          <a:ln w="12700">
            <a:solidFill>
              <a:srgbClr val="FFFFFF">
                <a:alpha val="0"/>
              </a:srgbClr>
            </a:solidFill>
            <a:prstDash val="solid"/>
          </a:ln>
        </p:spPr>
        <p:txBody>
          <a:bodyPr/>
          <a:lstStyle/>
          <a:p>
            <a:endParaRPr lang="en-US"/>
          </a:p>
        </p:txBody>
      </p:sp>
      <p:sp>
        <p:nvSpPr>
          <p:cNvPr id="13" name="Shape 11"/>
          <p:cNvSpPr/>
          <p:nvPr/>
        </p:nvSpPr>
        <p:spPr>
          <a:xfrm>
            <a:off x="13687082" y="5313462"/>
            <a:ext cx="0" cy="1484412"/>
          </a:xfrm>
          <a:prstGeom prst="line">
            <a:avLst/>
          </a:prstGeom>
          <a:solidFill>
            <a:srgbClr val="111C2D">
              <a:alpha val="0"/>
            </a:srgbClr>
          </a:solidFill>
          <a:ln w="66675">
            <a:solidFill>
              <a:srgbClr val="F9B000"/>
            </a:solidFill>
            <a:prstDash val="solid"/>
          </a:ln>
        </p:spPr>
        <p:txBody>
          <a:bodyPr/>
          <a:lstStyle/>
          <a:p>
            <a:endParaRPr lang="en-US"/>
          </a:p>
        </p:txBody>
      </p:sp>
      <p:sp>
        <p:nvSpPr>
          <p:cNvPr id="14" name="Text 12"/>
          <p:cNvSpPr/>
          <p:nvPr/>
        </p:nvSpPr>
        <p:spPr>
          <a:xfrm>
            <a:off x="14096649" y="5656362"/>
            <a:ext cx="4133746" cy="41910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700" b="1" dirty="0">
                <a:solidFill>
                  <a:srgbClr val="F1F5F9"/>
                </a:solidFill>
                <a:latin typeface="Aptos" pitchFamily="34" charset="0"/>
                <a:ea typeface="Arial" pitchFamily="34" charset="-122"/>
                <a:cs typeface="Arial" pitchFamily="34" charset="-120"/>
              </a:rPr>
              <a:t>Nome</a:t>
            </a:r>
            <a:endParaRPr lang="en-US" sz="2900" dirty="0"/>
          </a:p>
        </p:txBody>
      </p:sp>
      <p:sp>
        <p:nvSpPr>
          <p:cNvPr id="15" name="Text 13"/>
          <p:cNvSpPr/>
          <p:nvPr/>
        </p:nvSpPr>
        <p:spPr>
          <a:xfrm>
            <a:off x="14096649" y="6075462"/>
            <a:ext cx="4133746" cy="8229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300" dirty="0">
                <a:solidFill>
                  <a:srgbClr val="F1F5F9"/>
                </a:solidFill>
                <a:latin typeface="Aptos" pitchFamily="34" charset="0"/>
                <a:ea typeface="Arial" pitchFamily="34" charset="-122"/>
                <a:cs typeface="Arial" pitchFamily="34" charset="-120"/>
              </a:rPr>
              <a:t>Validar antes de criar.</a:t>
            </a:r>
            <a:endParaRPr lang="en-US" sz="2300" dirty="0"/>
          </a:p>
        </p:txBody>
      </p:sp>
      <p:sp>
        <p:nvSpPr>
          <p:cNvPr id="16" name="Shape 14"/>
          <p:cNvSpPr/>
          <p:nvPr/>
        </p:nvSpPr>
        <p:spPr>
          <a:xfrm>
            <a:off x="13620410" y="7102674"/>
            <a:ext cx="4952876" cy="1484412"/>
          </a:xfrm>
          <a:prstGeom prst="rect">
            <a:avLst/>
          </a:prstGeom>
          <a:solidFill>
            <a:srgbClr val="223147"/>
          </a:solidFill>
          <a:ln w="12700">
            <a:solidFill>
              <a:srgbClr val="FFFFFF">
                <a:alpha val="0"/>
              </a:srgbClr>
            </a:solidFill>
            <a:prstDash val="solid"/>
          </a:ln>
        </p:spPr>
        <p:txBody>
          <a:bodyPr/>
          <a:lstStyle/>
          <a:p>
            <a:endParaRPr lang="en-US"/>
          </a:p>
        </p:txBody>
      </p:sp>
      <p:sp>
        <p:nvSpPr>
          <p:cNvPr id="17" name="Shape 15"/>
          <p:cNvSpPr/>
          <p:nvPr/>
        </p:nvSpPr>
        <p:spPr>
          <a:xfrm>
            <a:off x="13687082" y="7102674"/>
            <a:ext cx="0" cy="1484412"/>
          </a:xfrm>
          <a:prstGeom prst="line">
            <a:avLst/>
          </a:prstGeom>
          <a:solidFill>
            <a:srgbClr val="111C2D">
              <a:alpha val="0"/>
            </a:srgbClr>
          </a:solidFill>
          <a:ln w="66675">
            <a:solidFill>
              <a:srgbClr val="F9B000"/>
            </a:solidFill>
            <a:prstDash val="solid"/>
          </a:ln>
        </p:spPr>
        <p:txBody>
          <a:bodyPr/>
          <a:lstStyle/>
          <a:p>
            <a:endParaRPr lang="en-US"/>
          </a:p>
        </p:txBody>
      </p:sp>
      <p:sp>
        <p:nvSpPr>
          <p:cNvPr id="18" name="Text 16"/>
          <p:cNvSpPr/>
          <p:nvPr/>
        </p:nvSpPr>
        <p:spPr>
          <a:xfrm>
            <a:off x="14096649" y="7445574"/>
            <a:ext cx="4133746" cy="41910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700" b="1" dirty="0">
                <a:solidFill>
                  <a:srgbClr val="F1F5F9"/>
                </a:solidFill>
                <a:latin typeface="Aptos" pitchFamily="34" charset="0"/>
                <a:ea typeface="Arial" pitchFamily="34" charset="-122"/>
                <a:cs typeface="Arial" pitchFamily="34" charset="-120"/>
              </a:rPr>
              <a:t>Reuso</a:t>
            </a:r>
            <a:endParaRPr lang="en-US" sz="2900" dirty="0"/>
          </a:p>
        </p:txBody>
      </p:sp>
      <p:sp>
        <p:nvSpPr>
          <p:cNvPr id="19" name="Text 17"/>
          <p:cNvSpPr/>
          <p:nvPr/>
        </p:nvSpPr>
        <p:spPr>
          <a:xfrm>
            <a:off x="14096649" y="7864674"/>
            <a:ext cx="4133746" cy="8229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300" dirty="0">
                <a:solidFill>
                  <a:srgbClr val="F1F5F9"/>
                </a:solidFill>
                <a:latin typeface="Aptos" pitchFamily="34" charset="0"/>
                <a:ea typeface="Arial" pitchFamily="34" charset="-122"/>
                <a:cs typeface="Arial" pitchFamily="34" charset="-120"/>
              </a:rPr>
              <a:t>Mesmo nome mantém o marcador.</a:t>
            </a:r>
            <a:endParaRPr lang="en-US" sz="2300" dirty="0"/>
          </a:p>
        </p:txBody>
      </p:sp>
      <p:sp>
        <p:nvSpPr>
          <p:cNvPr id="20" name="Shape 18"/>
          <p:cNvSpPr/>
          <p:nvPr/>
        </p:nvSpPr>
        <p:spPr>
          <a:xfrm>
            <a:off x="13620410" y="8891886"/>
            <a:ext cx="4952876" cy="1484412"/>
          </a:xfrm>
          <a:prstGeom prst="rect">
            <a:avLst/>
          </a:prstGeom>
          <a:solidFill>
            <a:srgbClr val="223147"/>
          </a:solidFill>
          <a:ln w="12700">
            <a:solidFill>
              <a:srgbClr val="FFFFFF">
                <a:alpha val="0"/>
              </a:srgbClr>
            </a:solidFill>
            <a:prstDash val="solid"/>
          </a:ln>
        </p:spPr>
        <p:txBody>
          <a:bodyPr/>
          <a:lstStyle/>
          <a:p>
            <a:endParaRPr lang="en-US"/>
          </a:p>
        </p:txBody>
      </p:sp>
      <p:sp>
        <p:nvSpPr>
          <p:cNvPr id="21" name="Shape 19"/>
          <p:cNvSpPr/>
          <p:nvPr/>
        </p:nvSpPr>
        <p:spPr>
          <a:xfrm>
            <a:off x="13687082" y="8891886"/>
            <a:ext cx="0" cy="1484412"/>
          </a:xfrm>
          <a:prstGeom prst="line">
            <a:avLst/>
          </a:prstGeom>
          <a:solidFill>
            <a:srgbClr val="111C2D">
              <a:alpha val="0"/>
            </a:srgbClr>
          </a:solidFill>
          <a:ln w="66675">
            <a:solidFill>
              <a:srgbClr val="F9B000"/>
            </a:solidFill>
            <a:prstDash val="solid"/>
          </a:ln>
        </p:spPr>
        <p:txBody>
          <a:bodyPr/>
          <a:lstStyle/>
          <a:p>
            <a:endParaRPr lang="en-US"/>
          </a:p>
        </p:txBody>
      </p:sp>
      <p:sp>
        <p:nvSpPr>
          <p:cNvPr id="22" name="Text 20"/>
          <p:cNvSpPr/>
          <p:nvPr/>
        </p:nvSpPr>
        <p:spPr>
          <a:xfrm>
            <a:off x="14096649" y="9234786"/>
            <a:ext cx="4133746" cy="41910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700" b="1" dirty="0">
                <a:solidFill>
                  <a:srgbClr val="F1F5F9"/>
                </a:solidFill>
                <a:latin typeface="Aptos" pitchFamily="34" charset="0"/>
                <a:ea typeface="Arial" pitchFamily="34" charset="-122"/>
                <a:cs typeface="Arial" pitchFamily="34" charset="-120"/>
              </a:rPr>
              <a:t>Gravação</a:t>
            </a:r>
            <a:endParaRPr lang="en-US" sz="2900" dirty="0"/>
          </a:p>
        </p:txBody>
      </p:sp>
      <p:sp>
        <p:nvSpPr>
          <p:cNvPr id="23" name="Text 21"/>
          <p:cNvSpPr/>
          <p:nvPr/>
        </p:nvSpPr>
        <p:spPr>
          <a:xfrm>
            <a:off x="14096649" y="9653886"/>
            <a:ext cx="4133746" cy="8229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300" dirty="0">
                <a:solidFill>
                  <a:srgbClr val="F1F5F9"/>
                </a:solidFill>
                <a:latin typeface="Aptos" pitchFamily="34" charset="0"/>
                <a:ea typeface="Arial" pitchFamily="34" charset="-122"/>
                <a:cs typeface="Arial" pitchFamily="34" charset="-120"/>
              </a:rPr>
              <a:t>Salvar antes da resposta.</a:t>
            </a:r>
            <a:endParaRPr lang="en-US" sz="2300" dirty="0"/>
          </a:p>
        </p:txBody>
      </p:sp>
      <p:sp>
        <p:nvSpPr>
          <p:cNvPr id="24" name="Text 22"/>
          <p:cNvSpPr/>
          <p:nvPr/>
        </p:nvSpPr>
        <p:spPr>
          <a:xfrm>
            <a:off x="1409665" y="12687300"/>
            <a:ext cx="17373600" cy="5943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400" dirty="0">
                <a:solidFill>
                  <a:srgbClr val="F1F5F9"/>
                </a:solidFill>
                <a:latin typeface="Aptos" pitchFamily="34" charset="0"/>
                <a:ea typeface="Arial" pitchFamily="34" charset="-122"/>
                <a:cs typeface="Arial" pitchFamily="34" charset="-120"/>
              </a:rPr>
              <a:t>Recorte de create_bookmark. O programa retorna created e o ID.</a:t>
            </a:r>
            <a:endParaRPr lang="en-US" sz="2100" dirty="0"/>
          </a:p>
        </p:txBody>
      </p:sp>
      <p:sp>
        <p:nvSpPr>
          <p:cNvPr id="25" name="TextBox 24"/>
          <p:cNvSpPr txBox="1"/>
          <p:nvPr/>
        </p:nvSpPr>
        <p:spPr>
          <a:xfrm>
            <a:off x="21214080" y="12344400"/>
            <a:ext cx="2286000" cy="502920"/>
          </a:xfrm>
          <a:prstGeom prst="rect">
            <a:avLst/>
          </a:prstGeom>
          <a:noFill/>
        </p:spPr>
        <p:txBody>
          <a:bodyPr wrap="none" lIns="0" tIns="0" rIns="0" bIns="0">
            <a:noAutofit/>
          </a:bodyPr>
          <a:lstStyle/>
          <a:p>
            <a:pPr>
              <a:lnSpc>
                <a:spcPct val="108000"/>
              </a:lnSpc>
              <a:spcBef>
                <a:spcPts val="0"/>
              </a:spcBef>
              <a:spcAft>
                <a:spcPts val="0"/>
              </a:spcAft>
            </a:pPr>
            <a:r>
              <a:rPr lang="en-US" sz="2200">
                <a:solidFill>
                  <a:srgbClr val="15243B"/>
                </a:solidFill>
                <a:latin typeface="Aptos"/>
              </a:rPr>
              <a:t>46 / 70</a:t>
            </a:r>
            <a:endParaRPr sz="2200">
              <a:solidFill>
                <a:srgbClr val="15243B"/>
              </a:solidFill>
              <a:latin typeface="Aptos"/>
            </a:endParaRP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hape 0"/>
          <p:cNvSpPr/>
          <p:nvPr/>
        </p:nvSpPr>
        <p:spPr>
          <a:xfrm>
            <a:off x="1" y="0"/>
            <a:ext cx="24383390" cy="13716000"/>
          </a:xfrm>
          <a:prstGeom prst="rect">
            <a:avLst/>
          </a:prstGeom>
          <a:solidFill>
            <a:srgbClr val="111C2D"/>
          </a:solidFill>
          <a:ln w="12700">
            <a:solidFill>
              <a:srgbClr val="FFFFFF">
                <a:alpha val="0"/>
              </a:srgbClr>
            </a:solidFill>
            <a:prstDash val="solid"/>
          </a:ln>
        </p:spPr>
        <p:txBody>
          <a:bodyPr/>
          <a:lstStyle/>
          <a:p>
            <a:endParaRPr lang="en-US"/>
          </a:p>
        </p:txBody>
      </p:sp>
      <p:sp>
        <p:nvSpPr>
          <p:cNvPr id="3" name="Shape 1"/>
          <p:cNvSpPr/>
          <p:nvPr/>
        </p:nvSpPr>
        <p:spPr>
          <a:xfrm>
            <a:off x="0" y="0"/>
            <a:ext cx="19811504" cy="1219200"/>
          </a:xfrm>
          <a:prstGeom prst="rect">
            <a:avLst/>
          </a:prstGeom>
          <a:solidFill>
            <a:srgbClr val="D9DCDF"/>
          </a:solidFill>
          <a:ln w="12700">
            <a:solidFill>
              <a:srgbClr val="FFFFFF">
                <a:alpha val="0"/>
              </a:srgbClr>
            </a:solidFill>
            <a:prstDash val="solid"/>
          </a:ln>
        </p:spPr>
        <p:txBody>
          <a:bodyPr/>
          <a:lstStyle/>
          <a:p>
            <a:endParaRPr lang="en-US"/>
          </a:p>
        </p:txBody>
      </p:sp>
      <p:sp>
        <p:nvSpPr>
          <p:cNvPr id="4" name="Shape 2"/>
          <p:cNvSpPr/>
          <p:nvPr/>
        </p:nvSpPr>
        <p:spPr>
          <a:xfrm>
            <a:off x="20382990" y="0"/>
            <a:ext cx="4000400" cy="13716000"/>
          </a:xfrm>
          <a:prstGeom prst="rect">
            <a:avLst/>
          </a:prstGeom>
          <a:solidFill>
            <a:srgbClr val="F9B000"/>
          </a:solidFill>
          <a:ln w="12700">
            <a:solidFill>
              <a:srgbClr val="FFFFFF">
                <a:alpha val="0"/>
              </a:srgbClr>
            </a:solidFill>
            <a:prstDash val="solid"/>
          </a:ln>
        </p:spPr>
        <p:txBody>
          <a:bodyPr/>
          <a:lstStyle/>
          <a:p>
            <a:endParaRPr lang="en-US"/>
          </a:p>
        </p:txBody>
      </p:sp>
      <p:sp>
        <p:nvSpPr>
          <p:cNvPr id="5" name="Text 3"/>
          <p:cNvSpPr/>
          <p:nvPr/>
        </p:nvSpPr>
        <p:spPr>
          <a:xfrm>
            <a:off x="1371567" y="1676401"/>
            <a:ext cx="17525562" cy="164592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5400" b="1" dirty="0">
                <a:solidFill>
                  <a:srgbClr val="68BDF4"/>
                </a:solidFill>
                <a:latin typeface="Aptos Display" pitchFamily="34" charset="0"/>
                <a:ea typeface="Arial" pitchFamily="34" charset="-122"/>
                <a:cs typeface="Arial" pitchFamily="34" charset="-120"/>
              </a:rPr>
              <a:t>Marcadores 2: associação dos itens</a:t>
            </a:r>
            <a:endParaRPr lang="en-US" sz="5700" dirty="0"/>
          </a:p>
        </p:txBody>
      </p:sp>
      <p:sp>
        <p:nvSpPr>
          <p:cNvPr id="6" name="Shape 4"/>
          <p:cNvSpPr/>
          <p:nvPr/>
        </p:nvSpPr>
        <p:spPr>
          <a:xfrm>
            <a:off x="1409665" y="3524250"/>
            <a:ext cx="12115800" cy="7810500"/>
          </a:xfrm>
          <a:prstGeom prst="rect">
            <a:avLst/>
          </a:prstGeom>
          <a:solidFill>
            <a:srgbClr val="0B2D5C"/>
          </a:solidFill>
          <a:ln w="12700">
            <a:solidFill>
              <a:srgbClr val="FFFFFF">
                <a:alpha val="0"/>
              </a:srgbClr>
            </a:solidFill>
            <a:prstDash val="solid"/>
          </a:ln>
        </p:spPr>
        <p:txBody>
          <a:bodyPr/>
          <a:lstStyle/>
          <a:p>
            <a:endParaRPr lang="en-US"/>
          </a:p>
        </p:txBody>
      </p:sp>
      <p:sp>
        <p:nvSpPr>
          <p:cNvPr id="7" name="Text 5"/>
          <p:cNvSpPr/>
          <p:nvPr/>
        </p:nvSpPr>
        <p:spPr>
          <a:xfrm>
            <a:off x="1783080" y="3767328"/>
            <a:ext cx="11567160" cy="7406640"/>
          </a:xfrm>
          <a:prstGeom prst="rect">
            <a:avLst/>
          </a:prstGeom>
          <a:noFill/>
          <a:ln/>
        </p:spPr>
        <p:txBody>
          <a:bodyPr wrap="non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ids = sorted(set(item_ids))</a:t>
            </a:r>
            <a:endParaRPr lang="en-US" sz="2600" dirty="0">
              <a:solidFill>
                <a:srgbClr val="F1F5F9"/>
              </a:solidFill>
              <a:latin typeface="Consolas" pitchFamily="34" charset="0"/>
              <a:ea typeface="Consolas" pitchFamily="34" charset="-122"/>
              <a:cs typeface="Consolas" pitchFamily="34" charset="-120"/>
            </a:endParaRP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for item_id in ids:</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item = self._item(item_id)</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item.dispose()</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java_ids = autoclass("java.util.ArrayList")()</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Integer = autoclass("java.lang.Integer")</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for item_id in ids:</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java_ids.add(Integer(item_id))</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with self._bookmark_edit():</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self.bookmarks.addBookmark(</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java_ids, marcador_id)</a:t>
            </a:r>
          </a:p>
        </p:txBody>
      </p:sp>
      <p:sp>
        <p:nvSpPr>
          <p:cNvPr id="8" name="Shape 6"/>
          <p:cNvSpPr/>
          <p:nvPr/>
        </p:nvSpPr>
        <p:spPr>
          <a:xfrm>
            <a:off x="13620410" y="3524250"/>
            <a:ext cx="4952876" cy="1484412"/>
          </a:xfrm>
          <a:prstGeom prst="rect">
            <a:avLst/>
          </a:prstGeom>
          <a:solidFill>
            <a:srgbClr val="223147"/>
          </a:solidFill>
          <a:ln w="12700">
            <a:solidFill>
              <a:srgbClr val="FFFFFF">
                <a:alpha val="0"/>
              </a:srgbClr>
            </a:solidFill>
            <a:prstDash val="solid"/>
          </a:ln>
        </p:spPr>
        <p:txBody>
          <a:bodyPr/>
          <a:lstStyle/>
          <a:p>
            <a:endParaRPr lang="en-US"/>
          </a:p>
        </p:txBody>
      </p:sp>
      <p:sp>
        <p:nvSpPr>
          <p:cNvPr id="9" name="Shape 7"/>
          <p:cNvSpPr/>
          <p:nvPr/>
        </p:nvSpPr>
        <p:spPr>
          <a:xfrm>
            <a:off x="13687082" y="3524250"/>
            <a:ext cx="0" cy="1484412"/>
          </a:xfrm>
          <a:prstGeom prst="line">
            <a:avLst/>
          </a:prstGeom>
          <a:solidFill>
            <a:srgbClr val="111C2D">
              <a:alpha val="0"/>
            </a:srgbClr>
          </a:solidFill>
          <a:ln w="66675">
            <a:solidFill>
              <a:srgbClr val="F9B000"/>
            </a:solidFill>
            <a:prstDash val="solid"/>
          </a:ln>
        </p:spPr>
        <p:txBody>
          <a:bodyPr/>
          <a:lstStyle/>
          <a:p>
            <a:endParaRPr lang="en-US"/>
          </a:p>
        </p:txBody>
      </p:sp>
      <p:sp>
        <p:nvSpPr>
          <p:cNvPr id="10" name="Text 8"/>
          <p:cNvSpPr/>
          <p:nvPr/>
        </p:nvSpPr>
        <p:spPr>
          <a:xfrm>
            <a:off x="14096649" y="3867150"/>
            <a:ext cx="4133746" cy="41910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700" b="1" dirty="0">
                <a:solidFill>
                  <a:srgbClr val="F1F5F9"/>
                </a:solidFill>
                <a:latin typeface="Aptos" pitchFamily="34" charset="0"/>
                <a:ea typeface="Arial" pitchFamily="34" charset="-122"/>
                <a:cs typeface="Arial" pitchFamily="34" charset="-120"/>
              </a:rPr>
              <a:t>Validação</a:t>
            </a:r>
            <a:endParaRPr lang="en-US" sz="2900" dirty="0"/>
          </a:p>
        </p:txBody>
      </p:sp>
      <p:sp>
        <p:nvSpPr>
          <p:cNvPr id="11" name="Text 9"/>
          <p:cNvSpPr/>
          <p:nvPr/>
        </p:nvSpPr>
        <p:spPr>
          <a:xfrm>
            <a:off x="14096649" y="4286250"/>
            <a:ext cx="4133746" cy="8229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300" dirty="0">
                <a:solidFill>
                  <a:srgbClr val="F1F5F9"/>
                </a:solidFill>
                <a:latin typeface="Aptos" pitchFamily="34" charset="0"/>
                <a:ea typeface="Arial" pitchFamily="34" charset="-122"/>
                <a:cs typeface="Arial" pitchFamily="34" charset="-120"/>
              </a:rPr>
              <a:t>Conferir o lote inteiro.</a:t>
            </a:r>
            <a:endParaRPr lang="en-US" sz="2300" dirty="0"/>
          </a:p>
        </p:txBody>
      </p:sp>
      <p:sp>
        <p:nvSpPr>
          <p:cNvPr id="12" name="Shape 10"/>
          <p:cNvSpPr/>
          <p:nvPr/>
        </p:nvSpPr>
        <p:spPr>
          <a:xfrm>
            <a:off x="13620410" y="5313462"/>
            <a:ext cx="4952876" cy="1484412"/>
          </a:xfrm>
          <a:prstGeom prst="rect">
            <a:avLst/>
          </a:prstGeom>
          <a:solidFill>
            <a:srgbClr val="223147"/>
          </a:solidFill>
          <a:ln w="12700">
            <a:solidFill>
              <a:srgbClr val="FFFFFF">
                <a:alpha val="0"/>
              </a:srgbClr>
            </a:solidFill>
            <a:prstDash val="solid"/>
          </a:ln>
        </p:spPr>
        <p:txBody>
          <a:bodyPr/>
          <a:lstStyle/>
          <a:p>
            <a:endParaRPr lang="en-US"/>
          </a:p>
        </p:txBody>
      </p:sp>
      <p:sp>
        <p:nvSpPr>
          <p:cNvPr id="13" name="Shape 11"/>
          <p:cNvSpPr/>
          <p:nvPr/>
        </p:nvSpPr>
        <p:spPr>
          <a:xfrm>
            <a:off x="13687082" y="5313462"/>
            <a:ext cx="0" cy="1484412"/>
          </a:xfrm>
          <a:prstGeom prst="line">
            <a:avLst/>
          </a:prstGeom>
          <a:solidFill>
            <a:srgbClr val="111C2D">
              <a:alpha val="0"/>
            </a:srgbClr>
          </a:solidFill>
          <a:ln w="66675">
            <a:solidFill>
              <a:srgbClr val="F9B000"/>
            </a:solidFill>
            <a:prstDash val="solid"/>
          </a:ln>
        </p:spPr>
        <p:txBody>
          <a:bodyPr/>
          <a:lstStyle/>
          <a:p>
            <a:endParaRPr lang="en-US"/>
          </a:p>
        </p:txBody>
      </p:sp>
      <p:sp>
        <p:nvSpPr>
          <p:cNvPr id="14" name="Text 12"/>
          <p:cNvSpPr/>
          <p:nvPr/>
        </p:nvSpPr>
        <p:spPr>
          <a:xfrm>
            <a:off x="14096649" y="5656362"/>
            <a:ext cx="4133746" cy="41910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700" b="1" dirty="0">
                <a:solidFill>
                  <a:srgbClr val="F1F5F9"/>
                </a:solidFill>
                <a:latin typeface="Aptos" pitchFamily="34" charset="0"/>
                <a:ea typeface="Arial" pitchFamily="34" charset="-122"/>
                <a:cs typeface="Arial" pitchFamily="34" charset="-120"/>
              </a:rPr>
              <a:t>Duplicatas</a:t>
            </a:r>
            <a:endParaRPr lang="en-US" sz="2900" dirty="0"/>
          </a:p>
        </p:txBody>
      </p:sp>
      <p:sp>
        <p:nvSpPr>
          <p:cNvPr id="15" name="Text 13"/>
          <p:cNvSpPr/>
          <p:nvPr/>
        </p:nvSpPr>
        <p:spPr>
          <a:xfrm>
            <a:off x="14096649" y="6075462"/>
            <a:ext cx="4133746" cy="8229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300" dirty="0">
                <a:solidFill>
                  <a:srgbClr val="F1F5F9"/>
                </a:solidFill>
                <a:latin typeface="Aptos" pitchFamily="34" charset="0"/>
                <a:ea typeface="Arial" pitchFamily="34" charset="-122"/>
                <a:cs typeface="Arial" pitchFamily="34" charset="-120"/>
              </a:rPr>
              <a:t>Um vínculo por item.</a:t>
            </a:r>
            <a:endParaRPr lang="en-US" sz="2300" dirty="0"/>
          </a:p>
        </p:txBody>
      </p:sp>
      <p:sp>
        <p:nvSpPr>
          <p:cNvPr id="16" name="Shape 14"/>
          <p:cNvSpPr/>
          <p:nvPr/>
        </p:nvSpPr>
        <p:spPr>
          <a:xfrm>
            <a:off x="13620410" y="7102674"/>
            <a:ext cx="4952876" cy="1484412"/>
          </a:xfrm>
          <a:prstGeom prst="rect">
            <a:avLst/>
          </a:prstGeom>
          <a:solidFill>
            <a:srgbClr val="223147"/>
          </a:solidFill>
          <a:ln w="12700">
            <a:solidFill>
              <a:srgbClr val="FFFFFF">
                <a:alpha val="0"/>
              </a:srgbClr>
            </a:solidFill>
            <a:prstDash val="solid"/>
          </a:ln>
        </p:spPr>
        <p:txBody>
          <a:bodyPr/>
          <a:lstStyle/>
          <a:p>
            <a:endParaRPr lang="en-US"/>
          </a:p>
        </p:txBody>
      </p:sp>
      <p:sp>
        <p:nvSpPr>
          <p:cNvPr id="17" name="Shape 15"/>
          <p:cNvSpPr/>
          <p:nvPr/>
        </p:nvSpPr>
        <p:spPr>
          <a:xfrm>
            <a:off x="13687082" y="7102674"/>
            <a:ext cx="0" cy="1484412"/>
          </a:xfrm>
          <a:prstGeom prst="line">
            <a:avLst/>
          </a:prstGeom>
          <a:solidFill>
            <a:srgbClr val="111C2D">
              <a:alpha val="0"/>
            </a:srgbClr>
          </a:solidFill>
          <a:ln w="66675">
            <a:solidFill>
              <a:srgbClr val="F9B000"/>
            </a:solidFill>
            <a:prstDash val="solid"/>
          </a:ln>
        </p:spPr>
        <p:txBody>
          <a:bodyPr/>
          <a:lstStyle/>
          <a:p>
            <a:endParaRPr lang="en-US"/>
          </a:p>
        </p:txBody>
      </p:sp>
      <p:sp>
        <p:nvSpPr>
          <p:cNvPr id="18" name="Text 16"/>
          <p:cNvSpPr/>
          <p:nvPr/>
        </p:nvSpPr>
        <p:spPr>
          <a:xfrm>
            <a:off x="14096649" y="7445574"/>
            <a:ext cx="4133746" cy="41910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700" b="1" dirty="0">
                <a:solidFill>
                  <a:srgbClr val="F1F5F9"/>
                </a:solidFill>
                <a:latin typeface="Aptos" pitchFamily="34" charset="0"/>
                <a:ea typeface="Arial" pitchFamily="34" charset="-122"/>
                <a:cs typeface="Arial" pitchFamily="34" charset="-120"/>
              </a:rPr>
              <a:t>Tipos</a:t>
            </a:r>
            <a:endParaRPr lang="en-US" sz="2900" dirty="0"/>
          </a:p>
        </p:txBody>
      </p:sp>
      <p:sp>
        <p:nvSpPr>
          <p:cNvPr id="19" name="Text 17"/>
          <p:cNvSpPr/>
          <p:nvPr/>
        </p:nvSpPr>
        <p:spPr>
          <a:xfrm>
            <a:off x="14096649" y="7864674"/>
            <a:ext cx="4133746" cy="8229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300" dirty="0">
                <a:solidFill>
                  <a:srgbClr val="F1F5F9"/>
                </a:solidFill>
                <a:latin typeface="Aptos" pitchFamily="34" charset="0"/>
                <a:ea typeface="Arial" pitchFamily="34" charset="-122"/>
                <a:cs typeface="Arial" pitchFamily="34" charset="-120"/>
              </a:rPr>
              <a:t>List&lt;Integer&gt; da API Java.</a:t>
            </a:r>
            <a:endParaRPr lang="en-US" sz="2300" dirty="0"/>
          </a:p>
        </p:txBody>
      </p:sp>
      <p:sp>
        <p:nvSpPr>
          <p:cNvPr id="20" name="Shape 18"/>
          <p:cNvSpPr/>
          <p:nvPr/>
        </p:nvSpPr>
        <p:spPr>
          <a:xfrm>
            <a:off x="13620410" y="8891886"/>
            <a:ext cx="4952876" cy="1484412"/>
          </a:xfrm>
          <a:prstGeom prst="rect">
            <a:avLst/>
          </a:prstGeom>
          <a:solidFill>
            <a:srgbClr val="223147"/>
          </a:solidFill>
          <a:ln w="12700">
            <a:solidFill>
              <a:srgbClr val="FFFFFF">
                <a:alpha val="0"/>
              </a:srgbClr>
            </a:solidFill>
            <a:prstDash val="solid"/>
          </a:ln>
        </p:spPr>
        <p:txBody>
          <a:bodyPr/>
          <a:lstStyle/>
          <a:p>
            <a:endParaRPr lang="en-US"/>
          </a:p>
        </p:txBody>
      </p:sp>
      <p:sp>
        <p:nvSpPr>
          <p:cNvPr id="21" name="Shape 19"/>
          <p:cNvSpPr/>
          <p:nvPr/>
        </p:nvSpPr>
        <p:spPr>
          <a:xfrm>
            <a:off x="13687082" y="8891886"/>
            <a:ext cx="0" cy="1484412"/>
          </a:xfrm>
          <a:prstGeom prst="line">
            <a:avLst/>
          </a:prstGeom>
          <a:solidFill>
            <a:srgbClr val="111C2D">
              <a:alpha val="0"/>
            </a:srgbClr>
          </a:solidFill>
          <a:ln w="66675">
            <a:solidFill>
              <a:srgbClr val="F9B000"/>
            </a:solidFill>
            <a:prstDash val="solid"/>
          </a:ln>
        </p:spPr>
        <p:txBody>
          <a:bodyPr/>
          <a:lstStyle/>
          <a:p>
            <a:endParaRPr lang="en-US"/>
          </a:p>
        </p:txBody>
      </p:sp>
      <p:sp>
        <p:nvSpPr>
          <p:cNvPr id="22" name="Text 20"/>
          <p:cNvSpPr/>
          <p:nvPr/>
        </p:nvSpPr>
        <p:spPr>
          <a:xfrm>
            <a:off x="14096649" y="9234786"/>
            <a:ext cx="4133746" cy="41910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700" b="1" dirty="0">
                <a:solidFill>
                  <a:srgbClr val="F1F5F9"/>
                </a:solidFill>
                <a:latin typeface="Aptos" pitchFamily="34" charset="0"/>
                <a:ea typeface="Arial" pitchFamily="34" charset="-122"/>
                <a:cs typeface="Arial" pitchFamily="34" charset="-120"/>
              </a:rPr>
              <a:t>Resultado</a:t>
            </a:r>
            <a:endParaRPr lang="en-US" sz="2900" dirty="0"/>
          </a:p>
        </p:txBody>
      </p:sp>
      <p:sp>
        <p:nvSpPr>
          <p:cNvPr id="23" name="Text 21"/>
          <p:cNvSpPr/>
          <p:nvPr/>
        </p:nvSpPr>
        <p:spPr>
          <a:xfrm>
            <a:off x="14096649" y="9653886"/>
            <a:ext cx="4133746" cy="8229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300" dirty="0">
                <a:solidFill>
                  <a:srgbClr val="F1F5F9"/>
                </a:solidFill>
                <a:latin typeface="Aptos" pitchFamily="34" charset="0"/>
                <a:ea typeface="Arial" pitchFamily="34" charset="-122"/>
                <a:cs typeface="Arial" pitchFamily="34" charset="-120"/>
              </a:rPr>
              <a:t>Contar novos e já presentes.</a:t>
            </a:r>
            <a:endParaRPr lang="en-US" sz="2300" dirty="0"/>
          </a:p>
        </p:txBody>
      </p:sp>
      <p:sp>
        <p:nvSpPr>
          <p:cNvPr id="24" name="Text 22"/>
          <p:cNvSpPr/>
          <p:nvPr/>
        </p:nvSpPr>
        <p:spPr>
          <a:xfrm>
            <a:off x="1409665" y="12687300"/>
            <a:ext cx="17373600" cy="5943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400" dirty="0">
                <a:solidFill>
                  <a:srgbClr val="F1F5F9"/>
                </a:solidFill>
                <a:latin typeface="Aptos" pitchFamily="34" charset="0"/>
                <a:ea typeface="Arial" pitchFamily="34" charset="-122"/>
                <a:cs typeface="Arial" pitchFamily="34" charset="-120"/>
              </a:rPr>
              <a:t>O handler limita cada lote a 100 IDs do caso.</a:t>
            </a:r>
            <a:endParaRPr lang="en-US" sz="2100" dirty="0"/>
          </a:p>
        </p:txBody>
      </p:sp>
      <p:sp>
        <p:nvSpPr>
          <p:cNvPr id="25" name="TextBox 24"/>
          <p:cNvSpPr txBox="1"/>
          <p:nvPr/>
        </p:nvSpPr>
        <p:spPr>
          <a:xfrm>
            <a:off x="21214080" y="12344400"/>
            <a:ext cx="2286000" cy="502920"/>
          </a:xfrm>
          <a:prstGeom prst="rect">
            <a:avLst/>
          </a:prstGeom>
          <a:noFill/>
        </p:spPr>
        <p:txBody>
          <a:bodyPr wrap="none" lIns="0" tIns="0" rIns="0" bIns="0">
            <a:noAutofit/>
          </a:bodyPr>
          <a:lstStyle/>
          <a:p>
            <a:pPr>
              <a:lnSpc>
                <a:spcPct val="108000"/>
              </a:lnSpc>
              <a:spcBef>
                <a:spcPts val="0"/>
              </a:spcBef>
              <a:spcAft>
                <a:spcPts val="0"/>
              </a:spcAft>
            </a:pPr>
            <a:r>
              <a:rPr lang="en-US" sz="2200">
                <a:solidFill>
                  <a:srgbClr val="15243B"/>
                </a:solidFill>
                <a:latin typeface="Aptos"/>
              </a:rPr>
              <a:t>47 / 70</a:t>
            </a:r>
            <a:endParaRPr sz="2200">
              <a:solidFill>
                <a:srgbClr val="15243B"/>
              </a:solidFill>
              <a:latin typeface="Aptos"/>
            </a:endParaRP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hape 0"/>
          <p:cNvSpPr/>
          <p:nvPr/>
        </p:nvSpPr>
        <p:spPr>
          <a:xfrm>
            <a:off x="1" y="0"/>
            <a:ext cx="24383390" cy="13716000"/>
          </a:xfrm>
          <a:prstGeom prst="rect">
            <a:avLst/>
          </a:prstGeom>
          <a:solidFill>
            <a:srgbClr val="111C2D"/>
          </a:solidFill>
          <a:ln w="12700">
            <a:solidFill>
              <a:srgbClr val="FFFFFF">
                <a:alpha val="0"/>
              </a:srgbClr>
            </a:solidFill>
            <a:prstDash val="solid"/>
          </a:ln>
        </p:spPr>
        <p:txBody>
          <a:bodyPr/>
          <a:lstStyle/>
          <a:p>
            <a:endParaRPr lang="en-US"/>
          </a:p>
        </p:txBody>
      </p:sp>
      <p:sp>
        <p:nvSpPr>
          <p:cNvPr id="3" name="Shape 1"/>
          <p:cNvSpPr/>
          <p:nvPr/>
        </p:nvSpPr>
        <p:spPr>
          <a:xfrm>
            <a:off x="0" y="0"/>
            <a:ext cx="19811504" cy="1219200"/>
          </a:xfrm>
          <a:prstGeom prst="rect">
            <a:avLst/>
          </a:prstGeom>
          <a:solidFill>
            <a:srgbClr val="D9DCDF"/>
          </a:solidFill>
          <a:ln w="12700">
            <a:solidFill>
              <a:srgbClr val="FFFFFF">
                <a:alpha val="0"/>
              </a:srgbClr>
            </a:solidFill>
            <a:prstDash val="solid"/>
          </a:ln>
        </p:spPr>
        <p:txBody>
          <a:bodyPr/>
          <a:lstStyle/>
          <a:p>
            <a:endParaRPr lang="en-US"/>
          </a:p>
        </p:txBody>
      </p:sp>
      <p:sp>
        <p:nvSpPr>
          <p:cNvPr id="4" name="Shape 2"/>
          <p:cNvSpPr/>
          <p:nvPr/>
        </p:nvSpPr>
        <p:spPr>
          <a:xfrm>
            <a:off x="20382990" y="0"/>
            <a:ext cx="4000400" cy="13716000"/>
          </a:xfrm>
          <a:prstGeom prst="rect">
            <a:avLst/>
          </a:prstGeom>
          <a:solidFill>
            <a:srgbClr val="F9B000"/>
          </a:solidFill>
          <a:ln w="12700">
            <a:solidFill>
              <a:srgbClr val="FFFFFF">
                <a:alpha val="0"/>
              </a:srgbClr>
            </a:solidFill>
            <a:prstDash val="solid"/>
          </a:ln>
        </p:spPr>
        <p:txBody>
          <a:bodyPr/>
          <a:lstStyle/>
          <a:p>
            <a:endParaRPr lang="en-US"/>
          </a:p>
        </p:txBody>
      </p:sp>
      <p:sp>
        <p:nvSpPr>
          <p:cNvPr id="5" name="Text 3"/>
          <p:cNvSpPr/>
          <p:nvPr/>
        </p:nvSpPr>
        <p:spPr>
          <a:xfrm>
            <a:off x="1371567" y="1676401"/>
            <a:ext cx="17525562" cy="164592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5400" b="1" dirty="0">
                <a:solidFill>
                  <a:srgbClr val="68BDF4"/>
                </a:solidFill>
                <a:latin typeface="Aptos Display" pitchFamily="34" charset="0"/>
                <a:ea typeface="Arial" pitchFamily="34" charset="-122"/>
                <a:cs typeface="Arial" pitchFamily="34" charset="-120"/>
              </a:rPr>
              <a:t>Marcadores 3: gravação do estado</a:t>
            </a:r>
            <a:endParaRPr lang="en-US" sz="5700" dirty="0"/>
          </a:p>
        </p:txBody>
      </p:sp>
      <p:sp>
        <p:nvSpPr>
          <p:cNvPr id="6" name="Shape 4"/>
          <p:cNvSpPr/>
          <p:nvPr/>
        </p:nvSpPr>
        <p:spPr>
          <a:xfrm>
            <a:off x="1409665" y="3524250"/>
            <a:ext cx="12115800" cy="7810500"/>
          </a:xfrm>
          <a:prstGeom prst="rect">
            <a:avLst/>
          </a:prstGeom>
          <a:solidFill>
            <a:srgbClr val="0B2D5C"/>
          </a:solidFill>
          <a:ln w="12700">
            <a:solidFill>
              <a:srgbClr val="FFFFFF">
                <a:alpha val="0"/>
              </a:srgbClr>
            </a:solidFill>
            <a:prstDash val="solid"/>
          </a:ln>
        </p:spPr>
        <p:txBody>
          <a:bodyPr/>
          <a:lstStyle/>
          <a:p>
            <a:endParaRPr lang="en-US"/>
          </a:p>
        </p:txBody>
      </p:sp>
      <p:sp>
        <p:nvSpPr>
          <p:cNvPr id="7" name="Text 5"/>
          <p:cNvSpPr/>
          <p:nvPr/>
        </p:nvSpPr>
        <p:spPr>
          <a:xfrm>
            <a:off x="1783080" y="3767328"/>
            <a:ext cx="11567160" cy="7406640"/>
          </a:xfrm>
          <a:prstGeom prst="rect">
            <a:avLst/>
          </a:prstGeom>
          <a:noFill/>
          <a:ln/>
        </p:spPr>
        <p:txBody>
          <a:bodyPr wrap="non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Dentro de _bookmark_edit:</a:t>
            </a:r>
            <a:endParaRPr lang="en-US" sz="2600" dirty="0">
              <a:solidFill>
                <a:srgbClr val="F1F5F9"/>
              </a:solidFill>
              <a:latin typeface="Consolas" pitchFamily="34" charset="0"/>
              <a:ea typeface="Consolas" pitchFamily="34" charset="-122"/>
              <a:cs typeface="Consolas" pitchFamily="34" charset="-120"/>
            </a:endParaRP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self.bookmarks.saveState(</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File(str(backup)), True)</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try:</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yield  # criação ou associação</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self.bookmarks.saveState(</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File(str(pending)), True)</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BitmapBookmarks.load(File(str(pending)))</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os.replace(pending, self.bookmark_file)</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except Exception:</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self.bookmarks.loadState(File(str(backup)))</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raise</a:t>
            </a:r>
          </a:p>
        </p:txBody>
      </p:sp>
      <p:sp>
        <p:nvSpPr>
          <p:cNvPr id="8" name="Shape 6"/>
          <p:cNvSpPr/>
          <p:nvPr/>
        </p:nvSpPr>
        <p:spPr>
          <a:xfrm>
            <a:off x="13620410" y="3524250"/>
            <a:ext cx="4952876" cy="1484412"/>
          </a:xfrm>
          <a:prstGeom prst="rect">
            <a:avLst/>
          </a:prstGeom>
          <a:solidFill>
            <a:srgbClr val="223147"/>
          </a:solidFill>
          <a:ln w="12700">
            <a:solidFill>
              <a:srgbClr val="FFFFFF">
                <a:alpha val="0"/>
              </a:srgbClr>
            </a:solidFill>
            <a:prstDash val="solid"/>
          </a:ln>
        </p:spPr>
        <p:txBody>
          <a:bodyPr/>
          <a:lstStyle/>
          <a:p>
            <a:endParaRPr lang="en-US"/>
          </a:p>
        </p:txBody>
      </p:sp>
      <p:sp>
        <p:nvSpPr>
          <p:cNvPr id="9" name="Shape 7"/>
          <p:cNvSpPr/>
          <p:nvPr/>
        </p:nvSpPr>
        <p:spPr>
          <a:xfrm>
            <a:off x="13687082" y="3524250"/>
            <a:ext cx="0" cy="1484412"/>
          </a:xfrm>
          <a:prstGeom prst="line">
            <a:avLst/>
          </a:prstGeom>
          <a:solidFill>
            <a:srgbClr val="111C2D">
              <a:alpha val="0"/>
            </a:srgbClr>
          </a:solidFill>
          <a:ln w="66675">
            <a:solidFill>
              <a:srgbClr val="F9B000"/>
            </a:solidFill>
            <a:prstDash val="solid"/>
          </a:ln>
        </p:spPr>
        <p:txBody>
          <a:bodyPr/>
          <a:lstStyle/>
          <a:p>
            <a:endParaRPr lang="en-US"/>
          </a:p>
        </p:txBody>
      </p:sp>
      <p:sp>
        <p:nvSpPr>
          <p:cNvPr id="10" name="Text 8"/>
          <p:cNvSpPr/>
          <p:nvPr/>
        </p:nvSpPr>
        <p:spPr>
          <a:xfrm>
            <a:off x="14096649" y="3867150"/>
            <a:ext cx="4133746" cy="41910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700" b="1" dirty="0">
                <a:solidFill>
                  <a:srgbClr val="F1F5F9"/>
                </a:solidFill>
                <a:latin typeface="Aptos" pitchFamily="34" charset="0"/>
                <a:ea typeface="Arial" pitchFamily="34" charset="-122"/>
                <a:cs typeface="Arial" pitchFamily="34" charset="-120"/>
              </a:rPr>
              <a:t>Snapshot</a:t>
            </a:r>
            <a:endParaRPr lang="en-US" sz="2900" dirty="0"/>
          </a:p>
        </p:txBody>
      </p:sp>
      <p:sp>
        <p:nvSpPr>
          <p:cNvPr id="11" name="Text 9"/>
          <p:cNvSpPr/>
          <p:nvPr/>
        </p:nvSpPr>
        <p:spPr>
          <a:xfrm>
            <a:off x="14096649" y="4286250"/>
            <a:ext cx="4133746" cy="8229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300" dirty="0">
                <a:solidFill>
                  <a:srgbClr val="F1F5F9"/>
                </a:solidFill>
                <a:latin typeface="Aptos" pitchFamily="34" charset="0"/>
                <a:ea typeface="Arial" pitchFamily="34" charset="-122"/>
                <a:cs typeface="Arial" pitchFamily="34" charset="-120"/>
              </a:rPr>
              <a:t>Conservar estado anterior.</a:t>
            </a:r>
            <a:endParaRPr lang="en-US" sz="2300" dirty="0"/>
          </a:p>
        </p:txBody>
      </p:sp>
      <p:sp>
        <p:nvSpPr>
          <p:cNvPr id="12" name="Shape 10"/>
          <p:cNvSpPr/>
          <p:nvPr/>
        </p:nvSpPr>
        <p:spPr>
          <a:xfrm>
            <a:off x="13620410" y="5313462"/>
            <a:ext cx="4952876" cy="1484412"/>
          </a:xfrm>
          <a:prstGeom prst="rect">
            <a:avLst/>
          </a:prstGeom>
          <a:solidFill>
            <a:srgbClr val="223147"/>
          </a:solidFill>
          <a:ln w="12700">
            <a:solidFill>
              <a:srgbClr val="FFFFFF">
                <a:alpha val="0"/>
              </a:srgbClr>
            </a:solidFill>
            <a:prstDash val="solid"/>
          </a:ln>
        </p:spPr>
        <p:txBody>
          <a:bodyPr/>
          <a:lstStyle/>
          <a:p>
            <a:endParaRPr lang="en-US"/>
          </a:p>
        </p:txBody>
      </p:sp>
      <p:sp>
        <p:nvSpPr>
          <p:cNvPr id="13" name="Shape 11"/>
          <p:cNvSpPr/>
          <p:nvPr/>
        </p:nvSpPr>
        <p:spPr>
          <a:xfrm>
            <a:off x="13687082" y="5313462"/>
            <a:ext cx="0" cy="1484412"/>
          </a:xfrm>
          <a:prstGeom prst="line">
            <a:avLst/>
          </a:prstGeom>
          <a:solidFill>
            <a:srgbClr val="111C2D">
              <a:alpha val="0"/>
            </a:srgbClr>
          </a:solidFill>
          <a:ln w="66675">
            <a:solidFill>
              <a:srgbClr val="F9B000"/>
            </a:solidFill>
            <a:prstDash val="solid"/>
          </a:ln>
        </p:spPr>
        <p:txBody>
          <a:bodyPr/>
          <a:lstStyle/>
          <a:p>
            <a:endParaRPr lang="en-US"/>
          </a:p>
        </p:txBody>
      </p:sp>
      <p:sp>
        <p:nvSpPr>
          <p:cNvPr id="14" name="Text 12"/>
          <p:cNvSpPr/>
          <p:nvPr/>
        </p:nvSpPr>
        <p:spPr>
          <a:xfrm>
            <a:off x="14096649" y="5656362"/>
            <a:ext cx="4133746" cy="41910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700" b="1" dirty="0">
                <a:solidFill>
                  <a:srgbClr val="F1F5F9"/>
                </a:solidFill>
                <a:latin typeface="Aptos" pitchFamily="34" charset="0"/>
                <a:ea typeface="Arial" pitchFamily="34" charset="-122"/>
                <a:cs typeface="Arial" pitchFamily="34" charset="-120"/>
              </a:rPr>
              <a:t>Síncrono</a:t>
            </a:r>
            <a:endParaRPr lang="en-US" sz="2900" dirty="0"/>
          </a:p>
        </p:txBody>
      </p:sp>
      <p:sp>
        <p:nvSpPr>
          <p:cNvPr id="15" name="Text 13"/>
          <p:cNvSpPr/>
          <p:nvPr/>
        </p:nvSpPr>
        <p:spPr>
          <a:xfrm>
            <a:off x="14096649" y="6075462"/>
            <a:ext cx="4133746" cy="8229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300" dirty="0">
                <a:solidFill>
                  <a:srgbClr val="F1F5F9"/>
                </a:solidFill>
                <a:latin typeface="Aptos" pitchFamily="34" charset="0"/>
                <a:ea typeface="Arial" pitchFamily="34" charset="-122"/>
                <a:cs typeface="Arial" pitchFamily="34" charset="-120"/>
              </a:rPr>
              <a:t>Aguardar saveState terminar.</a:t>
            </a:r>
            <a:endParaRPr lang="en-US" sz="2300" dirty="0"/>
          </a:p>
        </p:txBody>
      </p:sp>
      <p:sp>
        <p:nvSpPr>
          <p:cNvPr id="16" name="Shape 14"/>
          <p:cNvSpPr/>
          <p:nvPr/>
        </p:nvSpPr>
        <p:spPr>
          <a:xfrm>
            <a:off x="13620410" y="7102674"/>
            <a:ext cx="4952876" cy="1484412"/>
          </a:xfrm>
          <a:prstGeom prst="rect">
            <a:avLst/>
          </a:prstGeom>
          <a:solidFill>
            <a:srgbClr val="223147"/>
          </a:solidFill>
          <a:ln w="12700">
            <a:solidFill>
              <a:srgbClr val="FFFFFF">
                <a:alpha val="0"/>
              </a:srgbClr>
            </a:solidFill>
            <a:prstDash val="solid"/>
          </a:ln>
        </p:spPr>
        <p:txBody>
          <a:bodyPr/>
          <a:lstStyle/>
          <a:p>
            <a:endParaRPr lang="en-US"/>
          </a:p>
        </p:txBody>
      </p:sp>
      <p:sp>
        <p:nvSpPr>
          <p:cNvPr id="17" name="Shape 15"/>
          <p:cNvSpPr/>
          <p:nvPr/>
        </p:nvSpPr>
        <p:spPr>
          <a:xfrm>
            <a:off x="13687082" y="7102674"/>
            <a:ext cx="0" cy="1484412"/>
          </a:xfrm>
          <a:prstGeom prst="line">
            <a:avLst/>
          </a:prstGeom>
          <a:solidFill>
            <a:srgbClr val="111C2D">
              <a:alpha val="0"/>
            </a:srgbClr>
          </a:solidFill>
          <a:ln w="66675">
            <a:solidFill>
              <a:srgbClr val="F9B000"/>
            </a:solidFill>
            <a:prstDash val="solid"/>
          </a:ln>
        </p:spPr>
        <p:txBody>
          <a:bodyPr/>
          <a:lstStyle/>
          <a:p>
            <a:endParaRPr lang="en-US"/>
          </a:p>
        </p:txBody>
      </p:sp>
      <p:sp>
        <p:nvSpPr>
          <p:cNvPr id="18" name="Text 16"/>
          <p:cNvSpPr/>
          <p:nvPr/>
        </p:nvSpPr>
        <p:spPr>
          <a:xfrm>
            <a:off x="14096649" y="7445574"/>
            <a:ext cx="4133746" cy="41910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700" b="1" dirty="0">
                <a:solidFill>
                  <a:srgbClr val="F1F5F9"/>
                </a:solidFill>
                <a:latin typeface="Aptos" pitchFamily="34" charset="0"/>
                <a:ea typeface="Arial" pitchFamily="34" charset="-122"/>
                <a:cs typeface="Arial" pitchFamily="34" charset="-120"/>
              </a:rPr>
              <a:t>Verificação</a:t>
            </a:r>
            <a:endParaRPr lang="en-US" sz="2900" dirty="0"/>
          </a:p>
        </p:txBody>
      </p:sp>
      <p:sp>
        <p:nvSpPr>
          <p:cNvPr id="19" name="Text 17"/>
          <p:cNvSpPr/>
          <p:nvPr/>
        </p:nvSpPr>
        <p:spPr>
          <a:xfrm>
            <a:off x="14096649" y="7864674"/>
            <a:ext cx="4133746" cy="8229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300" dirty="0">
                <a:solidFill>
                  <a:srgbClr val="F1F5F9"/>
                </a:solidFill>
                <a:latin typeface="Aptos" pitchFamily="34" charset="0"/>
                <a:ea typeface="Arial" pitchFamily="34" charset="-122"/>
                <a:cs typeface="Arial" pitchFamily="34" charset="-120"/>
              </a:rPr>
              <a:t>Reler o arquivo preparado.</a:t>
            </a:r>
            <a:endParaRPr lang="en-US" sz="2300" dirty="0"/>
          </a:p>
        </p:txBody>
      </p:sp>
      <p:sp>
        <p:nvSpPr>
          <p:cNvPr id="20" name="Shape 18"/>
          <p:cNvSpPr/>
          <p:nvPr/>
        </p:nvSpPr>
        <p:spPr>
          <a:xfrm>
            <a:off x="13620410" y="8891886"/>
            <a:ext cx="4952876" cy="1484412"/>
          </a:xfrm>
          <a:prstGeom prst="rect">
            <a:avLst/>
          </a:prstGeom>
          <a:solidFill>
            <a:srgbClr val="223147"/>
          </a:solidFill>
          <a:ln w="12700">
            <a:solidFill>
              <a:srgbClr val="FFFFFF">
                <a:alpha val="0"/>
              </a:srgbClr>
            </a:solidFill>
            <a:prstDash val="solid"/>
          </a:ln>
        </p:spPr>
        <p:txBody>
          <a:bodyPr/>
          <a:lstStyle/>
          <a:p>
            <a:endParaRPr lang="en-US"/>
          </a:p>
        </p:txBody>
      </p:sp>
      <p:sp>
        <p:nvSpPr>
          <p:cNvPr id="21" name="Shape 19"/>
          <p:cNvSpPr/>
          <p:nvPr/>
        </p:nvSpPr>
        <p:spPr>
          <a:xfrm>
            <a:off x="13687082" y="8891886"/>
            <a:ext cx="0" cy="1484412"/>
          </a:xfrm>
          <a:prstGeom prst="line">
            <a:avLst/>
          </a:prstGeom>
          <a:solidFill>
            <a:srgbClr val="111C2D">
              <a:alpha val="0"/>
            </a:srgbClr>
          </a:solidFill>
          <a:ln w="66675">
            <a:solidFill>
              <a:srgbClr val="F9B000"/>
            </a:solidFill>
            <a:prstDash val="solid"/>
          </a:ln>
        </p:spPr>
        <p:txBody>
          <a:bodyPr/>
          <a:lstStyle/>
          <a:p>
            <a:endParaRPr lang="en-US"/>
          </a:p>
        </p:txBody>
      </p:sp>
      <p:sp>
        <p:nvSpPr>
          <p:cNvPr id="22" name="Text 20"/>
          <p:cNvSpPr/>
          <p:nvPr/>
        </p:nvSpPr>
        <p:spPr>
          <a:xfrm>
            <a:off x="14096649" y="9234786"/>
            <a:ext cx="4133746" cy="41910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700" b="1" dirty="0">
                <a:solidFill>
                  <a:srgbClr val="F1F5F9"/>
                </a:solidFill>
                <a:latin typeface="Aptos" pitchFamily="34" charset="0"/>
                <a:ea typeface="Arial" pitchFamily="34" charset="-122"/>
                <a:cs typeface="Arial" pitchFamily="34" charset="-120"/>
              </a:rPr>
              <a:t>Destino</a:t>
            </a:r>
            <a:endParaRPr lang="en-US" sz="2900" dirty="0"/>
          </a:p>
        </p:txBody>
      </p:sp>
      <p:sp>
        <p:nvSpPr>
          <p:cNvPr id="23" name="Text 21"/>
          <p:cNvSpPr/>
          <p:nvPr/>
        </p:nvSpPr>
        <p:spPr>
          <a:xfrm>
            <a:off x="14096649" y="9653886"/>
            <a:ext cx="4133746" cy="8229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300" dirty="0">
                <a:solidFill>
                  <a:srgbClr val="F1F5F9"/>
                </a:solidFill>
                <a:latin typeface="Aptos" pitchFamily="34" charset="0"/>
                <a:ea typeface="Arial" pitchFamily="34" charset="-122"/>
                <a:cs typeface="Arial" pitchFamily="34" charset="-120"/>
              </a:rPr>
              <a:t>iped/bookmarks.iped do caso.</a:t>
            </a:r>
            <a:endParaRPr lang="en-US" sz="2300" dirty="0"/>
          </a:p>
        </p:txBody>
      </p:sp>
      <p:sp>
        <p:nvSpPr>
          <p:cNvPr id="24" name="Text 22"/>
          <p:cNvSpPr/>
          <p:nvPr/>
        </p:nvSpPr>
        <p:spPr>
          <a:xfrm>
            <a:off x="1409665" y="12687300"/>
            <a:ext cx="17373600" cy="5943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400" dirty="0">
                <a:solidFill>
                  <a:srgbClr val="F1F5F9"/>
                </a:solidFill>
                <a:latin typeface="Aptos" pitchFamily="34" charset="0"/>
                <a:ea typeface="Arial" pitchFamily="34" charset="-122"/>
                <a:cs typeface="Arial" pitchFamily="34" charset="-120"/>
              </a:rPr>
              <a:t>O caminho do arquivo vem da configuração, sem argumento do modelo.</a:t>
            </a:r>
            <a:endParaRPr lang="en-US" sz="2100" dirty="0"/>
          </a:p>
        </p:txBody>
      </p:sp>
      <p:sp>
        <p:nvSpPr>
          <p:cNvPr id="25" name="TextBox 24"/>
          <p:cNvSpPr txBox="1"/>
          <p:nvPr/>
        </p:nvSpPr>
        <p:spPr>
          <a:xfrm>
            <a:off x="21214080" y="12344400"/>
            <a:ext cx="2286000" cy="502920"/>
          </a:xfrm>
          <a:prstGeom prst="rect">
            <a:avLst/>
          </a:prstGeom>
          <a:noFill/>
        </p:spPr>
        <p:txBody>
          <a:bodyPr wrap="none" lIns="0" tIns="0" rIns="0" bIns="0">
            <a:noAutofit/>
          </a:bodyPr>
          <a:lstStyle/>
          <a:p>
            <a:pPr>
              <a:lnSpc>
                <a:spcPct val="108000"/>
              </a:lnSpc>
              <a:spcBef>
                <a:spcPts val="0"/>
              </a:spcBef>
              <a:spcAft>
                <a:spcPts val="0"/>
              </a:spcAft>
            </a:pPr>
            <a:r>
              <a:rPr lang="en-US" sz="2200">
                <a:solidFill>
                  <a:srgbClr val="15243B"/>
                </a:solidFill>
                <a:latin typeface="Aptos"/>
              </a:rPr>
              <a:t>48 / 70</a:t>
            </a:r>
            <a:endParaRPr sz="2200">
              <a:solidFill>
                <a:srgbClr val="15243B"/>
              </a:solidFill>
              <a:latin typeface="Aptos"/>
            </a:endParaRP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hape 0"/>
          <p:cNvSpPr/>
          <p:nvPr/>
        </p:nvSpPr>
        <p:spPr>
          <a:xfrm>
            <a:off x="1" y="0"/>
            <a:ext cx="24383390" cy="13716000"/>
          </a:xfrm>
          <a:prstGeom prst="rect">
            <a:avLst/>
          </a:prstGeom>
          <a:solidFill>
            <a:srgbClr val="111C2D"/>
          </a:solidFill>
          <a:ln w="12700">
            <a:solidFill>
              <a:srgbClr val="FFFFFF">
                <a:alpha val="0"/>
              </a:srgbClr>
            </a:solidFill>
            <a:prstDash val="solid"/>
          </a:ln>
        </p:spPr>
        <p:txBody>
          <a:bodyPr/>
          <a:lstStyle/>
          <a:p>
            <a:endParaRPr lang="en-US"/>
          </a:p>
        </p:txBody>
      </p:sp>
      <p:sp>
        <p:nvSpPr>
          <p:cNvPr id="3" name="Shape 1"/>
          <p:cNvSpPr/>
          <p:nvPr/>
        </p:nvSpPr>
        <p:spPr>
          <a:xfrm>
            <a:off x="0" y="0"/>
            <a:ext cx="19811504" cy="1219200"/>
          </a:xfrm>
          <a:prstGeom prst="rect">
            <a:avLst/>
          </a:prstGeom>
          <a:solidFill>
            <a:srgbClr val="D9DCDF"/>
          </a:solidFill>
          <a:ln w="12700">
            <a:solidFill>
              <a:srgbClr val="FFFFFF">
                <a:alpha val="0"/>
              </a:srgbClr>
            </a:solidFill>
            <a:prstDash val="solid"/>
          </a:ln>
        </p:spPr>
        <p:txBody>
          <a:bodyPr/>
          <a:lstStyle/>
          <a:p>
            <a:endParaRPr lang="en-US"/>
          </a:p>
        </p:txBody>
      </p:sp>
      <p:sp>
        <p:nvSpPr>
          <p:cNvPr id="4" name="Shape 2"/>
          <p:cNvSpPr/>
          <p:nvPr/>
        </p:nvSpPr>
        <p:spPr>
          <a:xfrm>
            <a:off x="20382990" y="0"/>
            <a:ext cx="4000400" cy="13716000"/>
          </a:xfrm>
          <a:prstGeom prst="rect">
            <a:avLst/>
          </a:prstGeom>
          <a:solidFill>
            <a:srgbClr val="F9B000"/>
          </a:solidFill>
          <a:ln w="12700">
            <a:solidFill>
              <a:srgbClr val="FFFFFF">
                <a:alpha val="0"/>
              </a:srgbClr>
            </a:solidFill>
            <a:prstDash val="solid"/>
          </a:ln>
        </p:spPr>
        <p:txBody>
          <a:bodyPr/>
          <a:lstStyle/>
          <a:p>
            <a:endParaRPr lang="en-US"/>
          </a:p>
        </p:txBody>
      </p:sp>
      <p:sp>
        <p:nvSpPr>
          <p:cNvPr id="5" name="Text 3"/>
          <p:cNvSpPr/>
          <p:nvPr/>
        </p:nvSpPr>
        <p:spPr>
          <a:xfrm>
            <a:off x="1371567" y="1676401"/>
            <a:ext cx="17525562" cy="164592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5400" b="1" dirty="0">
                <a:solidFill>
                  <a:srgbClr val="68BDF4"/>
                </a:solidFill>
                <a:latin typeface="Aptos Display" pitchFamily="34" charset="0"/>
                <a:ea typeface="Arial" pitchFamily="34" charset="-122"/>
                <a:cs typeface="Arial" pitchFamily="34" charset="-120"/>
              </a:rPr>
              <a:t>Marcadores 4: publicação por MCP</a:t>
            </a:r>
            <a:endParaRPr lang="en-US" sz="5700" dirty="0"/>
          </a:p>
        </p:txBody>
      </p:sp>
      <p:sp>
        <p:nvSpPr>
          <p:cNvPr id="6" name="Shape 4"/>
          <p:cNvSpPr/>
          <p:nvPr/>
        </p:nvSpPr>
        <p:spPr>
          <a:xfrm>
            <a:off x="1409665" y="3524250"/>
            <a:ext cx="12115800" cy="7810500"/>
          </a:xfrm>
          <a:prstGeom prst="rect">
            <a:avLst/>
          </a:prstGeom>
          <a:solidFill>
            <a:srgbClr val="0B2D5C"/>
          </a:solidFill>
          <a:ln w="12700">
            <a:solidFill>
              <a:srgbClr val="FFFFFF">
                <a:alpha val="0"/>
              </a:srgbClr>
            </a:solidFill>
            <a:prstDash val="solid"/>
          </a:ln>
        </p:spPr>
        <p:txBody>
          <a:bodyPr/>
          <a:lstStyle/>
          <a:p>
            <a:endParaRPr lang="en-US"/>
          </a:p>
        </p:txBody>
      </p:sp>
      <p:sp>
        <p:nvSpPr>
          <p:cNvPr id="7" name="Text 5"/>
          <p:cNvSpPr/>
          <p:nvPr/>
        </p:nvSpPr>
        <p:spPr>
          <a:xfrm>
            <a:off x="1783080" y="3767328"/>
            <a:ext cx="11567160" cy="7406640"/>
          </a:xfrm>
          <a:prstGeom prst="rect">
            <a:avLst/>
          </a:prstGeom>
          <a:noFill/>
          <a:ln/>
        </p:spPr>
        <p:txBody>
          <a:bodyPr wrap="non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@mcp.tool(annotations=write_annotations)</a:t>
            </a:r>
            <a:endParaRPr lang="en-US" sz="2600" dirty="0">
              <a:solidFill>
                <a:srgbClr val="F1F5F9"/>
              </a:solidFill>
              <a:latin typeface="Consolas" pitchFamily="34" charset="0"/>
              <a:ea typeface="Consolas" pitchFamily="34" charset="-122"/>
              <a:cs typeface="Consolas" pitchFamily="34" charset="-120"/>
            </a:endParaRP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async def criar_marcador(</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ctx: Context, nome: str,</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comentario: str = ""</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-&gt; dict[str, Any]:</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args = dict(nome=nome,</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comentario=comentario)</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with registrar(ctx,</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"create_bookmark", args) as result:</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result["data"] = get_ponte(ctx) \</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.create_bookmark(nome, comentario)</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return result</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readOnlyHint=False nas duas gravações.</a:t>
            </a:r>
          </a:p>
        </p:txBody>
      </p:sp>
      <p:sp>
        <p:nvSpPr>
          <p:cNvPr id="8" name="Shape 6"/>
          <p:cNvSpPr/>
          <p:nvPr/>
        </p:nvSpPr>
        <p:spPr>
          <a:xfrm>
            <a:off x="13620410" y="3524250"/>
            <a:ext cx="4952876" cy="1484412"/>
          </a:xfrm>
          <a:prstGeom prst="rect">
            <a:avLst/>
          </a:prstGeom>
          <a:solidFill>
            <a:srgbClr val="223147"/>
          </a:solidFill>
          <a:ln w="12700">
            <a:solidFill>
              <a:srgbClr val="FFFFFF">
                <a:alpha val="0"/>
              </a:srgbClr>
            </a:solidFill>
            <a:prstDash val="solid"/>
          </a:ln>
        </p:spPr>
        <p:txBody>
          <a:bodyPr/>
          <a:lstStyle/>
          <a:p>
            <a:endParaRPr lang="en-US"/>
          </a:p>
        </p:txBody>
      </p:sp>
      <p:sp>
        <p:nvSpPr>
          <p:cNvPr id="9" name="Shape 7"/>
          <p:cNvSpPr/>
          <p:nvPr/>
        </p:nvSpPr>
        <p:spPr>
          <a:xfrm>
            <a:off x="13687082" y="3524250"/>
            <a:ext cx="0" cy="1484412"/>
          </a:xfrm>
          <a:prstGeom prst="line">
            <a:avLst/>
          </a:prstGeom>
          <a:solidFill>
            <a:srgbClr val="111C2D">
              <a:alpha val="0"/>
            </a:srgbClr>
          </a:solidFill>
          <a:ln w="66675">
            <a:solidFill>
              <a:srgbClr val="F9B000"/>
            </a:solidFill>
            <a:prstDash val="solid"/>
          </a:ln>
        </p:spPr>
        <p:txBody>
          <a:bodyPr/>
          <a:lstStyle/>
          <a:p>
            <a:endParaRPr lang="en-US"/>
          </a:p>
        </p:txBody>
      </p:sp>
      <p:sp>
        <p:nvSpPr>
          <p:cNvPr id="10" name="Text 8"/>
          <p:cNvSpPr/>
          <p:nvPr/>
        </p:nvSpPr>
        <p:spPr>
          <a:xfrm>
            <a:off x="14096649" y="3867150"/>
            <a:ext cx="4133746" cy="41910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700" b="1" dirty="0">
                <a:solidFill>
                  <a:srgbClr val="F1F5F9"/>
                </a:solidFill>
                <a:latin typeface="Aptos" pitchFamily="34" charset="0"/>
                <a:ea typeface="Arial" pitchFamily="34" charset="-122"/>
                <a:cs typeface="Arial" pitchFamily="34" charset="-120"/>
              </a:rPr>
              <a:t>Anotação</a:t>
            </a:r>
            <a:endParaRPr lang="en-US" sz="2900" dirty="0"/>
          </a:p>
        </p:txBody>
      </p:sp>
      <p:sp>
        <p:nvSpPr>
          <p:cNvPr id="11" name="Text 9"/>
          <p:cNvSpPr/>
          <p:nvPr/>
        </p:nvSpPr>
        <p:spPr>
          <a:xfrm>
            <a:off x="14096649" y="4286250"/>
            <a:ext cx="4133746" cy="8229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300" dirty="0">
                <a:solidFill>
                  <a:srgbClr val="F1F5F9"/>
                </a:solidFill>
                <a:latin typeface="Aptos" pitchFamily="34" charset="0"/>
                <a:ea typeface="Arial" pitchFamily="34" charset="-122"/>
                <a:cs typeface="Arial" pitchFamily="34" charset="-120"/>
              </a:rPr>
              <a:t>Informa que há gravação.</a:t>
            </a:r>
            <a:endParaRPr lang="en-US" sz="2300" dirty="0"/>
          </a:p>
        </p:txBody>
      </p:sp>
      <p:sp>
        <p:nvSpPr>
          <p:cNvPr id="12" name="Shape 10"/>
          <p:cNvSpPr/>
          <p:nvPr/>
        </p:nvSpPr>
        <p:spPr>
          <a:xfrm>
            <a:off x="13620410" y="5313462"/>
            <a:ext cx="4952876" cy="1484412"/>
          </a:xfrm>
          <a:prstGeom prst="rect">
            <a:avLst/>
          </a:prstGeom>
          <a:solidFill>
            <a:srgbClr val="223147"/>
          </a:solidFill>
          <a:ln w="12700">
            <a:solidFill>
              <a:srgbClr val="FFFFFF">
                <a:alpha val="0"/>
              </a:srgbClr>
            </a:solidFill>
            <a:prstDash val="solid"/>
          </a:ln>
        </p:spPr>
        <p:txBody>
          <a:bodyPr/>
          <a:lstStyle/>
          <a:p>
            <a:endParaRPr lang="en-US"/>
          </a:p>
        </p:txBody>
      </p:sp>
      <p:sp>
        <p:nvSpPr>
          <p:cNvPr id="13" name="Shape 11"/>
          <p:cNvSpPr/>
          <p:nvPr/>
        </p:nvSpPr>
        <p:spPr>
          <a:xfrm>
            <a:off x="13687082" y="5313462"/>
            <a:ext cx="0" cy="1484412"/>
          </a:xfrm>
          <a:prstGeom prst="line">
            <a:avLst/>
          </a:prstGeom>
          <a:solidFill>
            <a:srgbClr val="111C2D">
              <a:alpha val="0"/>
            </a:srgbClr>
          </a:solidFill>
          <a:ln w="66675">
            <a:solidFill>
              <a:srgbClr val="F9B000"/>
            </a:solidFill>
            <a:prstDash val="solid"/>
          </a:ln>
        </p:spPr>
        <p:txBody>
          <a:bodyPr/>
          <a:lstStyle/>
          <a:p>
            <a:endParaRPr lang="en-US"/>
          </a:p>
        </p:txBody>
      </p:sp>
      <p:sp>
        <p:nvSpPr>
          <p:cNvPr id="14" name="Text 12"/>
          <p:cNvSpPr/>
          <p:nvPr/>
        </p:nvSpPr>
        <p:spPr>
          <a:xfrm>
            <a:off x="14096649" y="5656362"/>
            <a:ext cx="4133746" cy="41910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700" b="1" dirty="0">
                <a:solidFill>
                  <a:srgbClr val="F1F5F9"/>
                </a:solidFill>
                <a:latin typeface="Aptos" pitchFamily="34" charset="0"/>
                <a:ea typeface="Arial" pitchFamily="34" charset="-122"/>
                <a:cs typeface="Arial" pitchFamily="34" charset="-120"/>
              </a:rPr>
              <a:t>Schema</a:t>
            </a:r>
            <a:endParaRPr lang="en-US" sz="2900" dirty="0"/>
          </a:p>
        </p:txBody>
      </p:sp>
      <p:sp>
        <p:nvSpPr>
          <p:cNvPr id="15" name="Text 13"/>
          <p:cNvSpPr/>
          <p:nvPr/>
        </p:nvSpPr>
        <p:spPr>
          <a:xfrm>
            <a:off x="14096649" y="6075462"/>
            <a:ext cx="4133746" cy="8229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300" dirty="0">
                <a:solidFill>
                  <a:srgbClr val="F1F5F9"/>
                </a:solidFill>
                <a:latin typeface="Aptos" pitchFamily="34" charset="0"/>
                <a:ea typeface="Arial" pitchFamily="34" charset="-122"/>
                <a:cs typeface="Arial" pitchFamily="34" charset="-120"/>
              </a:rPr>
              <a:t>Pacote inclui Field e limites.</a:t>
            </a:r>
            <a:endParaRPr lang="en-US" sz="2300" dirty="0"/>
          </a:p>
        </p:txBody>
      </p:sp>
      <p:sp>
        <p:nvSpPr>
          <p:cNvPr id="16" name="Shape 14"/>
          <p:cNvSpPr/>
          <p:nvPr/>
        </p:nvSpPr>
        <p:spPr>
          <a:xfrm>
            <a:off x="13620410" y="7102674"/>
            <a:ext cx="4952876" cy="1484412"/>
          </a:xfrm>
          <a:prstGeom prst="rect">
            <a:avLst/>
          </a:prstGeom>
          <a:solidFill>
            <a:srgbClr val="223147"/>
          </a:solidFill>
          <a:ln w="12700">
            <a:solidFill>
              <a:srgbClr val="FFFFFF">
                <a:alpha val="0"/>
              </a:srgbClr>
            </a:solidFill>
            <a:prstDash val="solid"/>
          </a:ln>
        </p:spPr>
        <p:txBody>
          <a:bodyPr/>
          <a:lstStyle/>
          <a:p>
            <a:endParaRPr lang="en-US"/>
          </a:p>
        </p:txBody>
      </p:sp>
      <p:sp>
        <p:nvSpPr>
          <p:cNvPr id="17" name="Shape 15"/>
          <p:cNvSpPr/>
          <p:nvPr/>
        </p:nvSpPr>
        <p:spPr>
          <a:xfrm>
            <a:off x="13687082" y="7102674"/>
            <a:ext cx="0" cy="1484412"/>
          </a:xfrm>
          <a:prstGeom prst="line">
            <a:avLst/>
          </a:prstGeom>
          <a:solidFill>
            <a:srgbClr val="111C2D">
              <a:alpha val="0"/>
            </a:srgbClr>
          </a:solidFill>
          <a:ln w="66675">
            <a:solidFill>
              <a:srgbClr val="F9B000"/>
            </a:solidFill>
            <a:prstDash val="solid"/>
          </a:ln>
        </p:spPr>
        <p:txBody>
          <a:bodyPr/>
          <a:lstStyle/>
          <a:p>
            <a:endParaRPr lang="en-US"/>
          </a:p>
        </p:txBody>
      </p:sp>
      <p:sp>
        <p:nvSpPr>
          <p:cNvPr id="18" name="Text 16"/>
          <p:cNvSpPr/>
          <p:nvPr/>
        </p:nvSpPr>
        <p:spPr>
          <a:xfrm>
            <a:off x="14096649" y="7445574"/>
            <a:ext cx="4133746" cy="41910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700" b="1" dirty="0">
                <a:solidFill>
                  <a:srgbClr val="F1F5F9"/>
                </a:solidFill>
                <a:latin typeface="Aptos" pitchFamily="34" charset="0"/>
                <a:ea typeface="Arial" pitchFamily="34" charset="-122"/>
                <a:cs typeface="Arial" pitchFamily="34" charset="-120"/>
              </a:rPr>
              <a:t>Chamada</a:t>
            </a:r>
            <a:endParaRPr lang="en-US" sz="2900" dirty="0"/>
          </a:p>
        </p:txBody>
      </p:sp>
      <p:sp>
        <p:nvSpPr>
          <p:cNvPr id="19" name="Text 17"/>
          <p:cNvSpPr/>
          <p:nvPr/>
        </p:nvSpPr>
        <p:spPr>
          <a:xfrm>
            <a:off x="14096649" y="7864674"/>
            <a:ext cx="4133746" cy="8229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300" dirty="0">
                <a:solidFill>
                  <a:srgbClr val="F1F5F9"/>
                </a:solidFill>
                <a:latin typeface="Aptos" pitchFamily="34" charset="0"/>
                <a:ea typeface="Arial" pitchFamily="34" charset="-122"/>
                <a:cs typeface="Arial" pitchFamily="34" charset="-120"/>
              </a:rPr>
              <a:t>Criação direta pela ponte.</a:t>
            </a:r>
            <a:endParaRPr lang="en-US" sz="2300" dirty="0"/>
          </a:p>
        </p:txBody>
      </p:sp>
      <p:sp>
        <p:nvSpPr>
          <p:cNvPr id="20" name="Shape 18"/>
          <p:cNvSpPr/>
          <p:nvPr/>
        </p:nvSpPr>
        <p:spPr>
          <a:xfrm>
            <a:off x="13620410" y="8891886"/>
            <a:ext cx="4952876" cy="1484412"/>
          </a:xfrm>
          <a:prstGeom prst="rect">
            <a:avLst/>
          </a:prstGeom>
          <a:solidFill>
            <a:srgbClr val="223147"/>
          </a:solidFill>
          <a:ln w="12700">
            <a:solidFill>
              <a:srgbClr val="FFFFFF">
                <a:alpha val="0"/>
              </a:srgbClr>
            </a:solidFill>
            <a:prstDash val="solid"/>
          </a:ln>
        </p:spPr>
        <p:txBody>
          <a:bodyPr/>
          <a:lstStyle/>
          <a:p>
            <a:endParaRPr lang="en-US"/>
          </a:p>
        </p:txBody>
      </p:sp>
      <p:sp>
        <p:nvSpPr>
          <p:cNvPr id="21" name="Shape 19"/>
          <p:cNvSpPr/>
          <p:nvPr/>
        </p:nvSpPr>
        <p:spPr>
          <a:xfrm>
            <a:off x="13687082" y="8891886"/>
            <a:ext cx="0" cy="1484412"/>
          </a:xfrm>
          <a:prstGeom prst="line">
            <a:avLst/>
          </a:prstGeom>
          <a:solidFill>
            <a:srgbClr val="111C2D">
              <a:alpha val="0"/>
            </a:srgbClr>
          </a:solidFill>
          <a:ln w="66675">
            <a:solidFill>
              <a:srgbClr val="F9B000"/>
            </a:solidFill>
            <a:prstDash val="solid"/>
          </a:ln>
        </p:spPr>
        <p:txBody>
          <a:bodyPr/>
          <a:lstStyle/>
          <a:p>
            <a:endParaRPr lang="en-US"/>
          </a:p>
        </p:txBody>
      </p:sp>
      <p:sp>
        <p:nvSpPr>
          <p:cNvPr id="22" name="Text 20"/>
          <p:cNvSpPr/>
          <p:nvPr/>
        </p:nvSpPr>
        <p:spPr>
          <a:xfrm>
            <a:off x="14096649" y="9234786"/>
            <a:ext cx="4133746" cy="41910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700" b="1" dirty="0">
                <a:solidFill>
                  <a:srgbClr val="F1F5F9"/>
                </a:solidFill>
                <a:latin typeface="Aptos" pitchFamily="34" charset="0"/>
                <a:ea typeface="Arial" pitchFamily="34" charset="-122"/>
                <a:cs typeface="Arial" pitchFamily="34" charset="-120"/>
              </a:rPr>
              <a:t>Auditoria</a:t>
            </a:r>
            <a:endParaRPr lang="en-US" sz="2900" dirty="0"/>
          </a:p>
        </p:txBody>
      </p:sp>
      <p:sp>
        <p:nvSpPr>
          <p:cNvPr id="23" name="Text 21"/>
          <p:cNvSpPr/>
          <p:nvPr/>
        </p:nvSpPr>
        <p:spPr>
          <a:xfrm>
            <a:off x="14096649" y="9653886"/>
            <a:ext cx="4133746" cy="8229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300" dirty="0">
                <a:solidFill>
                  <a:srgbClr val="F1F5F9"/>
                </a:solidFill>
                <a:latin typeface="Aptos" pitchFamily="34" charset="0"/>
                <a:ea typeface="Arial" pitchFamily="34" charset="-122"/>
                <a:cs typeface="Arial" pitchFamily="34" charset="-120"/>
              </a:rPr>
              <a:t>Registrar argumentos e retorno.</a:t>
            </a:r>
            <a:endParaRPr lang="en-US" sz="2300" dirty="0"/>
          </a:p>
        </p:txBody>
      </p:sp>
      <p:sp>
        <p:nvSpPr>
          <p:cNvPr id="24" name="Text 22"/>
          <p:cNvSpPr/>
          <p:nvPr/>
        </p:nvSpPr>
        <p:spPr>
          <a:xfrm>
            <a:off x="1409665" y="12687300"/>
            <a:ext cx="17373600" cy="5943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400" dirty="0">
                <a:solidFill>
                  <a:srgbClr val="F1F5F9"/>
                </a:solidFill>
                <a:latin typeface="Aptos" pitchFamily="34" charset="0"/>
                <a:ea typeface="Arial" pitchFamily="34" charset="-122"/>
                <a:cs typeface="Arial" pitchFamily="34" charset="-120"/>
              </a:rPr>
              <a:t>associar_itens_marcador usa a mesma anotação de escrita.</a:t>
            </a:r>
            <a:endParaRPr lang="en-US" sz="2100" dirty="0"/>
          </a:p>
        </p:txBody>
      </p:sp>
      <p:sp>
        <p:nvSpPr>
          <p:cNvPr id="25" name="TextBox 24"/>
          <p:cNvSpPr txBox="1"/>
          <p:nvPr/>
        </p:nvSpPr>
        <p:spPr>
          <a:xfrm>
            <a:off x="21214080" y="12344400"/>
            <a:ext cx="2286000" cy="502920"/>
          </a:xfrm>
          <a:prstGeom prst="rect">
            <a:avLst/>
          </a:prstGeom>
          <a:noFill/>
        </p:spPr>
        <p:txBody>
          <a:bodyPr wrap="none" lIns="0" tIns="0" rIns="0" bIns="0">
            <a:noAutofit/>
          </a:bodyPr>
          <a:lstStyle/>
          <a:p>
            <a:pPr>
              <a:lnSpc>
                <a:spcPct val="108000"/>
              </a:lnSpc>
              <a:spcBef>
                <a:spcPts val="0"/>
              </a:spcBef>
              <a:spcAft>
                <a:spcPts val="0"/>
              </a:spcAft>
            </a:pPr>
            <a:r>
              <a:rPr lang="en-US" sz="2200">
                <a:solidFill>
                  <a:srgbClr val="15243B"/>
                </a:solidFill>
                <a:latin typeface="Aptos"/>
              </a:rPr>
              <a:t>49 / 70</a:t>
            </a:r>
            <a:endParaRPr sz="2200">
              <a:solidFill>
                <a:srgbClr val="15243B"/>
              </a:solidFill>
              <a:latin typeface="Aptos"/>
            </a:endParaRP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hape 0"/>
          <p:cNvSpPr/>
          <p:nvPr/>
        </p:nvSpPr>
        <p:spPr>
          <a:xfrm>
            <a:off x="1" y="0"/>
            <a:ext cx="24383390" cy="13716000"/>
          </a:xfrm>
          <a:prstGeom prst="rect">
            <a:avLst/>
          </a:prstGeom>
          <a:solidFill>
            <a:srgbClr val="111C2D"/>
          </a:solidFill>
          <a:ln w="12700">
            <a:solidFill>
              <a:srgbClr val="FFFFFF">
                <a:alpha val="0"/>
              </a:srgbClr>
            </a:solidFill>
            <a:prstDash val="solid"/>
          </a:ln>
        </p:spPr>
        <p:txBody>
          <a:bodyPr/>
          <a:lstStyle/>
          <a:p>
            <a:endParaRPr lang="en-US"/>
          </a:p>
        </p:txBody>
      </p:sp>
      <p:sp>
        <p:nvSpPr>
          <p:cNvPr id="3" name="Shape 1"/>
          <p:cNvSpPr/>
          <p:nvPr/>
        </p:nvSpPr>
        <p:spPr>
          <a:xfrm>
            <a:off x="0" y="0"/>
            <a:ext cx="19811504" cy="1219200"/>
          </a:xfrm>
          <a:prstGeom prst="rect">
            <a:avLst/>
          </a:prstGeom>
          <a:solidFill>
            <a:srgbClr val="D9DCDF"/>
          </a:solidFill>
          <a:ln w="12700">
            <a:solidFill>
              <a:srgbClr val="FFFFFF">
                <a:alpha val="0"/>
              </a:srgbClr>
            </a:solidFill>
            <a:prstDash val="solid"/>
          </a:ln>
        </p:spPr>
        <p:txBody>
          <a:bodyPr/>
          <a:lstStyle/>
          <a:p>
            <a:endParaRPr lang="en-US"/>
          </a:p>
        </p:txBody>
      </p:sp>
      <p:sp>
        <p:nvSpPr>
          <p:cNvPr id="4" name="Shape 2"/>
          <p:cNvSpPr/>
          <p:nvPr/>
        </p:nvSpPr>
        <p:spPr>
          <a:xfrm>
            <a:off x="20382990" y="0"/>
            <a:ext cx="4000400" cy="13716000"/>
          </a:xfrm>
          <a:prstGeom prst="rect">
            <a:avLst/>
          </a:prstGeom>
          <a:solidFill>
            <a:srgbClr val="F9B000"/>
          </a:solidFill>
          <a:ln w="12700">
            <a:solidFill>
              <a:srgbClr val="FFFFFF">
                <a:alpha val="0"/>
              </a:srgbClr>
            </a:solidFill>
            <a:prstDash val="solid"/>
          </a:ln>
        </p:spPr>
        <p:txBody>
          <a:bodyPr/>
          <a:lstStyle/>
          <a:p>
            <a:endParaRPr lang="en-US"/>
          </a:p>
        </p:txBody>
      </p:sp>
      <p:sp>
        <p:nvSpPr>
          <p:cNvPr id="5" name="Text 3"/>
          <p:cNvSpPr/>
          <p:nvPr/>
        </p:nvSpPr>
        <p:spPr>
          <a:xfrm>
            <a:off x="1371567" y="1676401"/>
            <a:ext cx="17525562" cy="164592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5400" b="1" dirty="0">
                <a:solidFill>
                  <a:srgbClr val="68BDF4"/>
                </a:solidFill>
                <a:latin typeface="Aptos Display" pitchFamily="34" charset="0"/>
                <a:ea typeface="Arial" pitchFamily="34" charset="-122"/>
                <a:cs typeface="Arial" pitchFamily="34" charset="-120"/>
              </a:rPr>
              <a:t>Marcadores 5: chamada e conferência</a:t>
            </a:r>
            <a:endParaRPr lang="en-US" sz="5700" dirty="0"/>
          </a:p>
        </p:txBody>
      </p:sp>
      <p:sp>
        <p:nvSpPr>
          <p:cNvPr id="6" name="Shape 4"/>
          <p:cNvSpPr/>
          <p:nvPr/>
        </p:nvSpPr>
        <p:spPr>
          <a:xfrm>
            <a:off x="1409665" y="3524250"/>
            <a:ext cx="12115800" cy="7810500"/>
          </a:xfrm>
          <a:prstGeom prst="rect">
            <a:avLst/>
          </a:prstGeom>
          <a:solidFill>
            <a:srgbClr val="0B2D5C"/>
          </a:solidFill>
          <a:ln w="12700">
            <a:solidFill>
              <a:srgbClr val="FFFFFF">
                <a:alpha val="0"/>
              </a:srgbClr>
            </a:solidFill>
            <a:prstDash val="solid"/>
          </a:ln>
        </p:spPr>
        <p:txBody>
          <a:bodyPr/>
          <a:lstStyle/>
          <a:p>
            <a:endParaRPr lang="en-US"/>
          </a:p>
        </p:txBody>
      </p:sp>
      <p:sp>
        <p:nvSpPr>
          <p:cNvPr id="7" name="Text 5"/>
          <p:cNvSpPr/>
          <p:nvPr/>
        </p:nvSpPr>
        <p:spPr>
          <a:xfrm>
            <a:off x="1783080" y="3767328"/>
            <a:ext cx="11567160" cy="7406640"/>
          </a:xfrm>
          <a:prstGeom prst="rect">
            <a:avLst/>
          </a:prstGeom>
          <a:noFill/>
          <a:ln/>
        </p:spPr>
        <p:txBody>
          <a:bodyPr wrap="non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created = await session.call_tool(</a:t>
            </a:r>
            <a:endParaRPr lang="en-US" sz="2600" dirty="0">
              <a:solidFill>
                <a:srgbClr val="F1F5F9"/>
              </a:solidFill>
              <a:latin typeface="Consolas" pitchFamily="34" charset="0"/>
              <a:ea typeface="Consolas" pitchFamily="34" charset="-122"/>
              <a:cs typeface="Consolas" pitchFamily="34" charset="-120"/>
            </a:endParaRP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"criar_marcador", {</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"nome": "Aurora - revisar",</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"comentario": "Itens ligados à proposta"})</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payload = created.structuredContent</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assert not created.isError and payload["ok"]</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marker_id = payload["data"]["marcador_id"]</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linked = await session.call_tool(</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"associar_itens_marcador", {</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"marcador_id": marker_id,</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"item_ids": ids_conferidos})</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Conferir isError, ok e persisted.</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listar_marcadores(item_id=...) lê os vínculos.</a:t>
            </a:r>
          </a:p>
        </p:txBody>
      </p:sp>
      <p:sp>
        <p:nvSpPr>
          <p:cNvPr id="8" name="Shape 6"/>
          <p:cNvSpPr/>
          <p:nvPr/>
        </p:nvSpPr>
        <p:spPr>
          <a:xfrm>
            <a:off x="13620410" y="3524250"/>
            <a:ext cx="4952876" cy="1484412"/>
          </a:xfrm>
          <a:prstGeom prst="rect">
            <a:avLst/>
          </a:prstGeom>
          <a:solidFill>
            <a:srgbClr val="223147"/>
          </a:solidFill>
          <a:ln w="12700">
            <a:solidFill>
              <a:srgbClr val="FFFFFF">
                <a:alpha val="0"/>
              </a:srgbClr>
            </a:solidFill>
            <a:prstDash val="solid"/>
          </a:ln>
        </p:spPr>
        <p:txBody>
          <a:bodyPr/>
          <a:lstStyle/>
          <a:p>
            <a:endParaRPr lang="en-US"/>
          </a:p>
        </p:txBody>
      </p:sp>
      <p:sp>
        <p:nvSpPr>
          <p:cNvPr id="9" name="Shape 7"/>
          <p:cNvSpPr/>
          <p:nvPr/>
        </p:nvSpPr>
        <p:spPr>
          <a:xfrm>
            <a:off x="13687082" y="3524250"/>
            <a:ext cx="0" cy="1484412"/>
          </a:xfrm>
          <a:prstGeom prst="line">
            <a:avLst/>
          </a:prstGeom>
          <a:solidFill>
            <a:srgbClr val="111C2D">
              <a:alpha val="0"/>
            </a:srgbClr>
          </a:solidFill>
          <a:ln w="66675">
            <a:solidFill>
              <a:srgbClr val="F9B000"/>
            </a:solidFill>
            <a:prstDash val="solid"/>
          </a:ln>
        </p:spPr>
        <p:txBody>
          <a:bodyPr/>
          <a:lstStyle/>
          <a:p>
            <a:endParaRPr lang="en-US"/>
          </a:p>
        </p:txBody>
      </p:sp>
      <p:sp>
        <p:nvSpPr>
          <p:cNvPr id="10" name="Text 8"/>
          <p:cNvSpPr/>
          <p:nvPr/>
        </p:nvSpPr>
        <p:spPr>
          <a:xfrm>
            <a:off x="14096649" y="3867150"/>
            <a:ext cx="4133746" cy="41910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700" b="1" dirty="0">
                <a:solidFill>
                  <a:srgbClr val="F1F5F9"/>
                </a:solidFill>
                <a:latin typeface="Aptos" pitchFamily="34" charset="0"/>
                <a:ea typeface="Arial" pitchFamily="34" charset="-122"/>
                <a:cs typeface="Arial" pitchFamily="34" charset="-120"/>
              </a:rPr>
              <a:t>Escolha</a:t>
            </a:r>
            <a:endParaRPr lang="en-US" sz="2900" dirty="0"/>
          </a:p>
        </p:txBody>
      </p:sp>
      <p:sp>
        <p:nvSpPr>
          <p:cNvPr id="11" name="Text 9"/>
          <p:cNvSpPr/>
          <p:nvPr/>
        </p:nvSpPr>
        <p:spPr>
          <a:xfrm>
            <a:off x="14096649" y="4286250"/>
            <a:ext cx="4133746" cy="8229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300" dirty="0">
                <a:solidFill>
                  <a:srgbClr val="F1F5F9"/>
                </a:solidFill>
                <a:latin typeface="Aptos" pitchFamily="34" charset="0"/>
                <a:ea typeface="Arial" pitchFamily="34" charset="-122"/>
                <a:cs typeface="Arial" pitchFamily="34" charset="-120"/>
              </a:rPr>
              <a:t>IDs vêm das consultas.</a:t>
            </a:r>
            <a:endParaRPr lang="en-US" sz="2300" dirty="0"/>
          </a:p>
        </p:txBody>
      </p:sp>
      <p:sp>
        <p:nvSpPr>
          <p:cNvPr id="12" name="Shape 10"/>
          <p:cNvSpPr/>
          <p:nvPr/>
        </p:nvSpPr>
        <p:spPr>
          <a:xfrm>
            <a:off x="13620410" y="5313462"/>
            <a:ext cx="4952876" cy="1484412"/>
          </a:xfrm>
          <a:prstGeom prst="rect">
            <a:avLst/>
          </a:prstGeom>
          <a:solidFill>
            <a:srgbClr val="223147"/>
          </a:solidFill>
          <a:ln w="12700">
            <a:solidFill>
              <a:srgbClr val="FFFFFF">
                <a:alpha val="0"/>
              </a:srgbClr>
            </a:solidFill>
            <a:prstDash val="solid"/>
          </a:ln>
        </p:spPr>
        <p:txBody>
          <a:bodyPr/>
          <a:lstStyle/>
          <a:p>
            <a:endParaRPr lang="en-US"/>
          </a:p>
        </p:txBody>
      </p:sp>
      <p:sp>
        <p:nvSpPr>
          <p:cNvPr id="13" name="Shape 11"/>
          <p:cNvSpPr/>
          <p:nvPr/>
        </p:nvSpPr>
        <p:spPr>
          <a:xfrm>
            <a:off x="13687082" y="5313462"/>
            <a:ext cx="0" cy="1484412"/>
          </a:xfrm>
          <a:prstGeom prst="line">
            <a:avLst/>
          </a:prstGeom>
          <a:solidFill>
            <a:srgbClr val="111C2D">
              <a:alpha val="0"/>
            </a:srgbClr>
          </a:solidFill>
          <a:ln w="66675">
            <a:solidFill>
              <a:srgbClr val="F9B000"/>
            </a:solidFill>
            <a:prstDash val="solid"/>
          </a:ln>
        </p:spPr>
        <p:txBody>
          <a:bodyPr/>
          <a:lstStyle/>
          <a:p>
            <a:endParaRPr lang="en-US"/>
          </a:p>
        </p:txBody>
      </p:sp>
      <p:sp>
        <p:nvSpPr>
          <p:cNvPr id="14" name="Text 12"/>
          <p:cNvSpPr/>
          <p:nvPr/>
        </p:nvSpPr>
        <p:spPr>
          <a:xfrm>
            <a:off x="14096649" y="5656362"/>
            <a:ext cx="4133746" cy="41910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700" b="1" dirty="0">
                <a:solidFill>
                  <a:srgbClr val="F1F5F9"/>
                </a:solidFill>
                <a:latin typeface="Aptos" pitchFamily="34" charset="0"/>
                <a:ea typeface="Arial" pitchFamily="34" charset="-122"/>
                <a:cs typeface="Arial" pitchFamily="34" charset="-120"/>
              </a:rPr>
              <a:t>Justificativa</a:t>
            </a:r>
            <a:endParaRPr lang="en-US" sz="2900" dirty="0"/>
          </a:p>
        </p:txBody>
      </p:sp>
      <p:sp>
        <p:nvSpPr>
          <p:cNvPr id="15" name="Text 13"/>
          <p:cNvSpPr/>
          <p:nvPr/>
        </p:nvSpPr>
        <p:spPr>
          <a:xfrm>
            <a:off x="14096649" y="6075462"/>
            <a:ext cx="4133746" cy="8229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300" dirty="0">
                <a:solidFill>
                  <a:srgbClr val="F1F5F9"/>
                </a:solidFill>
                <a:latin typeface="Aptos" pitchFamily="34" charset="0"/>
                <a:ea typeface="Arial" pitchFamily="34" charset="-122"/>
                <a:cs typeface="Arial" pitchFamily="34" charset="-120"/>
              </a:rPr>
              <a:t>Comentário explica o conjunto.</a:t>
            </a:r>
            <a:endParaRPr lang="en-US" sz="2300" dirty="0"/>
          </a:p>
        </p:txBody>
      </p:sp>
      <p:sp>
        <p:nvSpPr>
          <p:cNvPr id="16" name="Shape 14"/>
          <p:cNvSpPr/>
          <p:nvPr/>
        </p:nvSpPr>
        <p:spPr>
          <a:xfrm>
            <a:off x="13620410" y="7102674"/>
            <a:ext cx="4952876" cy="1484412"/>
          </a:xfrm>
          <a:prstGeom prst="rect">
            <a:avLst/>
          </a:prstGeom>
          <a:solidFill>
            <a:srgbClr val="223147"/>
          </a:solidFill>
          <a:ln w="12700">
            <a:solidFill>
              <a:srgbClr val="FFFFFF">
                <a:alpha val="0"/>
              </a:srgbClr>
            </a:solidFill>
            <a:prstDash val="solid"/>
          </a:ln>
        </p:spPr>
        <p:txBody>
          <a:bodyPr/>
          <a:lstStyle/>
          <a:p>
            <a:endParaRPr lang="en-US"/>
          </a:p>
        </p:txBody>
      </p:sp>
      <p:sp>
        <p:nvSpPr>
          <p:cNvPr id="17" name="Shape 15"/>
          <p:cNvSpPr/>
          <p:nvPr/>
        </p:nvSpPr>
        <p:spPr>
          <a:xfrm>
            <a:off x="13687082" y="7102674"/>
            <a:ext cx="0" cy="1484412"/>
          </a:xfrm>
          <a:prstGeom prst="line">
            <a:avLst/>
          </a:prstGeom>
          <a:solidFill>
            <a:srgbClr val="111C2D">
              <a:alpha val="0"/>
            </a:srgbClr>
          </a:solidFill>
          <a:ln w="66675">
            <a:solidFill>
              <a:srgbClr val="F9B000"/>
            </a:solidFill>
            <a:prstDash val="solid"/>
          </a:ln>
        </p:spPr>
        <p:txBody>
          <a:bodyPr/>
          <a:lstStyle/>
          <a:p>
            <a:endParaRPr lang="en-US"/>
          </a:p>
        </p:txBody>
      </p:sp>
      <p:sp>
        <p:nvSpPr>
          <p:cNvPr id="18" name="Text 16"/>
          <p:cNvSpPr/>
          <p:nvPr/>
        </p:nvSpPr>
        <p:spPr>
          <a:xfrm>
            <a:off x="14096649" y="7445574"/>
            <a:ext cx="4133746" cy="41910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700" b="1" dirty="0">
                <a:solidFill>
                  <a:srgbClr val="F1F5F9"/>
                </a:solidFill>
                <a:latin typeface="Aptos" pitchFamily="34" charset="0"/>
                <a:ea typeface="Arial" pitchFamily="34" charset="-122"/>
                <a:cs typeface="Arial" pitchFamily="34" charset="-120"/>
              </a:rPr>
              <a:t>Retorno</a:t>
            </a:r>
            <a:endParaRPr lang="en-US" sz="2900" dirty="0"/>
          </a:p>
        </p:txBody>
      </p:sp>
      <p:sp>
        <p:nvSpPr>
          <p:cNvPr id="19" name="Text 17"/>
          <p:cNvSpPr/>
          <p:nvPr/>
        </p:nvSpPr>
        <p:spPr>
          <a:xfrm>
            <a:off x="14096649" y="7864674"/>
            <a:ext cx="4133746" cy="8229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300" dirty="0">
                <a:solidFill>
                  <a:srgbClr val="F1F5F9"/>
                </a:solidFill>
                <a:latin typeface="Aptos" pitchFamily="34" charset="0"/>
                <a:ea typeface="Arial" pitchFamily="34" charset="-122"/>
                <a:cs typeface="Arial" pitchFamily="34" charset="-120"/>
              </a:rPr>
              <a:t>Conferir added_count.</a:t>
            </a:r>
            <a:endParaRPr lang="en-US" sz="2300" dirty="0"/>
          </a:p>
        </p:txBody>
      </p:sp>
      <p:sp>
        <p:nvSpPr>
          <p:cNvPr id="20" name="Shape 18"/>
          <p:cNvSpPr/>
          <p:nvPr/>
        </p:nvSpPr>
        <p:spPr>
          <a:xfrm>
            <a:off x="13620410" y="8891886"/>
            <a:ext cx="4952876" cy="1484412"/>
          </a:xfrm>
          <a:prstGeom prst="rect">
            <a:avLst/>
          </a:prstGeom>
          <a:solidFill>
            <a:srgbClr val="223147"/>
          </a:solidFill>
          <a:ln w="12700">
            <a:solidFill>
              <a:srgbClr val="FFFFFF">
                <a:alpha val="0"/>
              </a:srgbClr>
            </a:solidFill>
            <a:prstDash val="solid"/>
          </a:ln>
        </p:spPr>
        <p:txBody>
          <a:bodyPr/>
          <a:lstStyle/>
          <a:p>
            <a:endParaRPr lang="en-US"/>
          </a:p>
        </p:txBody>
      </p:sp>
      <p:sp>
        <p:nvSpPr>
          <p:cNvPr id="21" name="Shape 19"/>
          <p:cNvSpPr/>
          <p:nvPr/>
        </p:nvSpPr>
        <p:spPr>
          <a:xfrm>
            <a:off x="13687082" y="8891886"/>
            <a:ext cx="0" cy="1484412"/>
          </a:xfrm>
          <a:prstGeom prst="line">
            <a:avLst/>
          </a:prstGeom>
          <a:solidFill>
            <a:srgbClr val="111C2D">
              <a:alpha val="0"/>
            </a:srgbClr>
          </a:solidFill>
          <a:ln w="66675">
            <a:solidFill>
              <a:srgbClr val="F9B000"/>
            </a:solidFill>
            <a:prstDash val="solid"/>
          </a:ln>
        </p:spPr>
        <p:txBody>
          <a:bodyPr/>
          <a:lstStyle/>
          <a:p>
            <a:endParaRPr lang="en-US"/>
          </a:p>
        </p:txBody>
      </p:sp>
      <p:sp>
        <p:nvSpPr>
          <p:cNvPr id="22" name="Text 20"/>
          <p:cNvSpPr/>
          <p:nvPr/>
        </p:nvSpPr>
        <p:spPr>
          <a:xfrm>
            <a:off x="14096649" y="9234786"/>
            <a:ext cx="4133746" cy="41910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700" b="1" dirty="0">
                <a:solidFill>
                  <a:srgbClr val="F1F5F9"/>
                </a:solidFill>
                <a:latin typeface="Aptos" pitchFamily="34" charset="0"/>
                <a:ea typeface="Arial" pitchFamily="34" charset="-122"/>
                <a:cs typeface="Arial" pitchFamily="34" charset="-120"/>
              </a:rPr>
              <a:t>Leitura</a:t>
            </a:r>
            <a:endParaRPr lang="en-US" sz="2900" dirty="0"/>
          </a:p>
        </p:txBody>
      </p:sp>
      <p:sp>
        <p:nvSpPr>
          <p:cNvPr id="23" name="Text 21"/>
          <p:cNvSpPr/>
          <p:nvPr/>
        </p:nvSpPr>
        <p:spPr>
          <a:xfrm>
            <a:off x="14096649" y="9653886"/>
            <a:ext cx="4133746" cy="8229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300" dirty="0">
                <a:solidFill>
                  <a:srgbClr val="F1F5F9"/>
                </a:solidFill>
                <a:latin typeface="Aptos" pitchFamily="34" charset="0"/>
                <a:ea typeface="Arial" pitchFamily="34" charset="-122"/>
                <a:cs typeface="Arial" pitchFamily="34" charset="-120"/>
              </a:rPr>
              <a:t>Consultar marcador por item.</a:t>
            </a:r>
            <a:endParaRPr lang="en-US" sz="2300" dirty="0"/>
          </a:p>
        </p:txBody>
      </p:sp>
      <p:sp>
        <p:nvSpPr>
          <p:cNvPr id="24" name="Text 22"/>
          <p:cNvSpPr/>
          <p:nvPr/>
        </p:nvSpPr>
        <p:spPr>
          <a:xfrm>
            <a:off x="1409665" y="12687300"/>
            <a:ext cx="17373600" cy="5943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400" dirty="0">
                <a:solidFill>
                  <a:srgbClr val="F1F5F9"/>
                </a:solidFill>
                <a:latin typeface="Aptos" pitchFamily="34" charset="0"/>
                <a:ea typeface="Arial" pitchFamily="34" charset="-122"/>
                <a:cs typeface="Arial" pitchFamily="34" charset="-120"/>
              </a:rPr>
              <a:t>Criar um marcador sem associar itens produz um conjunto vazio.</a:t>
            </a:r>
            <a:endParaRPr lang="en-US" sz="2100" dirty="0"/>
          </a:p>
        </p:txBody>
      </p:sp>
      <p:sp>
        <p:nvSpPr>
          <p:cNvPr id="25" name="TextBox 24"/>
          <p:cNvSpPr txBox="1"/>
          <p:nvPr/>
        </p:nvSpPr>
        <p:spPr>
          <a:xfrm>
            <a:off x="21214080" y="12344400"/>
            <a:ext cx="2286000" cy="502920"/>
          </a:xfrm>
          <a:prstGeom prst="rect">
            <a:avLst/>
          </a:prstGeom>
          <a:noFill/>
        </p:spPr>
        <p:txBody>
          <a:bodyPr wrap="none" lIns="0" tIns="0" rIns="0" bIns="0">
            <a:noAutofit/>
          </a:bodyPr>
          <a:lstStyle/>
          <a:p>
            <a:pPr>
              <a:lnSpc>
                <a:spcPct val="108000"/>
              </a:lnSpc>
              <a:spcBef>
                <a:spcPts val="0"/>
              </a:spcBef>
              <a:spcAft>
                <a:spcPts val="0"/>
              </a:spcAft>
            </a:pPr>
            <a:r>
              <a:rPr lang="en-US" sz="2200">
                <a:solidFill>
                  <a:srgbClr val="15243B"/>
                </a:solidFill>
                <a:latin typeface="Aptos"/>
              </a:rPr>
              <a:t>50 / 70</a:t>
            </a:r>
            <a:endParaRPr sz="2200">
              <a:solidFill>
                <a:srgbClr val="15243B"/>
              </a:solidFill>
              <a:latin typeface="Aptos"/>
            </a:endParaRP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hape 0"/>
          <p:cNvSpPr/>
          <p:nvPr/>
        </p:nvSpPr>
        <p:spPr>
          <a:xfrm>
            <a:off x="1" y="0"/>
            <a:ext cx="24383390" cy="13716000"/>
          </a:xfrm>
          <a:prstGeom prst="rect">
            <a:avLst/>
          </a:prstGeom>
          <a:solidFill>
            <a:srgbClr val="111C2D"/>
          </a:solidFill>
          <a:ln w="12700">
            <a:solidFill>
              <a:srgbClr val="FFFFFF">
                <a:alpha val="0"/>
              </a:srgbClr>
            </a:solidFill>
            <a:prstDash val="solid"/>
          </a:ln>
        </p:spPr>
        <p:txBody>
          <a:bodyPr/>
          <a:lstStyle/>
          <a:p>
            <a:endParaRPr lang="en-US"/>
          </a:p>
        </p:txBody>
      </p:sp>
      <p:sp>
        <p:nvSpPr>
          <p:cNvPr id="3" name="Shape 1"/>
          <p:cNvSpPr/>
          <p:nvPr/>
        </p:nvSpPr>
        <p:spPr>
          <a:xfrm>
            <a:off x="0" y="0"/>
            <a:ext cx="19811504" cy="1219200"/>
          </a:xfrm>
          <a:prstGeom prst="rect">
            <a:avLst/>
          </a:prstGeom>
          <a:solidFill>
            <a:srgbClr val="D9DCDF"/>
          </a:solidFill>
          <a:ln w="12700">
            <a:solidFill>
              <a:srgbClr val="FFFFFF">
                <a:alpha val="0"/>
              </a:srgbClr>
            </a:solidFill>
            <a:prstDash val="solid"/>
          </a:ln>
        </p:spPr>
        <p:txBody>
          <a:bodyPr/>
          <a:lstStyle/>
          <a:p>
            <a:endParaRPr lang="en-US"/>
          </a:p>
        </p:txBody>
      </p:sp>
      <p:sp>
        <p:nvSpPr>
          <p:cNvPr id="4" name="Shape 2"/>
          <p:cNvSpPr/>
          <p:nvPr/>
        </p:nvSpPr>
        <p:spPr>
          <a:xfrm>
            <a:off x="20382990" y="0"/>
            <a:ext cx="4000400" cy="13716000"/>
          </a:xfrm>
          <a:prstGeom prst="rect">
            <a:avLst/>
          </a:prstGeom>
          <a:solidFill>
            <a:srgbClr val="F9B000"/>
          </a:solidFill>
          <a:ln w="12700">
            <a:solidFill>
              <a:srgbClr val="FFFFFF">
                <a:alpha val="0"/>
              </a:srgbClr>
            </a:solidFill>
            <a:prstDash val="solid"/>
          </a:ln>
        </p:spPr>
        <p:txBody>
          <a:bodyPr/>
          <a:lstStyle/>
          <a:p>
            <a:endParaRPr lang="en-US"/>
          </a:p>
        </p:txBody>
      </p:sp>
      <p:sp>
        <p:nvSpPr>
          <p:cNvPr id="5" name="Text 3"/>
          <p:cNvSpPr/>
          <p:nvPr/>
        </p:nvSpPr>
        <p:spPr>
          <a:xfrm>
            <a:off x="1371567" y="1676400"/>
            <a:ext cx="17335066" cy="164592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5400" b="1" dirty="0">
                <a:solidFill>
                  <a:srgbClr val="68BDF4"/>
                </a:solidFill>
                <a:latin typeface="Aptos Display" pitchFamily="34" charset="0"/>
                <a:ea typeface="Arial" pitchFamily="34" charset="-122"/>
                <a:cs typeface="Arial" pitchFamily="34" charset="-120"/>
              </a:rPr>
              <a:t>Conferência dos marcadores no IPED</a:t>
            </a:r>
            <a:endParaRPr lang="en-US" sz="5600" dirty="0"/>
          </a:p>
        </p:txBody>
      </p:sp>
      <p:sp>
        <p:nvSpPr>
          <p:cNvPr id="6" name="Shape 4"/>
          <p:cNvSpPr/>
          <p:nvPr/>
        </p:nvSpPr>
        <p:spPr>
          <a:xfrm>
            <a:off x="1409664" y="3619501"/>
            <a:ext cx="17144572" cy="1581150"/>
          </a:xfrm>
          <a:prstGeom prst="rect">
            <a:avLst/>
          </a:prstGeom>
          <a:solidFill>
            <a:srgbClr val="223147"/>
          </a:solidFill>
          <a:ln w="12700">
            <a:solidFill>
              <a:srgbClr val="FFFFFF">
                <a:alpha val="0"/>
              </a:srgbClr>
            </a:solidFill>
            <a:prstDash val="solid"/>
          </a:ln>
        </p:spPr>
        <p:txBody>
          <a:bodyPr/>
          <a:lstStyle/>
          <a:p>
            <a:endParaRPr lang="en-US"/>
          </a:p>
        </p:txBody>
      </p:sp>
      <p:sp>
        <p:nvSpPr>
          <p:cNvPr id="7" name="Shape 5"/>
          <p:cNvSpPr/>
          <p:nvPr/>
        </p:nvSpPr>
        <p:spPr>
          <a:xfrm>
            <a:off x="1409664" y="5191126"/>
            <a:ext cx="17144572" cy="0"/>
          </a:xfrm>
          <a:prstGeom prst="line">
            <a:avLst/>
          </a:prstGeom>
          <a:solidFill>
            <a:srgbClr val="111C2D">
              <a:alpha val="0"/>
            </a:srgbClr>
          </a:solidFill>
          <a:ln w="9525">
            <a:solidFill>
              <a:srgbClr val="CBD5E1"/>
            </a:solidFill>
            <a:prstDash val="solid"/>
          </a:ln>
        </p:spPr>
        <p:txBody>
          <a:bodyPr/>
          <a:lstStyle/>
          <a:p>
            <a:endParaRPr lang="en-US"/>
          </a:p>
        </p:txBody>
      </p:sp>
      <p:sp>
        <p:nvSpPr>
          <p:cNvPr id="8" name="Text 6"/>
          <p:cNvSpPr/>
          <p:nvPr/>
        </p:nvSpPr>
        <p:spPr>
          <a:xfrm>
            <a:off x="1828754" y="4162425"/>
            <a:ext cx="5143372" cy="47625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800" b="1" dirty="0">
                <a:solidFill>
                  <a:srgbClr val="F1F5F9"/>
                </a:solidFill>
                <a:latin typeface="Aptos" pitchFamily="34" charset="0"/>
                <a:ea typeface="Arial" pitchFamily="34" charset="-122"/>
                <a:cs typeface="Arial" pitchFamily="34" charset="-120"/>
              </a:rPr>
              <a:t>Antes</a:t>
            </a:r>
            <a:endParaRPr lang="en-US" sz="3200" dirty="0"/>
          </a:p>
        </p:txBody>
      </p:sp>
      <p:sp>
        <p:nvSpPr>
          <p:cNvPr id="9" name="Text 7"/>
          <p:cNvSpPr/>
          <p:nvPr/>
        </p:nvSpPr>
        <p:spPr>
          <a:xfrm>
            <a:off x="6972126" y="4186239"/>
            <a:ext cx="11163020" cy="91440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700" dirty="0">
                <a:solidFill>
                  <a:srgbClr val="F1F5F9"/>
                </a:solidFill>
                <a:latin typeface="Aptos" pitchFamily="34" charset="0"/>
                <a:ea typeface="Arial" pitchFamily="34" charset="-122"/>
                <a:cs typeface="Arial" pitchFamily="34" charset="-120"/>
              </a:rPr>
              <a:t>Salvar e fechar a GUI do mesmo caso.</a:t>
            </a:r>
            <a:endParaRPr lang="en-US" sz="2700" dirty="0"/>
          </a:p>
        </p:txBody>
      </p:sp>
      <p:sp>
        <p:nvSpPr>
          <p:cNvPr id="10" name="Shape 8"/>
          <p:cNvSpPr/>
          <p:nvPr/>
        </p:nvSpPr>
        <p:spPr>
          <a:xfrm>
            <a:off x="1409664" y="6772276"/>
            <a:ext cx="17144572" cy="0"/>
          </a:xfrm>
          <a:prstGeom prst="line">
            <a:avLst/>
          </a:prstGeom>
          <a:solidFill>
            <a:srgbClr val="111C2D">
              <a:alpha val="0"/>
            </a:srgbClr>
          </a:solidFill>
          <a:ln w="9525">
            <a:solidFill>
              <a:srgbClr val="CBD5E1"/>
            </a:solidFill>
            <a:prstDash val="solid"/>
          </a:ln>
        </p:spPr>
        <p:txBody>
          <a:bodyPr/>
          <a:lstStyle/>
          <a:p>
            <a:endParaRPr lang="en-US"/>
          </a:p>
        </p:txBody>
      </p:sp>
      <p:sp>
        <p:nvSpPr>
          <p:cNvPr id="11" name="Text 9"/>
          <p:cNvSpPr/>
          <p:nvPr/>
        </p:nvSpPr>
        <p:spPr>
          <a:xfrm>
            <a:off x="1828754" y="5743577"/>
            <a:ext cx="5143372" cy="47625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800" b="1" dirty="0">
                <a:solidFill>
                  <a:srgbClr val="F1F5F9"/>
                </a:solidFill>
                <a:latin typeface="Aptos" pitchFamily="34" charset="0"/>
                <a:ea typeface="Arial" pitchFamily="34" charset="-122"/>
                <a:cs typeface="Arial" pitchFamily="34" charset="-120"/>
              </a:rPr>
              <a:t>Durante</a:t>
            </a:r>
            <a:endParaRPr lang="en-US" sz="3200" dirty="0"/>
          </a:p>
        </p:txBody>
      </p:sp>
      <p:sp>
        <p:nvSpPr>
          <p:cNvPr id="12" name="Text 10"/>
          <p:cNvSpPr/>
          <p:nvPr/>
        </p:nvSpPr>
        <p:spPr>
          <a:xfrm>
            <a:off x="6972126" y="5767389"/>
            <a:ext cx="11163020" cy="91440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700" dirty="0">
                <a:solidFill>
                  <a:srgbClr val="F1F5F9"/>
                </a:solidFill>
                <a:latin typeface="Aptos" pitchFamily="34" charset="0"/>
                <a:ea typeface="Arial" pitchFamily="34" charset="-122"/>
                <a:cs typeface="Arial" pitchFamily="34" charset="-120"/>
              </a:rPr>
              <a:t>Criar o marcador e associar os IDs conferidos.</a:t>
            </a:r>
            <a:endParaRPr lang="en-US" sz="2700" dirty="0"/>
          </a:p>
        </p:txBody>
      </p:sp>
      <p:sp>
        <p:nvSpPr>
          <p:cNvPr id="13" name="Shape 11"/>
          <p:cNvSpPr/>
          <p:nvPr/>
        </p:nvSpPr>
        <p:spPr>
          <a:xfrm>
            <a:off x="1409664" y="6781801"/>
            <a:ext cx="17144572" cy="1581150"/>
          </a:xfrm>
          <a:prstGeom prst="rect">
            <a:avLst/>
          </a:prstGeom>
          <a:solidFill>
            <a:srgbClr val="223147"/>
          </a:solidFill>
          <a:ln w="12700">
            <a:solidFill>
              <a:srgbClr val="FFFFFF">
                <a:alpha val="0"/>
              </a:srgbClr>
            </a:solidFill>
            <a:prstDash val="solid"/>
          </a:ln>
        </p:spPr>
        <p:txBody>
          <a:bodyPr/>
          <a:lstStyle/>
          <a:p>
            <a:endParaRPr lang="en-US"/>
          </a:p>
        </p:txBody>
      </p:sp>
      <p:sp>
        <p:nvSpPr>
          <p:cNvPr id="14" name="Shape 12"/>
          <p:cNvSpPr/>
          <p:nvPr/>
        </p:nvSpPr>
        <p:spPr>
          <a:xfrm>
            <a:off x="1409664" y="8353424"/>
            <a:ext cx="17144572" cy="0"/>
          </a:xfrm>
          <a:prstGeom prst="line">
            <a:avLst/>
          </a:prstGeom>
          <a:solidFill>
            <a:srgbClr val="111C2D">
              <a:alpha val="0"/>
            </a:srgbClr>
          </a:solidFill>
          <a:ln w="9525">
            <a:solidFill>
              <a:srgbClr val="CBD5E1"/>
            </a:solidFill>
            <a:prstDash val="solid"/>
          </a:ln>
        </p:spPr>
        <p:txBody>
          <a:bodyPr/>
          <a:lstStyle/>
          <a:p>
            <a:endParaRPr lang="en-US"/>
          </a:p>
        </p:txBody>
      </p:sp>
      <p:sp>
        <p:nvSpPr>
          <p:cNvPr id="15" name="Text 13"/>
          <p:cNvSpPr/>
          <p:nvPr/>
        </p:nvSpPr>
        <p:spPr>
          <a:xfrm>
            <a:off x="1828754" y="7324725"/>
            <a:ext cx="5143372" cy="47625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800" b="1" dirty="0">
                <a:solidFill>
                  <a:srgbClr val="F1F5F9"/>
                </a:solidFill>
                <a:latin typeface="Aptos" pitchFamily="34" charset="0"/>
                <a:ea typeface="Arial" pitchFamily="34" charset="-122"/>
                <a:cs typeface="Arial" pitchFamily="34" charset="-120"/>
              </a:rPr>
              <a:t>Gravação</a:t>
            </a:r>
            <a:endParaRPr lang="en-US" sz="3200" dirty="0"/>
          </a:p>
        </p:txBody>
      </p:sp>
      <p:sp>
        <p:nvSpPr>
          <p:cNvPr id="16" name="Text 14"/>
          <p:cNvSpPr/>
          <p:nvPr/>
        </p:nvSpPr>
        <p:spPr>
          <a:xfrm>
            <a:off x="6972126" y="7348539"/>
            <a:ext cx="11163020" cy="91440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700" dirty="0">
                <a:solidFill>
                  <a:srgbClr val="F1F5F9"/>
                </a:solidFill>
                <a:latin typeface="Aptos" pitchFamily="34" charset="0"/>
                <a:ea typeface="Arial" pitchFamily="34" charset="-122"/>
                <a:cs typeface="Arial" pitchFamily="34" charset="-120"/>
              </a:rPr>
              <a:t>Conferir persisted e os registros de criação e vínculo.</a:t>
            </a:r>
            <a:endParaRPr lang="en-US" sz="2700" dirty="0"/>
          </a:p>
        </p:txBody>
      </p:sp>
      <p:sp>
        <p:nvSpPr>
          <p:cNvPr id="17" name="Shape 15"/>
          <p:cNvSpPr/>
          <p:nvPr/>
        </p:nvSpPr>
        <p:spPr>
          <a:xfrm>
            <a:off x="1409664" y="9934574"/>
            <a:ext cx="17144572" cy="0"/>
          </a:xfrm>
          <a:prstGeom prst="line">
            <a:avLst/>
          </a:prstGeom>
          <a:solidFill>
            <a:srgbClr val="111C2D">
              <a:alpha val="0"/>
            </a:srgbClr>
          </a:solidFill>
          <a:ln w="9525">
            <a:solidFill>
              <a:srgbClr val="CBD5E1"/>
            </a:solidFill>
            <a:prstDash val="solid"/>
          </a:ln>
        </p:spPr>
        <p:txBody>
          <a:bodyPr/>
          <a:lstStyle/>
          <a:p>
            <a:endParaRPr lang="en-US"/>
          </a:p>
        </p:txBody>
      </p:sp>
      <p:sp>
        <p:nvSpPr>
          <p:cNvPr id="18" name="Text 16"/>
          <p:cNvSpPr/>
          <p:nvPr/>
        </p:nvSpPr>
        <p:spPr>
          <a:xfrm>
            <a:off x="1828754" y="8905875"/>
            <a:ext cx="5143372" cy="47625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800" b="1" dirty="0">
                <a:solidFill>
                  <a:srgbClr val="F1F5F9"/>
                </a:solidFill>
                <a:latin typeface="Aptos" pitchFamily="34" charset="0"/>
                <a:ea typeface="Arial" pitchFamily="34" charset="-122"/>
                <a:cs typeface="Arial" pitchFamily="34" charset="-120"/>
              </a:rPr>
              <a:t>Reabertura</a:t>
            </a:r>
            <a:endParaRPr lang="en-US" sz="3200" dirty="0"/>
          </a:p>
        </p:txBody>
      </p:sp>
      <p:sp>
        <p:nvSpPr>
          <p:cNvPr id="19" name="Text 17"/>
          <p:cNvSpPr/>
          <p:nvPr/>
        </p:nvSpPr>
        <p:spPr>
          <a:xfrm>
            <a:off x="6972126" y="8929689"/>
            <a:ext cx="11163020" cy="91440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700" dirty="0">
                <a:solidFill>
                  <a:srgbClr val="F1F5F9"/>
                </a:solidFill>
                <a:latin typeface="Aptos" pitchFamily="34" charset="0"/>
                <a:ea typeface="Arial" pitchFamily="34" charset="-122"/>
                <a:cs typeface="Arial" pitchFamily="34" charset="-120"/>
              </a:rPr>
              <a:t>Encerrar o servidor e abrir a GUI do caso.</a:t>
            </a:r>
            <a:endParaRPr lang="en-US" sz="2700" dirty="0"/>
          </a:p>
        </p:txBody>
      </p:sp>
      <p:sp>
        <p:nvSpPr>
          <p:cNvPr id="20" name="Shape 18"/>
          <p:cNvSpPr/>
          <p:nvPr/>
        </p:nvSpPr>
        <p:spPr>
          <a:xfrm>
            <a:off x="1409664" y="9944101"/>
            <a:ext cx="17144572" cy="1581150"/>
          </a:xfrm>
          <a:prstGeom prst="rect">
            <a:avLst/>
          </a:prstGeom>
          <a:solidFill>
            <a:srgbClr val="223147"/>
          </a:solidFill>
          <a:ln w="12700">
            <a:solidFill>
              <a:srgbClr val="FFFFFF">
                <a:alpha val="0"/>
              </a:srgbClr>
            </a:solidFill>
            <a:prstDash val="solid"/>
          </a:ln>
        </p:spPr>
        <p:txBody>
          <a:bodyPr/>
          <a:lstStyle/>
          <a:p>
            <a:endParaRPr lang="en-US"/>
          </a:p>
        </p:txBody>
      </p:sp>
      <p:sp>
        <p:nvSpPr>
          <p:cNvPr id="21" name="Shape 19"/>
          <p:cNvSpPr/>
          <p:nvPr/>
        </p:nvSpPr>
        <p:spPr>
          <a:xfrm>
            <a:off x="1409664" y="11515726"/>
            <a:ext cx="17144572" cy="0"/>
          </a:xfrm>
          <a:prstGeom prst="line">
            <a:avLst/>
          </a:prstGeom>
          <a:solidFill>
            <a:srgbClr val="111C2D">
              <a:alpha val="0"/>
            </a:srgbClr>
          </a:solidFill>
          <a:ln w="9525">
            <a:solidFill>
              <a:srgbClr val="CBD5E1"/>
            </a:solidFill>
            <a:prstDash val="solid"/>
          </a:ln>
        </p:spPr>
        <p:txBody>
          <a:bodyPr/>
          <a:lstStyle/>
          <a:p>
            <a:endParaRPr lang="en-US"/>
          </a:p>
        </p:txBody>
      </p:sp>
      <p:sp>
        <p:nvSpPr>
          <p:cNvPr id="22" name="Text 20"/>
          <p:cNvSpPr/>
          <p:nvPr/>
        </p:nvSpPr>
        <p:spPr>
          <a:xfrm>
            <a:off x="1828754" y="10487027"/>
            <a:ext cx="5143372" cy="47625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800" b="1" dirty="0">
                <a:solidFill>
                  <a:srgbClr val="F1F5F9"/>
                </a:solidFill>
                <a:latin typeface="Aptos" pitchFamily="34" charset="0"/>
                <a:ea typeface="Arial" pitchFamily="34" charset="-122"/>
                <a:cs typeface="Arial" pitchFamily="34" charset="-120"/>
              </a:rPr>
              <a:t>Verificação</a:t>
            </a:r>
            <a:endParaRPr lang="en-US" sz="3200" dirty="0"/>
          </a:p>
        </p:txBody>
      </p:sp>
      <p:sp>
        <p:nvSpPr>
          <p:cNvPr id="23" name="Text 21"/>
          <p:cNvSpPr/>
          <p:nvPr/>
        </p:nvSpPr>
        <p:spPr>
          <a:xfrm>
            <a:off x="6972126" y="10510839"/>
            <a:ext cx="11163020" cy="91440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700" dirty="0">
                <a:solidFill>
                  <a:srgbClr val="F1F5F9"/>
                </a:solidFill>
                <a:latin typeface="Aptos" pitchFamily="34" charset="0"/>
                <a:ea typeface="Arial" pitchFamily="34" charset="-122"/>
                <a:cs typeface="Arial" pitchFamily="34" charset="-120"/>
              </a:rPr>
              <a:t>Selecionar o marcador, conferir comentário e itens.</a:t>
            </a:r>
            <a:endParaRPr lang="en-US" sz="2700" dirty="0"/>
          </a:p>
        </p:txBody>
      </p:sp>
      <p:sp>
        <p:nvSpPr>
          <p:cNvPr id="24" name="Text 22"/>
          <p:cNvSpPr/>
          <p:nvPr/>
        </p:nvSpPr>
        <p:spPr>
          <a:xfrm>
            <a:off x="1409664" y="12458701"/>
            <a:ext cx="17373600" cy="5943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400" dirty="0">
                <a:solidFill>
                  <a:srgbClr val="F1F5F9"/>
                </a:solidFill>
                <a:latin typeface="Aptos" pitchFamily="34" charset="0"/>
                <a:ea typeface="Arial" pitchFamily="34" charset="-122"/>
                <a:cs typeface="Arial" pitchFamily="34" charset="-120"/>
              </a:rPr>
              <a:t>Uma nova JVM nos testes também confirma que o estado foi persistido.</a:t>
            </a:r>
            <a:endParaRPr lang="en-US" sz="2600" dirty="0"/>
          </a:p>
        </p:txBody>
      </p:sp>
      <p:sp>
        <p:nvSpPr>
          <p:cNvPr id="25" name="TextBox 24"/>
          <p:cNvSpPr txBox="1"/>
          <p:nvPr/>
        </p:nvSpPr>
        <p:spPr>
          <a:xfrm>
            <a:off x="21214080" y="12344400"/>
            <a:ext cx="2286000" cy="502920"/>
          </a:xfrm>
          <a:prstGeom prst="rect">
            <a:avLst/>
          </a:prstGeom>
          <a:noFill/>
        </p:spPr>
        <p:txBody>
          <a:bodyPr wrap="none" lIns="0" tIns="0" rIns="0" bIns="0">
            <a:noAutofit/>
          </a:bodyPr>
          <a:lstStyle/>
          <a:p>
            <a:pPr>
              <a:lnSpc>
                <a:spcPct val="108000"/>
              </a:lnSpc>
              <a:spcBef>
                <a:spcPts val="0"/>
              </a:spcBef>
              <a:spcAft>
                <a:spcPts val="0"/>
              </a:spcAft>
            </a:pPr>
            <a:r>
              <a:rPr lang="en-US" sz="2200">
                <a:solidFill>
                  <a:srgbClr val="15243B"/>
                </a:solidFill>
                <a:latin typeface="Aptos"/>
              </a:rPr>
              <a:t>51 / 70</a:t>
            </a:r>
            <a:endParaRPr sz="2200">
              <a:solidFill>
                <a:srgbClr val="15243B"/>
              </a:solidFill>
              <a:latin typeface="Aptos"/>
            </a:endParaRP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hape 0"/>
          <p:cNvSpPr/>
          <p:nvPr/>
        </p:nvSpPr>
        <p:spPr>
          <a:xfrm>
            <a:off x="1" y="0"/>
            <a:ext cx="24383390" cy="13716000"/>
          </a:xfrm>
          <a:prstGeom prst="rect">
            <a:avLst/>
          </a:prstGeom>
          <a:solidFill>
            <a:srgbClr val="0B2D5C"/>
          </a:solidFill>
          <a:ln w="12700">
            <a:solidFill>
              <a:srgbClr val="FFFFFF">
                <a:alpha val="0"/>
              </a:srgbClr>
            </a:solidFill>
            <a:prstDash val="solid"/>
          </a:ln>
        </p:spPr>
        <p:txBody>
          <a:bodyPr/>
          <a:lstStyle/>
          <a:p>
            <a:endParaRPr lang="en-US"/>
          </a:p>
        </p:txBody>
      </p:sp>
      <p:sp>
        <p:nvSpPr>
          <p:cNvPr id="3" name="Shape 1"/>
          <p:cNvSpPr/>
          <p:nvPr/>
        </p:nvSpPr>
        <p:spPr>
          <a:xfrm>
            <a:off x="0" y="0"/>
            <a:ext cx="19811504" cy="1219200"/>
          </a:xfrm>
          <a:prstGeom prst="rect">
            <a:avLst/>
          </a:prstGeom>
          <a:solidFill>
            <a:srgbClr val="D9DCDF"/>
          </a:solidFill>
          <a:ln w="12700">
            <a:solidFill>
              <a:srgbClr val="FFFFFF">
                <a:alpha val="0"/>
              </a:srgbClr>
            </a:solidFill>
            <a:prstDash val="solid"/>
          </a:ln>
        </p:spPr>
        <p:txBody>
          <a:bodyPr/>
          <a:lstStyle/>
          <a:p>
            <a:endParaRPr lang="en-US"/>
          </a:p>
        </p:txBody>
      </p:sp>
      <p:sp>
        <p:nvSpPr>
          <p:cNvPr id="4" name="Shape 2"/>
          <p:cNvSpPr/>
          <p:nvPr/>
        </p:nvSpPr>
        <p:spPr>
          <a:xfrm>
            <a:off x="20382990" y="0"/>
            <a:ext cx="4000400" cy="13716000"/>
          </a:xfrm>
          <a:prstGeom prst="rect">
            <a:avLst/>
          </a:prstGeom>
          <a:solidFill>
            <a:srgbClr val="F9B000"/>
          </a:solidFill>
          <a:ln w="12700">
            <a:solidFill>
              <a:srgbClr val="FFFFFF">
                <a:alpha val="0"/>
              </a:srgbClr>
            </a:solidFill>
            <a:prstDash val="solid"/>
          </a:ln>
        </p:spPr>
        <p:txBody>
          <a:bodyPr/>
          <a:lstStyle/>
          <a:p>
            <a:endParaRPr lang="en-US"/>
          </a:p>
        </p:txBody>
      </p:sp>
      <p:sp>
        <p:nvSpPr>
          <p:cNvPr id="5" name="Text 3"/>
          <p:cNvSpPr/>
          <p:nvPr/>
        </p:nvSpPr>
        <p:spPr>
          <a:xfrm>
            <a:off x="1714459" y="4286251"/>
            <a:ext cx="19216802" cy="164592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5400" b="1" dirty="0">
                <a:solidFill>
                  <a:srgbClr val="68BDF4"/>
                </a:solidFill>
                <a:latin typeface="Aptos Display" pitchFamily="34" charset="0"/>
                <a:ea typeface="Arial" pitchFamily="34" charset="-122"/>
                <a:cs typeface="Arial" pitchFamily="34" charset="-120"/>
              </a:rPr>
              <a:t>Segundo intervalo</a:t>
            </a:r>
            <a:endParaRPr lang="en-US" sz="8700" dirty="0"/>
          </a:p>
        </p:txBody>
      </p:sp>
      <p:sp>
        <p:nvSpPr>
          <p:cNvPr id="6" name="Text 4"/>
          <p:cNvSpPr/>
          <p:nvPr/>
        </p:nvSpPr>
        <p:spPr>
          <a:xfrm>
            <a:off x="1752556" y="6191250"/>
            <a:ext cx="3016968" cy="64770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3600" b="1" dirty="0">
                <a:solidFill>
                  <a:srgbClr val="F9B000"/>
                </a:solidFill>
                <a:latin typeface="Aptos" pitchFamily="34" charset="0"/>
                <a:ea typeface="Arial" pitchFamily="34" charset="-122"/>
                <a:cs typeface="Arial" pitchFamily="34" charset="-120"/>
              </a:rPr>
              <a:t>20 minutos</a:t>
            </a:r>
            <a:endParaRPr lang="en-US" sz="4500" dirty="0"/>
          </a:p>
        </p:txBody>
      </p:sp>
      <p:sp>
        <p:nvSpPr>
          <p:cNvPr id="7" name="Shape 5"/>
          <p:cNvSpPr/>
          <p:nvPr/>
        </p:nvSpPr>
        <p:spPr>
          <a:xfrm>
            <a:off x="1752557" y="7239000"/>
            <a:ext cx="3524162" cy="114300"/>
          </a:xfrm>
          <a:prstGeom prst="rect">
            <a:avLst/>
          </a:prstGeom>
          <a:solidFill>
            <a:srgbClr val="F9B000"/>
          </a:solidFill>
          <a:ln w="12700">
            <a:solidFill>
              <a:srgbClr val="FFFFFF">
                <a:alpha val="0"/>
              </a:srgbClr>
            </a:solidFill>
            <a:prstDash val="solid"/>
          </a:ln>
        </p:spPr>
        <p:txBody>
          <a:bodyPr/>
          <a:lstStyle/>
          <a:p>
            <a:endParaRPr lang="en-US"/>
          </a:p>
        </p:txBody>
      </p:sp>
      <p:sp>
        <p:nvSpPr>
          <p:cNvPr id="8" name="TextBox 7"/>
          <p:cNvSpPr txBox="1"/>
          <p:nvPr/>
        </p:nvSpPr>
        <p:spPr>
          <a:xfrm>
            <a:off x="21214080" y="12344400"/>
            <a:ext cx="2286000" cy="502920"/>
          </a:xfrm>
          <a:prstGeom prst="rect">
            <a:avLst/>
          </a:prstGeom>
          <a:noFill/>
        </p:spPr>
        <p:txBody>
          <a:bodyPr wrap="none" lIns="0" tIns="0" rIns="0" bIns="0">
            <a:noAutofit/>
          </a:bodyPr>
          <a:lstStyle/>
          <a:p>
            <a:pPr>
              <a:lnSpc>
                <a:spcPct val="108000"/>
              </a:lnSpc>
              <a:spcBef>
                <a:spcPts val="0"/>
              </a:spcBef>
              <a:spcAft>
                <a:spcPts val="0"/>
              </a:spcAft>
            </a:pPr>
            <a:r>
              <a:rPr lang="en-US" sz="2200">
                <a:solidFill>
                  <a:srgbClr val="15243B"/>
                </a:solidFill>
                <a:latin typeface="Aptos"/>
              </a:rPr>
              <a:t>52 / 70</a:t>
            </a:r>
            <a:endParaRPr sz="2200">
              <a:solidFill>
                <a:srgbClr val="15243B"/>
              </a:solidFill>
              <a:latin typeface="Aptos"/>
            </a:endParaRP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hape 0"/>
          <p:cNvSpPr/>
          <p:nvPr/>
        </p:nvSpPr>
        <p:spPr>
          <a:xfrm>
            <a:off x="1" y="0"/>
            <a:ext cx="24383390" cy="13716000"/>
          </a:xfrm>
          <a:prstGeom prst="rect">
            <a:avLst/>
          </a:prstGeom>
          <a:solidFill>
            <a:srgbClr val="111C2D"/>
          </a:solidFill>
          <a:ln w="12700">
            <a:solidFill>
              <a:srgbClr val="FFFFFF">
                <a:alpha val="0"/>
              </a:srgbClr>
            </a:solidFill>
            <a:prstDash val="solid"/>
          </a:ln>
        </p:spPr>
        <p:txBody>
          <a:bodyPr/>
          <a:lstStyle/>
          <a:p>
            <a:endParaRPr lang="en-US"/>
          </a:p>
        </p:txBody>
      </p:sp>
      <p:sp>
        <p:nvSpPr>
          <p:cNvPr id="3" name="Shape 1"/>
          <p:cNvSpPr/>
          <p:nvPr/>
        </p:nvSpPr>
        <p:spPr>
          <a:xfrm>
            <a:off x="0" y="0"/>
            <a:ext cx="19811504" cy="1219200"/>
          </a:xfrm>
          <a:prstGeom prst="rect">
            <a:avLst/>
          </a:prstGeom>
          <a:solidFill>
            <a:srgbClr val="D9DCDF"/>
          </a:solidFill>
          <a:ln w="12700">
            <a:solidFill>
              <a:srgbClr val="FFFFFF">
                <a:alpha val="0"/>
              </a:srgbClr>
            </a:solidFill>
            <a:prstDash val="solid"/>
          </a:ln>
        </p:spPr>
        <p:txBody>
          <a:bodyPr/>
          <a:lstStyle/>
          <a:p>
            <a:endParaRPr lang="en-US"/>
          </a:p>
        </p:txBody>
      </p:sp>
      <p:sp>
        <p:nvSpPr>
          <p:cNvPr id="4" name="Shape 2"/>
          <p:cNvSpPr/>
          <p:nvPr/>
        </p:nvSpPr>
        <p:spPr>
          <a:xfrm>
            <a:off x="20382990" y="0"/>
            <a:ext cx="4000400" cy="13716000"/>
          </a:xfrm>
          <a:prstGeom prst="rect">
            <a:avLst/>
          </a:prstGeom>
          <a:solidFill>
            <a:srgbClr val="F9B000"/>
          </a:solidFill>
          <a:ln w="12700">
            <a:solidFill>
              <a:srgbClr val="FFFFFF">
                <a:alpha val="0"/>
              </a:srgbClr>
            </a:solidFill>
            <a:prstDash val="solid"/>
          </a:ln>
        </p:spPr>
        <p:txBody>
          <a:bodyPr/>
          <a:lstStyle/>
          <a:p>
            <a:endParaRPr lang="en-US"/>
          </a:p>
        </p:txBody>
      </p:sp>
      <p:sp>
        <p:nvSpPr>
          <p:cNvPr id="5" name="Text 3"/>
          <p:cNvSpPr/>
          <p:nvPr/>
        </p:nvSpPr>
        <p:spPr>
          <a:xfrm>
            <a:off x="1371567" y="1676401"/>
            <a:ext cx="17525562" cy="164592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5400" b="1" dirty="0">
                <a:solidFill>
                  <a:srgbClr val="68BDF4"/>
                </a:solidFill>
                <a:latin typeface="Aptos Display" pitchFamily="34" charset="0"/>
                <a:ea typeface="Arial" pitchFamily="34" charset="-122"/>
                <a:cs typeface="Arial" pitchFamily="34" charset="-120"/>
              </a:rPr>
              <a:t>Execução dos testes locais</a:t>
            </a:r>
            <a:endParaRPr lang="en-US" sz="5700" dirty="0"/>
          </a:p>
        </p:txBody>
      </p:sp>
      <p:sp>
        <p:nvSpPr>
          <p:cNvPr id="6" name="Shape 4"/>
          <p:cNvSpPr/>
          <p:nvPr/>
        </p:nvSpPr>
        <p:spPr>
          <a:xfrm>
            <a:off x="1409665" y="3524250"/>
            <a:ext cx="12115800" cy="7810500"/>
          </a:xfrm>
          <a:prstGeom prst="rect">
            <a:avLst/>
          </a:prstGeom>
          <a:solidFill>
            <a:srgbClr val="0B2D5C"/>
          </a:solidFill>
          <a:ln w="12700">
            <a:solidFill>
              <a:srgbClr val="FFFFFF">
                <a:alpha val="0"/>
              </a:srgbClr>
            </a:solidFill>
            <a:prstDash val="solid"/>
          </a:ln>
        </p:spPr>
        <p:txBody>
          <a:bodyPr/>
          <a:lstStyle/>
          <a:p>
            <a:endParaRPr lang="en-US"/>
          </a:p>
        </p:txBody>
      </p:sp>
      <p:sp>
        <p:nvSpPr>
          <p:cNvPr id="7" name="Text 5"/>
          <p:cNvSpPr/>
          <p:nvPr/>
        </p:nvSpPr>
        <p:spPr>
          <a:xfrm>
            <a:off x="1783080" y="3767328"/>
            <a:ext cx="11567160" cy="7406640"/>
          </a:xfrm>
          <a:prstGeom prst="rect">
            <a:avLst/>
          </a:prstGeom>
          <a:noFill/>
          <a:ln/>
        </p:spPr>
        <p:txBody>
          <a:bodyPr wrap="non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Diagnóstico do IPED e do catálogo MCP:</a:t>
            </a:r>
            <a:endParaRPr lang="en-US" sz="2600" dirty="0">
              <a:solidFill>
                <a:srgbClr val="F1F5F9"/>
              </a:solidFill>
              <a:latin typeface="Consolas" pitchFamily="34" charset="0"/>
              <a:ea typeface="Consolas" pitchFamily="34" charset="-122"/>
              <a:cs typeface="Consolas" pitchFamily="34" charset="-120"/>
            </a:endParaRP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.\.venv\Scripts\python.exe inspecionar_mcp.py</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Consulta escolhida pelo investigador:</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.\.venv\Scripts\python.exe `</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inspecionar_mcp.py --query 'aurora'</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Texto multiformato, Unicode e marcadores:</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.\.venv\Scripts\python.exe testar_integracao.py</a:t>
            </a:r>
          </a:p>
        </p:txBody>
      </p:sp>
      <p:sp>
        <p:nvSpPr>
          <p:cNvPr id="8" name="Shape 6"/>
          <p:cNvSpPr/>
          <p:nvPr/>
        </p:nvSpPr>
        <p:spPr>
          <a:xfrm>
            <a:off x="13620410" y="3524250"/>
            <a:ext cx="4952876" cy="1484412"/>
          </a:xfrm>
          <a:prstGeom prst="rect">
            <a:avLst/>
          </a:prstGeom>
          <a:solidFill>
            <a:srgbClr val="223147"/>
          </a:solidFill>
          <a:ln w="12700">
            <a:solidFill>
              <a:srgbClr val="FFFFFF">
                <a:alpha val="0"/>
              </a:srgbClr>
            </a:solidFill>
            <a:prstDash val="solid"/>
          </a:ln>
        </p:spPr>
        <p:txBody>
          <a:bodyPr/>
          <a:lstStyle/>
          <a:p>
            <a:endParaRPr lang="en-US"/>
          </a:p>
        </p:txBody>
      </p:sp>
      <p:sp>
        <p:nvSpPr>
          <p:cNvPr id="9" name="Shape 7"/>
          <p:cNvSpPr/>
          <p:nvPr/>
        </p:nvSpPr>
        <p:spPr>
          <a:xfrm>
            <a:off x="13687082" y="3524250"/>
            <a:ext cx="0" cy="1484412"/>
          </a:xfrm>
          <a:prstGeom prst="line">
            <a:avLst/>
          </a:prstGeom>
          <a:solidFill>
            <a:srgbClr val="111C2D">
              <a:alpha val="0"/>
            </a:srgbClr>
          </a:solidFill>
          <a:ln w="66675">
            <a:solidFill>
              <a:srgbClr val="F9B000"/>
            </a:solidFill>
            <a:prstDash val="solid"/>
          </a:ln>
        </p:spPr>
        <p:txBody>
          <a:bodyPr/>
          <a:lstStyle/>
          <a:p>
            <a:endParaRPr lang="en-US"/>
          </a:p>
        </p:txBody>
      </p:sp>
      <p:sp>
        <p:nvSpPr>
          <p:cNvPr id="10" name="Text 8"/>
          <p:cNvSpPr/>
          <p:nvPr/>
        </p:nvSpPr>
        <p:spPr>
          <a:xfrm>
            <a:off x="14096649" y="3867150"/>
            <a:ext cx="4133746" cy="41910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700" b="1" dirty="0">
                <a:solidFill>
                  <a:srgbClr val="F1F5F9"/>
                </a:solidFill>
                <a:latin typeface="Aptos" pitchFamily="34" charset="0"/>
                <a:ea typeface="Arial" pitchFamily="34" charset="-122"/>
                <a:cs typeface="Arial" pitchFamily="34" charset="-120"/>
              </a:rPr>
              <a:t>Caso</a:t>
            </a:r>
            <a:endParaRPr lang="en-US" sz="2900" dirty="0"/>
          </a:p>
        </p:txBody>
      </p:sp>
      <p:sp>
        <p:nvSpPr>
          <p:cNvPr id="11" name="Text 9"/>
          <p:cNvSpPr/>
          <p:nvPr/>
        </p:nvSpPr>
        <p:spPr>
          <a:xfrm>
            <a:off x="14096649" y="4286250"/>
            <a:ext cx="4133746" cy="8229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300" dirty="0">
                <a:solidFill>
                  <a:srgbClr val="F1F5F9"/>
                </a:solidFill>
                <a:latin typeface="Aptos" pitchFamily="34" charset="0"/>
                <a:ea typeface="Arial" pitchFamily="34" charset="-122"/>
                <a:cs typeface="Arial" pitchFamily="34" charset="-120"/>
              </a:rPr>
              <a:t>Processamento concluído no IPED.</a:t>
            </a:r>
            <a:endParaRPr lang="en-US" sz="2300" dirty="0"/>
          </a:p>
        </p:txBody>
      </p:sp>
      <p:sp>
        <p:nvSpPr>
          <p:cNvPr id="12" name="Shape 10"/>
          <p:cNvSpPr/>
          <p:nvPr/>
        </p:nvSpPr>
        <p:spPr>
          <a:xfrm>
            <a:off x="13620410" y="5313462"/>
            <a:ext cx="4952876" cy="1484412"/>
          </a:xfrm>
          <a:prstGeom prst="rect">
            <a:avLst/>
          </a:prstGeom>
          <a:solidFill>
            <a:srgbClr val="223147"/>
          </a:solidFill>
          <a:ln w="12700">
            <a:solidFill>
              <a:srgbClr val="FFFFFF">
                <a:alpha val="0"/>
              </a:srgbClr>
            </a:solidFill>
            <a:prstDash val="solid"/>
          </a:ln>
        </p:spPr>
        <p:txBody>
          <a:bodyPr/>
          <a:lstStyle/>
          <a:p>
            <a:endParaRPr lang="en-US"/>
          </a:p>
        </p:txBody>
      </p:sp>
      <p:sp>
        <p:nvSpPr>
          <p:cNvPr id="13" name="Shape 11"/>
          <p:cNvSpPr/>
          <p:nvPr/>
        </p:nvSpPr>
        <p:spPr>
          <a:xfrm>
            <a:off x="13687082" y="5313462"/>
            <a:ext cx="0" cy="1484412"/>
          </a:xfrm>
          <a:prstGeom prst="line">
            <a:avLst/>
          </a:prstGeom>
          <a:solidFill>
            <a:srgbClr val="111C2D">
              <a:alpha val="0"/>
            </a:srgbClr>
          </a:solidFill>
          <a:ln w="66675">
            <a:solidFill>
              <a:srgbClr val="F9B000"/>
            </a:solidFill>
            <a:prstDash val="solid"/>
          </a:ln>
        </p:spPr>
        <p:txBody>
          <a:bodyPr/>
          <a:lstStyle/>
          <a:p>
            <a:endParaRPr lang="en-US"/>
          </a:p>
        </p:txBody>
      </p:sp>
      <p:sp>
        <p:nvSpPr>
          <p:cNvPr id="14" name="Text 12"/>
          <p:cNvSpPr/>
          <p:nvPr/>
        </p:nvSpPr>
        <p:spPr>
          <a:xfrm>
            <a:off x="14096649" y="5656362"/>
            <a:ext cx="4133746" cy="41910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700" b="1" dirty="0">
                <a:solidFill>
                  <a:srgbClr val="F1F5F9"/>
                </a:solidFill>
                <a:latin typeface="Aptos" pitchFamily="34" charset="0"/>
                <a:ea typeface="Arial" pitchFamily="34" charset="-122"/>
                <a:cs typeface="Arial" pitchFamily="34" charset="-120"/>
              </a:rPr>
              <a:t>Formatos</a:t>
            </a:r>
            <a:endParaRPr lang="en-US" sz="2900" dirty="0"/>
          </a:p>
        </p:txBody>
      </p:sp>
      <p:sp>
        <p:nvSpPr>
          <p:cNvPr id="15" name="Text 13"/>
          <p:cNvSpPr/>
          <p:nvPr/>
        </p:nvSpPr>
        <p:spPr>
          <a:xfrm>
            <a:off x="14096649" y="6075462"/>
            <a:ext cx="4133746" cy="8229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300" dirty="0">
                <a:solidFill>
                  <a:srgbClr val="F1F5F9"/>
                </a:solidFill>
                <a:latin typeface="Aptos" pitchFamily="34" charset="0"/>
                <a:ea typeface="Arial" pitchFamily="34" charset="-122"/>
                <a:cs typeface="Arial" pitchFamily="34" charset="-120"/>
              </a:rPr>
              <a:t>PDF, DOCX, HTML e EML.</a:t>
            </a:r>
            <a:endParaRPr lang="en-US" sz="2300" dirty="0"/>
          </a:p>
        </p:txBody>
      </p:sp>
      <p:sp>
        <p:nvSpPr>
          <p:cNvPr id="16" name="Shape 14"/>
          <p:cNvSpPr/>
          <p:nvPr/>
        </p:nvSpPr>
        <p:spPr>
          <a:xfrm>
            <a:off x="13620410" y="7102674"/>
            <a:ext cx="4952876" cy="1484412"/>
          </a:xfrm>
          <a:prstGeom prst="rect">
            <a:avLst/>
          </a:prstGeom>
          <a:solidFill>
            <a:srgbClr val="223147"/>
          </a:solidFill>
          <a:ln w="12700">
            <a:solidFill>
              <a:srgbClr val="FFFFFF">
                <a:alpha val="0"/>
              </a:srgbClr>
            </a:solidFill>
            <a:prstDash val="solid"/>
          </a:ln>
        </p:spPr>
        <p:txBody>
          <a:bodyPr/>
          <a:lstStyle/>
          <a:p>
            <a:endParaRPr lang="en-US"/>
          </a:p>
        </p:txBody>
      </p:sp>
      <p:sp>
        <p:nvSpPr>
          <p:cNvPr id="17" name="Shape 15"/>
          <p:cNvSpPr/>
          <p:nvPr/>
        </p:nvSpPr>
        <p:spPr>
          <a:xfrm>
            <a:off x="13687082" y="7102674"/>
            <a:ext cx="0" cy="1484412"/>
          </a:xfrm>
          <a:prstGeom prst="line">
            <a:avLst/>
          </a:prstGeom>
          <a:solidFill>
            <a:srgbClr val="111C2D">
              <a:alpha val="0"/>
            </a:srgbClr>
          </a:solidFill>
          <a:ln w="66675">
            <a:solidFill>
              <a:srgbClr val="F9B000"/>
            </a:solidFill>
            <a:prstDash val="solid"/>
          </a:ln>
        </p:spPr>
        <p:txBody>
          <a:bodyPr/>
          <a:lstStyle/>
          <a:p>
            <a:endParaRPr lang="en-US"/>
          </a:p>
        </p:txBody>
      </p:sp>
      <p:sp>
        <p:nvSpPr>
          <p:cNvPr id="18" name="Text 16"/>
          <p:cNvSpPr/>
          <p:nvPr/>
        </p:nvSpPr>
        <p:spPr>
          <a:xfrm>
            <a:off x="14096649" y="7445574"/>
            <a:ext cx="4133746" cy="41910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700" b="1" dirty="0">
                <a:solidFill>
                  <a:srgbClr val="F1F5F9"/>
                </a:solidFill>
                <a:latin typeface="Aptos" pitchFamily="34" charset="0"/>
                <a:ea typeface="Arial" pitchFamily="34" charset="-122"/>
                <a:cs typeface="Arial" pitchFamily="34" charset="-120"/>
              </a:rPr>
              <a:t>Unicode</a:t>
            </a:r>
            <a:endParaRPr lang="en-US" sz="2900" dirty="0"/>
          </a:p>
        </p:txBody>
      </p:sp>
      <p:sp>
        <p:nvSpPr>
          <p:cNvPr id="19" name="Text 17"/>
          <p:cNvSpPr/>
          <p:nvPr/>
        </p:nvSpPr>
        <p:spPr>
          <a:xfrm>
            <a:off x="14096649" y="7864674"/>
            <a:ext cx="4133746" cy="8229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300" dirty="0">
                <a:solidFill>
                  <a:srgbClr val="F1F5F9"/>
                </a:solidFill>
                <a:latin typeface="Aptos" pitchFamily="34" charset="0"/>
                <a:ea typeface="Arial" pitchFamily="34" charset="-122"/>
                <a:cs typeface="Arial" pitchFamily="34" charset="-120"/>
              </a:rPr>
              <a:t>Continuação acima de 64 mil.</a:t>
            </a:r>
            <a:endParaRPr lang="en-US" sz="2300" dirty="0"/>
          </a:p>
        </p:txBody>
      </p:sp>
      <p:sp>
        <p:nvSpPr>
          <p:cNvPr id="20" name="Shape 18"/>
          <p:cNvSpPr/>
          <p:nvPr/>
        </p:nvSpPr>
        <p:spPr>
          <a:xfrm>
            <a:off x="13620410" y="8891886"/>
            <a:ext cx="4952876" cy="1484412"/>
          </a:xfrm>
          <a:prstGeom prst="rect">
            <a:avLst/>
          </a:prstGeom>
          <a:solidFill>
            <a:srgbClr val="223147"/>
          </a:solidFill>
          <a:ln w="12700">
            <a:solidFill>
              <a:srgbClr val="FFFFFF">
                <a:alpha val="0"/>
              </a:srgbClr>
            </a:solidFill>
            <a:prstDash val="solid"/>
          </a:ln>
        </p:spPr>
        <p:txBody>
          <a:bodyPr/>
          <a:lstStyle/>
          <a:p>
            <a:endParaRPr lang="en-US"/>
          </a:p>
        </p:txBody>
      </p:sp>
      <p:sp>
        <p:nvSpPr>
          <p:cNvPr id="21" name="Shape 19"/>
          <p:cNvSpPr/>
          <p:nvPr/>
        </p:nvSpPr>
        <p:spPr>
          <a:xfrm>
            <a:off x="13687082" y="8891886"/>
            <a:ext cx="0" cy="1484412"/>
          </a:xfrm>
          <a:prstGeom prst="line">
            <a:avLst/>
          </a:prstGeom>
          <a:solidFill>
            <a:srgbClr val="111C2D">
              <a:alpha val="0"/>
            </a:srgbClr>
          </a:solidFill>
          <a:ln w="66675">
            <a:solidFill>
              <a:srgbClr val="F9B000"/>
            </a:solidFill>
            <a:prstDash val="solid"/>
          </a:ln>
        </p:spPr>
        <p:txBody>
          <a:bodyPr/>
          <a:lstStyle/>
          <a:p>
            <a:endParaRPr lang="en-US"/>
          </a:p>
        </p:txBody>
      </p:sp>
      <p:sp>
        <p:nvSpPr>
          <p:cNvPr id="22" name="Text 20"/>
          <p:cNvSpPr/>
          <p:nvPr/>
        </p:nvSpPr>
        <p:spPr>
          <a:xfrm>
            <a:off x="14096649" y="9234786"/>
            <a:ext cx="4133746" cy="41910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700" b="1" dirty="0">
                <a:solidFill>
                  <a:srgbClr val="F1F5F9"/>
                </a:solidFill>
                <a:latin typeface="Aptos" pitchFamily="34" charset="0"/>
                <a:ea typeface="Arial" pitchFamily="34" charset="-122"/>
                <a:cs typeface="Arial" pitchFamily="34" charset="-120"/>
              </a:rPr>
              <a:t>Marcadores</a:t>
            </a:r>
            <a:endParaRPr lang="en-US" sz="2900" dirty="0"/>
          </a:p>
        </p:txBody>
      </p:sp>
      <p:sp>
        <p:nvSpPr>
          <p:cNvPr id="23" name="Text 21"/>
          <p:cNvSpPr/>
          <p:nvPr/>
        </p:nvSpPr>
        <p:spPr>
          <a:xfrm>
            <a:off x="14096649" y="9653886"/>
            <a:ext cx="4133746" cy="8229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300" dirty="0">
                <a:solidFill>
                  <a:srgbClr val="F1F5F9"/>
                </a:solidFill>
                <a:latin typeface="Aptos" pitchFamily="34" charset="0"/>
                <a:ea typeface="Arial" pitchFamily="34" charset="-122"/>
                <a:cs typeface="Arial" pitchFamily="34" charset="-120"/>
              </a:rPr>
              <a:t>Reabrir e conferir os vínculos.</a:t>
            </a:r>
            <a:endParaRPr lang="en-US" sz="2300" dirty="0"/>
          </a:p>
        </p:txBody>
      </p:sp>
      <p:sp>
        <p:nvSpPr>
          <p:cNvPr id="24" name="Text 22"/>
          <p:cNvSpPr/>
          <p:nvPr/>
        </p:nvSpPr>
        <p:spPr>
          <a:xfrm>
            <a:off x="1409665" y="12687300"/>
            <a:ext cx="17373600" cy="5943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400" dirty="0">
                <a:solidFill>
                  <a:srgbClr val="F1F5F9"/>
                </a:solidFill>
                <a:latin typeface="Aptos" pitchFamily="34" charset="0"/>
                <a:ea typeface="Arial" pitchFamily="34" charset="-122"/>
                <a:cs typeface="Arial" pitchFamily="34" charset="-120"/>
              </a:rPr>
              <a:t>Todos os testes de integração usam a instalação real do IPED.</a:t>
            </a:r>
            <a:endParaRPr lang="en-US" sz="2100" dirty="0"/>
          </a:p>
        </p:txBody>
      </p:sp>
      <p:sp>
        <p:nvSpPr>
          <p:cNvPr id="25" name="TextBox 24"/>
          <p:cNvSpPr txBox="1"/>
          <p:nvPr/>
        </p:nvSpPr>
        <p:spPr>
          <a:xfrm>
            <a:off x="21214080" y="12344400"/>
            <a:ext cx="2286000" cy="502920"/>
          </a:xfrm>
          <a:prstGeom prst="rect">
            <a:avLst/>
          </a:prstGeom>
          <a:noFill/>
        </p:spPr>
        <p:txBody>
          <a:bodyPr wrap="none" lIns="0" tIns="0" rIns="0" bIns="0">
            <a:noAutofit/>
          </a:bodyPr>
          <a:lstStyle/>
          <a:p>
            <a:pPr>
              <a:lnSpc>
                <a:spcPct val="108000"/>
              </a:lnSpc>
              <a:spcBef>
                <a:spcPts val="0"/>
              </a:spcBef>
              <a:spcAft>
                <a:spcPts val="0"/>
              </a:spcAft>
            </a:pPr>
            <a:r>
              <a:rPr lang="en-US" sz="2200">
                <a:solidFill>
                  <a:srgbClr val="15243B"/>
                </a:solidFill>
                <a:latin typeface="Aptos"/>
              </a:rPr>
              <a:t>53 / 70</a:t>
            </a:r>
            <a:endParaRPr sz="2200">
              <a:solidFill>
                <a:srgbClr val="15243B"/>
              </a:solidFill>
              <a:latin typeface="Aptos"/>
            </a:endParaRP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hape 0"/>
          <p:cNvSpPr/>
          <p:nvPr/>
        </p:nvSpPr>
        <p:spPr>
          <a:xfrm>
            <a:off x="1" y="0"/>
            <a:ext cx="24383390" cy="13716000"/>
          </a:xfrm>
          <a:prstGeom prst="rect">
            <a:avLst/>
          </a:prstGeom>
          <a:solidFill>
            <a:srgbClr val="111C2D"/>
          </a:solidFill>
          <a:ln w="12700">
            <a:solidFill>
              <a:srgbClr val="FFFFFF">
                <a:alpha val="0"/>
              </a:srgbClr>
            </a:solidFill>
            <a:prstDash val="solid"/>
          </a:ln>
        </p:spPr>
        <p:txBody>
          <a:bodyPr/>
          <a:lstStyle/>
          <a:p>
            <a:endParaRPr lang="en-US"/>
          </a:p>
        </p:txBody>
      </p:sp>
      <p:sp>
        <p:nvSpPr>
          <p:cNvPr id="3" name="Shape 1"/>
          <p:cNvSpPr/>
          <p:nvPr/>
        </p:nvSpPr>
        <p:spPr>
          <a:xfrm>
            <a:off x="0" y="0"/>
            <a:ext cx="19811504" cy="1219200"/>
          </a:xfrm>
          <a:prstGeom prst="rect">
            <a:avLst/>
          </a:prstGeom>
          <a:solidFill>
            <a:srgbClr val="D9DCDF"/>
          </a:solidFill>
          <a:ln w="12700">
            <a:solidFill>
              <a:srgbClr val="FFFFFF">
                <a:alpha val="0"/>
              </a:srgbClr>
            </a:solidFill>
            <a:prstDash val="solid"/>
          </a:ln>
        </p:spPr>
        <p:txBody>
          <a:bodyPr/>
          <a:lstStyle/>
          <a:p>
            <a:endParaRPr lang="en-US"/>
          </a:p>
        </p:txBody>
      </p:sp>
      <p:sp>
        <p:nvSpPr>
          <p:cNvPr id="4" name="Shape 2"/>
          <p:cNvSpPr/>
          <p:nvPr/>
        </p:nvSpPr>
        <p:spPr>
          <a:xfrm>
            <a:off x="20382990" y="0"/>
            <a:ext cx="4000400" cy="13716000"/>
          </a:xfrm>
          <a:prstGeom prst="rect">
            <a:avLst/>
          </a:prstGeom>
          <a:solidFill>
            <a:srgbClr val="F9B000"/>
          </a:solidFill>
          <a:ln w="12700">
            <a:solidFill>
              <a:srgbClr val="FFFFFF">
                <a:alpha val="0"/>
              </a:srgbClr>
            </a:solidFill>
            <a:prstDash val="solid"/>
          </a:ln>
        </p:spPr>
        <p:txBody>
          <a:bodyPr/>
          <a:lstStyle/>
          <a:p>
            <a:endParaRPr lang="en-US"/>
          </a:p>
        </p:txBody>
      </p:sp>
      <p:sp>
        <p:nvSpPr>
          <p:cNvPr id="5" name="Text 3"/>
          <p:cNvSpPr/>
          <p:nvPr/>
        </p:nvSpPr>
        <p:spPr>
          <a:xfrm>
            <a:off x="1371567" y="1676400"/>
            <a:ext cx="17525562" cy="164592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5400" b="1" dirty="0">
                <a:solidFill>
                  <a:srgbClr val="68BDF4"/>
                </a:solidFill>
                <a:latin typeface="Aptos Display" pitchFamily="34" charset="0"/>
                <a:ea typeface="Arial" pitchFamily="34" charset="-122"/>
                <a:cs typeface="Arial" pitchFamily="34" charset="-120"/>
              </a:rPr>
              <a:t>Chat Python disponível</a:t>
            </a:r>
            <a:endParaRPr lang="en-US" sz="5600" dirty="0"/>
          </a:p>
        </p:txBody>
      </p:sp>
      <p:sp>
        <p:nvSpPr>
          <p:cNvPr id="6" name="Shape 4"/>
          <p:cNvSpPr/>
          <p:nvPr/>
        </p:nvSpPr>
        <p:spPr>
          <a:xfrm>
            <a:off x="1409664" y="3619500"/>
            <a:ext cx="8400840" cy="3543300"/>
          </a:xfrm>
          <a:prstGeom prst="rect">
            <a:avLst/>
          </a:prstGeom>
          <a:solidFill>
            <a:srgbClr val="223147"/>
          </a:solidFill>
          <a:ln w="12700">
            <a:solidFill>
              <a:srgbClr val="FFFFFF">
                <a:alpha val="0"/>
              </a:srgbClr>
            </a:solidFill>
            <a:prstDash val="solid"/>
          </a:ln>
        </p:spPr>
        <p:txBody>
          <a:bodyPr/>
          <a:lstStyle/>
          <a:p>
            <a:endParaRPr lang="en-US"/>
          </a:p>
        </p:txBody>
      </p:sp>
      <p:sp>
        <p:nvSpPr>
          <p:cNvPr id="7" name="Shape 5"/>
          <p:cNvSpPr/>
          <p:nvPr/>
        </p:nvSpPr>
        <p:spPr>
          <a:xfrm>
            <a:off x="1476338" y="3619500"/>
            <a:ext cx="0" cy="3543300"/>
          </a:xfrm>
          <a:prstGeom prst="line">
            <a:avLst/>
          </a:prstGeom>
          <a:solidFill>
            <a:srgbClr val="111C2D">
              <a:alpha val="0"/>
            </a:srgbClr>
          </a:solidFill>
          <a:ln w="66675">
            <a:solidFill>
              <a:srgbClr val="0B6FBD"/>
            </a:solidFill>
            <a:prstDash val="solid"/>
          </a:ln>
        </p:spPr>
        <p:txBody>
          <a:bodyPr/>
          <a:lstStyle/>
          <a:p>
            <a:endParaRPr lang="en-US"/>
          </a:p>
        </p:txBody>
      </p:sp>
      <p:sp>
        <p:nvSpPr>
          <p:cNvPr id="8" name="Text 6"/>
          <p:cNvSpPr/>
          <p:nvPr/>
        </p:nvSpPr>
        <p:spPr>
          <a:xfrm>
            <a:off x="2000200" y="4076701"/>
            <a:ext cx="7353116" cy="51435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3200" b="1" dirty="0">
                <a:solidFill>
                  <a:srgbClr val="F1F5F9"/>
                </a:solidFill>
                <a:latin typeface="Aptos" pitchFamily="34" charset="0"/>
                <a:ea typeface="Arial" pitchFamily="34" charset="-122"/>
                <a:cs typeface="Arial" pitchFamily="34" charset="-120"/>
              </a:rPr>
              <a:t>Arquivo</a:t>
            </a:r>
            <a:endParaRPr lang="en-US" sz="3500" dirty="0"/>
          </a:p>
        </p:txBody>
      </p:sp>
      <p:sp>
        <p:nvSpPr>
          <p:cNvPr id="9" name="Text 7"/>
          <p:cNvSpPr/>
          <p:nvPr/>
        </p:nvSpPr>
        <p:spPr>
          <a:xfrm>
            <a:off x="2000200" y="4591051"/>
            <a:ext cx="7353116" cy="19659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800" dirty="0">
                <a:solidFill>
                  <a:srgbClr val="F1F5F9"/>
                </a:solidFill>
                <a:latin typeface="Aptos" pitchFamily="34" charset="0"/>
                <a:ea typeface="Arial" pitchFamily="34" charset="-122"/>
                <a:cs typeface="Arial" pitchFamily="34" charset="-120"/>
              </a:rPr>
              <a:t>chat_iped.py está incluído no pacote do laboratório.</a:t>
            </a:r>
            <a:endParaRPr lang="en-US" sz="2700" dirty="0"/>
          </a:p>
        </p:txBody>
      </p:sp>
      <p:sp>
        <p:nvSpPr>
          <p:cNvPr id="10" name="Shape 8"/>
          <p:cNvSpPr/>
          <p:nvPr/>
        </p:nvSpPr>
        <p:spPr>
          <a:xfrm>
            <a:off x="10153396" y="3619500"/>
            <a:ext cx="8400840" cy="3543300"/>
          </a:xfrm>
          <a:prstGeom prst="rect">
            <a:avLst/>
          </a:prstGeom>
          <a:solidFill>
            <a:srgbClr val="223147"/>
          </a:solidFill>
          <a:ln w="12700">
            <a:solidFill>
              <a:srgbClr val="FFFFFF">
                <a:alpha val="0"/>
              </a:srgbClr>
            </a:solidFill>
            <a:prstDash val="solid"/>
          </a:ln>
        </p:spPr>
        <p:txBody>
          <a:bodyPr/>
          <a:lstStyle/>
          <a:p>
            <a:endParaRPr lang="en-US"/>
          </a:p>
        </p:txBody>
      </p:sp>
      <p:sp>
        <p:nvSpPr>
          <p:cNvPr id="11" name="Shape 9"/>
          <p:cNvSpPr/>
          <p:nvPr/>
        </p:nvSpPr>
        <p:spPr>
          <a:xfrm>
            <a:off x="10220070" y="3619500"/>
            <a:ext cx="0" cy="3543300"/>
          </a:xfrm>
          <a:prstGeom prst="line">
            <a:avLst/>
          </a:prstGeom>
          <a:solidFill>
            <a:srgbClr val="111C2D">
              <a:alpha val="0"/>
            </a:srgbClr>
          </a:solidFill>
          <a:ln w="66675">
            <a:solidFill>
              <a:srgbClr val="0B6FBD"/>
            </a:solidFill>
            <a:prstDash val="solid"/>
          </a:ln>
        </p:spPr>
        <p:txBody>
          <a:bodyPr/>
          <a:lstStyle/>
          <a:p>
            <a:endParaRPr lang="en-US"/>
          </a:p>
        </p:txBody>
      </p:sp>
      <p:sp>
        <p:nvSpPr>
          <p:cNvPr id="12" name="Text 10"/>
          <p:cNvSpPr/>
          <p:nvPr/>
        </p:nvSpPr>
        <p:spPr>
          <a:xfrm>
            <a:off x="10743932" y="4076701"/>
            <a:ext cx="7353116" cy="51435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3200" b="1" dirty="0">
                <a:solidFill>
                  <a:srgbClr val="F1F5F9"/>
                </a:solidFill>
                <a:latin typeface="Aptos" pitchFamily="34" charset="0"/>
                <a:ea typeface="Arial" pitchFamily="34" charset="-122"/>
                <a:cs typeface="Arial" pitchFamily="34" charset="-120"/>
              </a:rPr>
              <a:t>Uso</a:t>
            </a:r>
            <a:endParaRPr lang="en-US" sz="3500" dirty="0"/>
          </a:p>
        </p:txBody>
      </p:sp>
      <p:sp>
        <p:nvSpPr>
          <p:cNvPr id="13" name="Text 11"/>
          <p:cNvSpPr/>
          <p:nvPr/>
        </p:nvSpPr>
        <p:spPr>
          <a:xfrm>
            <a:off x="10743932" y="4591051"/>
            <a:ext cx="7353116" cy="19659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800" dirty="0">
                <a:solidFill>
                  <a:srgbClr val="F1F5F9"/>
                </a:solidFill>
                <a:latin typeface="Aptos" pitchFamily="34" charset="0"/>
                <a:ea typeface="Arial" pitchFamily="34" charset="-122"/>
                <a:cs typeface="Arial" pitchFamily="34" charset="-120"/>
              </a:rPr>
              <a:t>Terminal para conversar com o MCP do IPED.</a:t>
            </a:r>
            <a:endParaRPr lang="en-US" sz="2700" dirty="0"/>
          </a:p>
        </p:txBody>
      </p:sp>
      <p:sp>
        <p:nvSpPr>
          <p:cNvPr id="14" name="Shape 12"/>
          <p:cNvSpPr/>
          <p:nvPr/>
        </p:nvSpPr>
        <p:spPr>
          <a:xfrm>
            <a:off x="1409664" y="7505700"/>
            <a:ext cx="8400840" cy="3543300"/>
          </a:xfrm>
          <a:prstGeom prst="rect">
            <a:avLst/>
          </a:prstGeom>
          <a:solidFill>
            <a:srgbClr val="223147"/>
          </a:solidFill>
          <a:ln w="12700">
            <a:solidFill>
              <a:srgbClr val="FFFFFF">
                <a:alpha val="0"/>
              </a:srgbClr>
            </a:solidFill>
            <a:prstDash val="solid"/>
          </a:ln>
        </p:spPr>
        <p:txBody>
          <a:bodyPr/>
          <a:lstStyle/>
          <a:p>
            <a:endParaRPr lang="en-US"/>
          </a:p>
        </p:txBody>
      </p:sp>
      <p:sp>
        <p:nvSpPr>
          <p:cNvPr id="15" name="Shape 13"/>
          <p:cNvSpPr/>
          <p:nvPr/>
        </p:nvSpPr>
        <p:spPr>
          <a:xfrm>
            <a:off x="1476338" y="7505700"/>
            <a:ext cx="0" cy="3543300"/>
          </a:xfrm>
          <a:prstGeom prst="line">
            <a:avLst/>
          </a:prstGeom>
          <a:solidFill>
            <a:srgbClr val="111C2D">
              <a:alpha val="0"/>
            </a:srgbClr>
          </a:solidFill>
          <a:ln w="66675">
            <a:solidFill>
              <a:srgbClr val="F9B000"/>
            </a:solidFill>
            <a:prstDash val="solid"/>
          </a:ln>
        </p:spPr>
        <p:txBody>
          <a:bodyPr/>
          <a:lstStyle/>
          <a:p>
            <a:endParaRPr lang="en-US"/>
          </a:p>
        </p:txBody>
      </p:sp>
      <p:sp>
        <p:nvSpPr>
          <p:cNvPr id="16" name="Text 14"/>
          <p:cNvSpPr/>
          <p:nvPr/>
        </p:nvSpPr>
        <p:spPr>
          <a:xfrm>
            <a:off x="2000200" y="7962901"/>
            <a:ext cx="7353116" cy="51435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3200" b="1" dirty="0">
                <a:solidFill>
                  <a:srgbClr val="F1F5F9"/>
                </a:solidFill>
                <a:latin typeface="Aptos" pitchFamily="34" charset="0"/>
                <a:ea typeface="Arial" pitchFamily="34" charset="-122"/>
                <a:cs typeface="Arial" pitchFamily="34" charset="-120"/>
              </a:rPr>
              <a:t>Ferramentas</a:t>
            </a:r>
            <a:endParaRPr lang="en-US" sz="3500" dirty="0"/>
          </a:p>
        </p:txBody>
      </p:sp>
      <p:sp>
        <p:nvSpPr>
          <p:cNvPr id="17" name="Text 15"/>
          <p:cNvSpPr/>
          <p:nvPr/>
        </p:nvSpPr>
        <p:spPr>
          <a:xfrm>
            <a:off x="2000200" y="8477251"/>
            <a:ext cx="7353116" cy="19659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800" dirty="0">
                <a:solidFill>
                  <a:srgbClr val="F1F5F9"/>
                </a:solidFill>
                <a:latin typeface="Aptos" pitchFamily="34" charset="0"/>
                <a:ea typeface="Arial" pitchFamily="34" charset="-122"/>
                <a:cs typeface="Arial" pitchFamily="34" charset="-120"/>
              </a:rPr>
              <a:t>Consultas, texto e marcadores do mesmo servidor.</a:t>
            </a:r>
            <a:endParaRPr lang="en-US" sz="2700" dirty="0"/>
          </a:p>
        </p:txBody>
      </p:sp>
      <p:sp>
        <p:nvSpPr>
          <p:cNvPr id="18" name="Shape 16"/>
          <p:cNvSpPr/>
          <p:nvPr/>
        </p:nvSpPr>
        <p:spPr>
          <a:xfrm>
            <a:off x="10153396" y="7505700"/>
            <a:ext cx="8400840" cy="3543300"/>
          </a:xfrm>
          <a:prstGeom prst="rect">
            <a:avLst/>
          </a:prstGeom>
          <a:solidFill>
            <a:srgbClr val="223147"/>
          </a:solidFill>
          <a:ln w="12700">
            <a:solidFill>
              <a:srgbClr val="FFFFFF">
                <a:alpha val="0"/>
              </a:srgbClr>
            </a:solidFill>
            <a:prstDash val="solid"/>
          </a:ln>
        </p:spPr>
        <p:txBody>
          <a:bodyPr/>
          <a:lstStyle/>
          <a:p>
            <a:endParaRPr lang="en-US"/>
          </a:p>
        </p:txBody>
      </p:sp>
      <p:sp>
        <p:nvSpPr>
          <p:cNvPr id="19" name="Shape 17"/>
          <p:cNvSpPr/>
          <p:nvPr/>
        </p:nvSpPr>
        <p:spPr>
          <a:xfrm>
            <a:off x="10220070" y="7505700"/>
            <a:ext cx="0" cy="3543300"/>
          </a:xfrm>
          <a:prstGeom prst="line">
            <a:avLst/>
          </a:prstGeom>
          <a:solidFill>
            <a:srgbClr val="111C2D">
              <a:alpha val="0"/>
            </a:srgbClr>
          </a:solidFill>
          <a:ln w="66675">
            <a:solidFill>
              <a:srgbClr val="F9B000"/>
            </a:solidFill>
            <a:prstDash val="solid"/>
          </a:ln>
        </p:spPr>
        <p:txBody>
          <a:bodyPr/>
          <a:lstStyle/>
          <a:p>
            <a:endParaRPr lang="en-US"/>
          </a:p>
        </p:txBody>
      </p:sp>
      <p:sp>
        <p:nvSpPr>
          <p:cNvPr id="20" name="Text 18"/>
          <p:cNvSpPr/>
          <p:nvPr/>
        </p:nvSpPr>
        <p:spPr>
          <a:xfrm>
            <a:off x="10743932" y="7962901"/>
            <a:ext cx="7353116" cy="51435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3200" b="1" dirty="0">
                <a:solidFill>
                  <a:srgbClr val="F1F5F9"/>
                </a:solidFill>
                <a:latin typeface="Aptos" pitchFamily="34" charset="0"/>
                <a:ea typeface="Arial" pitchFamily="34" charset="-122"/>
                <a:cs typeface="Arial" pitchFamily="34" charset="-120"/>
              </a:rPr>
              <a:t>Início</a:t>
            </a:r>
            <a:endParaRPr lang="en-US" sz="3500" dirty="0"/>
          </a:p>
        </p:txBody>
      </p:sp>
      <p:sp>
        <p:nvSpPr>
          <p:cNvPr id="21" name="Text 19"/>
          <p:cNvSpPr/>
          <p:nvPr/>
        </p:nvSpPr>
        <p:spPr>
          <a:xfrm>
            <a:off x="10743932" y="8477251"/>
            <a:ext cx="7353116" cy="19659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800" dirty="0">
                <a:solidFill>
                  <a:srgbClr val="F1F5F9"/>
                </a:solidFill>
                <a:latin typeface="Aptos" pitchFamily="34" charset="0"/>
                <a:ea typeface="Arial" pitchFamily="34" charset="-122"/>
                <a:cs typeface="Arial" pitchFamily="34" charset="-120"/>
              </a:rPr>
              <a:t>Instalação e execução descritas no README.</a:t>
            </a:r>
            <a:endParaRPr lang="en-US" sz="2700" dirty="0"/>
          </a:p>
        </p:txBody>
      </p:sp>
      <p:sp>
        <p:nvSpPr>
          <p:cNvPr id="22" name="Text 20"/>
          <p:cNvSpPr/>
          <p:nvPr/>
        </p:nvSpPr>
        <p:spPr>
          <a:xfrm>
            <a:off x="1409664" y="11734801"/>
            <a:ext cx="17144572" cy="112395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500" dirty="0">
                <a:solidFill>
                  <a:srgbClr val="F1F5F9"/>
                </a:solidFill>
                <a:latin typeface="Aptos" pitchFamily="34" charset="0"/>
                <a:ea typeface="Arial" pitchFamily="34" charset="-122"/>
                <a:cs typeface="Arial" pitchFamily="34" charset="-120"/>
              </a:rPr>
              <a:t>Recurso de apoio. O foco da aula continua no servidor MCP.</a:t>
            </a:r>
            <a:endParaRPr lang="en-US" sz="3000" dirty="0"/>
          </a:p>
        </p:txBody>
      </p:sp>
      <p:sp>
        <p:nvSpPr>
          <p:cNvPr id="23" name="TextBox 22"/>
          <p:cNvSpPr txBox="1"/>
          <p:nvPr/>
        </p:nvSpPr>
        <p:spPr>
          <a:xfrm>
            <a:off x="21214080" y="12344400"/>
            <a:ext cx="2286000" cy="502920"/>
          </a:xfrm>
          <a:prstGeom prst="rect">
            <a:avLst/>
          </a:prstGeom>
          <a:noFill/>
        </p:spPr>
        <p:txBody>
          <a:bodyPr wrap="none" lIns="0" tIns="0" rIns="0" bIns="0">
            <a:noAutofit/>
          </a:bodyPr>
          <a:lstStyle/>
          <a:p>
            <a:pPr>
              <a:lnSpc>
                <a:spcPct val="108000"/>
              </a:lnSpc>
              <a:spcBef>
                <a:spcPts val="0"/>
              </a:spcBef>
              <a:spcAft>
                <a:spcPts val="0"/>
              </a:spcAft>
            </a:pPr>
            <a:r>
              <a:rPr lang="en-US" sz="2200">
                <a:solidFill>
                  <a:srgbClr val="15243B"/>
                </a:solidFill>
                <a:latin typeface="Aptos"/>
              </a:rPr>
              <a:t>54 / 70</a:t>
            </a:r>
            <a:endParaRPr sz="2200">
              <a:solidFill>
                <a:srgbClr val="15243B"/>
              </a:solidFill>
              <a:latin typeface="Aptos"/>
            </a:endParaRP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hape 0"/>
          <p:cNvSpPr/>
          <p:nvPr/>
        </p:nvSpPr>
        <p:spPr>
          <a:xfrm>
            <a:off x="1" y="0"/>
            <a:ext cx="24383390" cy="13716000"/>
          </a:xfrm>
          <a:prstGeom prst="rect">
            <a:avLst/>
          </a:prstGeom>
          <a:solidFill>
            <a:srgbClr val="111C2D"/>
          </a:solidFill>
          <a:ln w="12700">
            <a:solidFill>
              <a:srgbClr val="FFFFFF">
                <a:alpha val="0"/>
              </a:srgbClr>
            </a:solidFill>
            <a:prstDash val="solid"/>
          </a:ln>
        </p:spPr>
        <p:txBody>
          <a:bodyPr/>
          <a:lstStyle/>
          <a:p>
            <a:endParaRPr lang="en-US"/>
          </a:p>
        </p:txBody>
      </p:sp>
      <p:sp>
        <p:nvSpPr>
          <p:cNvPr id="3" name="Shape 1"/>
          <p:cNvSpPr/>
          <p:nvPr/>
        </p:nvSpPr>
        <p:spPr>
          <a:xfrm>
            <a:off x="0" y="0"/>
            <a:ext cx="19811504" cy="1219200"/>
          </a:xfrm>
          <a:prstGeom prst="rect">
            <a:avLst/>
          </a:prstGeom>
          <a:solidFill>
            <a:srgbClr val="D9DCDF"/>
          </a:solidFill>
          <a:ln w="12700">
            <a:solidFill>
              <a:srgbClr val="FFFFFF">
                <a:alpha val="0"/>
              </a:srgbClr>
            </a:solidFill>
            <a:prstDash val="solid"/>
          </a:ln>
        </p:spPr>
        <p:txBody>
          <a:bodyPr/>
          <a:lstStyle/>
          <a:p>
            <a:endParaRPr lang="en-US"/>
          </a:p>
        </p:txBody>
      </p:sp>
      <p:sp>
        <p:nvSpPr>
          <p:cNvPr id="4" name="Shape 2"/>
          <p:cNvSpPr/>
          <p:nvPr/>
        </p:nvSpPr>
        <p:spPr>
          <a:xfrm>
            <a:off x="20382990" y="0"/>
            <a:ext cx="4000400" cy="13716000"/>
          </a:xfrm>
          <a:prstGeom prst="rect">
            <a:avLst/>
          </a:prstGeom>
          <a:solidFill>
            <a:srgbClr val="F9B000"/>
          </a:solidFill>
          <a:ln w="12700">
            <a:solidFill>
              <a:srgbClr val="FFFFFF">
                <a:alpha val="0"/>
              </a:srgbClr>
            </a:solidFill>
            <a:prstDash val="solid"/>
          </a:ln>
        </p:spPr>
        <p:txBody>
          <a:bodyPr/>
          <a:lstStyle/>
          <a:p>
            <a:endParaRPr lang="en-US"/>
          </a:p>
        </p:txBody>
      </p:sp>
      <p:sp>
        <p:nvSpPr>
          <p:cNvPr id="5" name="Text 3"/>
          <p:cNvSpPr/>
          <p:nvPr/>
        </p:nvSpPr>
        <p:spPr>
          <a:xfrm>
            <a:off x="1371567" y="1676401"/>
            <a:ext cx="17525562" cy="164592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5400" b="1" dirty="0">
                <a:solidFill>
                  <a:srgbClr val="68BDF4"/>
                </a:solidFill>
                <a:latin typeface="Aptos Display" pitchFamily="34" charset="0"/>
                <a:ea typeface="Arial" pitchFamily="34" charset="-122"/>
                <a:cs typeface="Arial" pitchFamily="34" charset="-120"/>
              </a:rPr>
              <a:t>OpenCode: conexão local com o MCP</a:t>
            </a:r>
            <a:endParaRPr lang="en-US" sz="5700" dirty="0"/>
          </a:p>
        </p:txBody>
      </p:sp>
      <p:sp>
        <p:nvSpPr>
          <p:cNvPr id="6" name="Shape 4"/>
          <p:cNvSpPr/>
          <p:nvPr/>
        </p:nvSpPr>
        <p:spPr>
          <a:xfrm>
            <a:off x="1409665" y="3524250"/>
            <a:ext cx="12115800" cy="7810500"/>
          </a:xfrm>
          <a:prstGeom prst="rect">
            <a:avLst/>
          </a:prstGeom>
          <a:solidFill>
            <a:srgbClr val="0B2D5C"/>
          </a:solidFill>
          <a:ln w="12700">
            <a:solidFill>
              <a:srgbClr val="FFFFFF">
                <a:alpha val="0"/>
              </a:srgbClr>
            </a:solidFill>
            <a:prstDash val="solid"/>
          </a:ln>
        </p:spPr>
        <p:txBody>
          <a:bodyPr/>
          <a:lstStyle/>
          <a:p>
            <a:endParaRPr lang="en-US"/>
          </a:p>
        </p:txBody>
      </p:sp>
      <p:sp>
        <p:nvSpPr>
          <p:cNvPr id="7" name="Text 5"/>
          <p:cNvSpPr/>
          <p:nvPr/>
        </p:nvSpPr>
        <p:spPr>
          <a:xfrm>
            <a:off x="1783080" y="3767328"/>
            <a:ext cx="11567160" cy="7406640"/>
          </a:xfrm>
          <a:prstGeom prst="rect">
            <a:avLst/>
          </a:prstGeom>
          <a:noFill/>
          <a:ln/>
        </p:spPr>
        <p:txBody>
          <a:bodyPr wrap="non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Recorte de opencode.json</a:t>
            </a:r>
            <a:endParaRPr lang="en-US" sz="2600" dirty="0">
              <a:solidFill>
                <a:srgbClr val="F1F5F9"/>
              </a:solidFill>
              <a:latin typeface="Consolas" pitchFamily="34" charset="0"/>
              <a:ea typeface="Consolas" pitchFamily="34" charset="-122"/>
              <a:cs typeface="Consolas" pitchFamily="34" charset="-120"/>
            </a:endParaRP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"mcp": {</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"iped": {</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"type": "local",</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"command": [</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"C:\\lab_iped\\mcp\\.venv\\Scripts\\python.exe",</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"C:\\lab_iped\\mcp\\servidor_mcp.py"</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"enabled": true,</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"timeout": 120000</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a:t>
            </a:r>
          </a:p>
        </p:txBody>
      </p:sp>
      <p:sp>
        <p:nvSpPr>
          <p:cNvPr id="8" name="Shape 6"/>
          <p:cNvSpPr/>
          <p:nvPr/>
        </p:nvSpPr>
        <p:spPr>
          <a:xfrm>
            <a:off x="13620410" y="3524250"/>
            <a:ext cx="4952876" cy="1484412"/>
          </a:xfrm>
          <a:prstGeom prst="rect">
            <a:avLst/>
          </a:prstGeom>
          <a:solidFill>
            <a:srgbClr val="223147"/>
          </a:solidFill>
          <a:ln w="12700">
            <a:solidFill>
              <a:srgbClr val="FFFFFF">
                <a:alpha val="0"/>
              </a:srgbClr>
            </a:solidFill>
            <a:prstDash val="solid"/>
          </a:ln>
        </p:spPr>
        <p:txBody>
          <a:bodyPr/>
          <a:lstStyle/>
          <a:p>
            <a:endParaRPr lang="en-US"/>
          </a:p>
        </p:txBody>
      </p:sp>
      <p:sp>
        <p:nvSpPr>
          <p:cNvPr id="9" name="Shape 7"/>
          <p:cNvSpPr/>
          <p:nvPr/>
        </p:nvSpPr>
        <p:spPr>
          <a:xfrm>
            <a:off x="13687082" y="3524250"/>
            <a:ext cx="0" cy="1484412"/>
          </a:xfrm>
          <a:prstGeom prst="line">
            <a:avLst/>
          </a:prstGeom>
          <a:solidFill>
            <a:srgbClr val="111C2D">
              <a:alpha val="0"/>
            </a:srgbClr>
          </a:solidFill>
          <a:ln w="66675">
            <a:solidFill>
              <a:srgbClr val="F9B000"/>
            </a:solidFill>
            <a:prstDash val="solid"/>
          </a:ln>
        </p:spPr>
        <p:txBody>
          <a:bodyPr/>
          <a:lstStyle/>
          <a:p>
            <a:endParaRPr lang="en-US"/>
          </a:p>
        </p:txBody>
      </p:sp>
      <p:sp>
        <p:nvSpPr>
          <p:cNvPr id="10" name="Text 8"/>
          <p:cNvSpPr/>
          <p:nvPr/>
        </p:nvSpPr>
        <p:spPr>
          <a:xfrm>
            <a:off x="14096649" y="3867150"/>
            <a:ext cx="4133746" cy="41910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700" b="1" dirty="0">
                <a:solidFill>
                  <a:srgbClr val="F1F5F9"/>
                </a:solidFill>
                <a:latin typeface="Aptos" pitchFamily="34" charset="0"/>
                <a:ea typeface="Arial" pitchFamily="34" charset="-122"/>
                <a:cs typeface="Arial" pitchFamily="34" charset="-120"/>
              </a:rPr>
              <a:t>Local</a:t>
            </a:r>
            <a:endParaRPr lang="en-US" sz="2900" dirty="0"/>
          </a:p>
        </p:txBody>
      </p:sp>
      <p:sp>
        <p:nvSpPr>
          <p:cNvPr id="11" name="Text 9"/>
          <p:cNvSpPr/>
          <p:nvPr/>
        </p:nvSpPr>
        <p:spPr>
          <a:xfrm>
            <a:off x="14096649" y="4286250"/>
            <a:ext cx="4133746" cy="8229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300" dirty="0">
                <a:solidFill>
                  <a:srgbClr val="F1F5F9"/>
                </a:solidFill>
                <a:latin typeface="Aptos" pitchFamily="34" charset="0"/>
                <a:ea typeface="Arial" pitchFamily="34" charset="-122"/>
                <a:cs typeface="Arial" pitchFamily="34" charset="-120"/>
              </a:rPr>
              <a:t>Subprocesso via stdio.</a:t>
            </a:r>
            <a:endParaRPr lang="en-US" sz="2300" dirty="0"/>
          </a:p>
        </p:txBody>
      </p:sp>
      <p:sp>
        <p:nvSpPr>
          <p:cNvPr id="12" name="Shape 10"/>
          <p:cNvSpPr/>
          <p:nvPr/>
        </p:nvSpPr>
        <p:spPr>
          <a:xfrm>
            <a:off x="13620410" y="5313462"/>
            <a:ext cx="4952876" cy="1484412"/>
          </a:xfrm>
          <a:prstGeom prst="rect">
            <a:avLst/>
          </a:prstGeom>
          <a:solidFill>
            <a:srgbClr val="223147"/>
          </a:solidFill>
          <a:ln w="12700">
            <a:solidFill>
              <a:srgbClr val="FFFFFF">
                <a:alpha val="0"/>
              </a:srgbClr>
            </a:solidFill>
            <a:prstDash val="solid"/>
          </a:ln>
        </p:spPr>
        <p:txBody>
          <a:bodyPr/>
          <a:lstStyle/>
          <a:p>
            <a:endParaRPr lang="en-US"/>
          </a:p>
        </p:txBody>
      </p:sp>
      <p:sp>
        <p:nvSpPr>
          <p:cNvPr id="13" name="Shape 11"/>
          <p:cNvSpPr/>
          <p:nvPr/>
        </p:nvSpPr>
        <p:spPr>
          <a:xfrm>
            <a:off x="13687082" y="5313462"/>
            <a:ext cx="0" cy="1484412"/>
          </a:xfrm>
          <a:prstGeom prst="line">
            <a:avLst/>
          </a:prstGeom>
          <a:solidFill>
            <a:srgbClr val="111C2D">
              <a:alpha val="0"/>
            </a:srgbClr>
          </a:solidFill>
          <a:ln w="66675">
            <a:solidFill>
              <a:srgbClr val="F9B000"/>
            </a:solidFill>
            <a:prstDash val="solid"/>
          </a:ln>
        </p:spPr>
        <p:txBody>
          <a:bodyPr/>
          <a:lstStyle/>
          <a:p>
            <a:endParaRPr lang="en-US"/>
          </a:p>
        </p:txBody>
      </p:sp>
      <p:sp>
        <p:nvSpPr>
          <p:cNvPr id="14" name="Text 12"/>
          <p:cNvSpPr/>
          <p:nvPr/>
        </p:nvSpPr>
        <p:spPr>
          <a:xfrm>
            <a:off x="14096649" y="5656362"/>
            <a:ext cx="4133746" cy="41910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700" b="1" dirty="0">
                <a:solidFill>
                  <a:srgbClr val="F1F5F9"/>
                </a:solidFill>
                <a:latin typeface="Aptos" pitchFamily="34" charset="0"/>
                <a:ea typeface="Arial" pitchFamily="34" charset="-122"/>
                <a:cs typeface="Arial" pitchFamily="34" charset="-120"/>
              </a:rPr>
              <a:t>Caminhos</a:t>
            </a:r>
            <a:endParaRPr lang="en-US" sz="2900" dirty="0"/>
          </a:p>
        </p:txBody>
      </p:sp>
      <p:sp>
        <p:nvSpPr>
          <p:cNvPr id="15" name="Text 13"/>
          <p:cNvSpPr/>
          <p:nvPr/>
        </p:nvSpPr>
        <p:spPr>
          <a:xfrm>
            <a:off x="14096649" y="6075462"/>
            <a:ext cx="4133746" cy="8229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300" dirty="0">
                <a:solidFill>
                  <a:srgbClr val="F1F5F9"/>
                </a:solidFill>
                <a:latin typeface="Aptos" pitchFamily="34" charset="0"/>
                <a:ea typeface="Arial" pitchFamily="34" charset="-122"/>
                <a:cs typeface="Arial" pitchFamily="34" charset="-120"/>
              </a:rPr>
              <a:t>Ajustar à pasta extraída.</a:t>
            </a:r>
            <a:endParaRPr lang="en-US" sz="2300" dirty="0"/>
          </a:p>
        </p:txBody>
      </p:sp>
      <p:sp>
        <p:nvSpPr>
          <p:cNvPr id="16" name="Shape 14"/>
          <p:cNvSpPr/>
          <p:nvPr/>
        </p:nvSpPr>
        <p:spPr>
          <a:xfrm>
            <a:off x="13620410" y="7102674"/>
            <a:ext cx="4952876" cy="1484412"/>
          </a:xfrm>
          <a:prstGeom prst="rect">
            <a:avLst/>
          </a:prstGeom>
          <a:solidFill>
            <a:srgbClr val="223147"/>
          </a:solidFill>
          <a:ln w="12700">
            <a:solidFill>
              <a:srgbClr val="FFFFFF">
                <a:alpha val="0"/>
              </a:srgbClr>
            </a:solidFill>
            <a:prstDash val="solid"/>
          </a:ln>
        </p:spPr>
        <p:txBody>
          <a:bodyPr/>
          <a:lstStyle/>
          <a:p>
            <a:endParaRPr lang="en-US"/>
          </a:p>
        </p:txBody>
      </p:sp>
      <p:sp>
        <p:nvSpPr>
          <p:cNvPr id="17" name="Shape 15"/>
          <p:cNvSpPr/>
          <p:nvPr/>
        </p:nvSpPr>
        <p:spPr>
          <a:xfrm>
            <a:off x="13687082" y="7102674"/>
            <a:ext cx="0" cy="1484412"/>
          </a:xfrm>
          <a:prstGeom prst="line">
            <a:avLst/>
          </a:prstGeom>
          <a:solidFill>
            <a:srgbClr val="111C2D">
              <a:alpha val="0"/>
            </a:srgbClr>
          </a:solidFill>
          <a:ln w="66675">
            <a:solidFill>
              <a:srgbClr val="F9B000"/>
            </a:solidFill>
            <a:prstDash val="solid"/>
          </a:ln>
        </p:spPr>
        <p:txBody>
          <a:bodyPr/>
          <a:lstStyle/>
          <a:p>
            <a:endParaRPr lang="en-US"/>
          </a:p>
        </p:txBody>
      </p:sp>
      <p:sp>
        <p:nvSpPr>
          <p:cNvPr id="18" name="Text 16"/>
          <p:cNvSpPr/>
          <p:nvPr/>
        </p:nvSpPr>
        <p:spPr>
          <a:xfrm>
            <a:off x="14096649" y="7445574"/>
            <a:ext cx="4133746" cy="41910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700" b="1" dirty="0">
                <a:solidFill>
                  <a:srgbClr val="F1F5F9"/>
                </a:solidFill>
                <a:latin typeface="Aptos" pitchFamily="34" charset="0"/>
                <a:ea typeface="Arial" pitchFamily="34" charset="-122"/>
                <a:cs typeface="Arial" pitchFamily="34" charset="-120"/>
              </a:rPr>
              <a:t>Ambiente</a:t>
            </a:r>
            <a:endParaRPr lang="en-US" sz="2900" dirty="0"/>
          </a:p>
        </p:txBody>
      </p:sp>
      <p:sp>
        <p:nvSpPr>
          <p:cNvPr id="19" name="Text 17"/>
          <p:cNvSpPr/>
          <p:nvPr/>
        </p:nvSpPr>
        <p:spPr>
          <a:xfrm>
            <a:off x="14096649" y="7864674"/>
            <a:ext cx="4133746" cy="8229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300" dirty="0">
                <a:solidFill>
                  <a:srgbClr val="F1F5F9"/>
                </a:solidFill>
                <a:latin typeface="Aptos" pitchFamily="34" charset="0"/>
                <a:ea typeface="Arial" pitchFamily="34" charset="-122"/>
                <a:cs typeface="Arial" pitchFamily="34" charset="-120"/>
              </a:rPr>
              <a:t>Herda JAVA_HOME e IPED_CASE.</a:t>
            </a:r>
            <a:endParaRPr lang="en-US" sz="2300" dirty="0"/>
          </a:p>
        </p:txBody>
      </p:sp>
      <p:sp>
        <p:nvSpPr>
          <p:cNvPr id="20" name="Shape 18"/>
          <p:cNvSpPr/>
          <p:nvPr/>
        </p:nvSpPr>
        <p:spPr>
          <a:xfrm>
            <a:off x="13620410" y="8891886"/>
            <a:ext cx="4952876" cy="1484412"/>
          </a:xfrm>
          <a:prstGeom prst="rect">
            <a:avLst/>
          </a:prstGeom>
          <a:solidFill>
            <a:srgbClr val="223147"/>
          </a:solidFill>
          <a:ln w="12700">
            <a:solidFill>
              <a:srgbClr val="FFFFFF">
                <a:alpha val="0"/>
              </a:srgbClr>
            </a:solidFill>
            <a:prstDash val="solid"/>
          </a:ln>
        </p:spPr>
        <p:txBody>
          <a:bodyPr/>
          <a:lstStyle/>
          <a:p>
            <a:endParaRPr lang="en-US"/>
          </a:p>
        </p:txBody>
      </p:sp>
      <p:sp>
        <p:nvSpPr>
          <p:cNvPr id="21" name="Shape 19"/>
          <p:cNvSpPr/>
          <p:nvPr/>
        </p:nvSpPr>
        <p:spPr>
          <a:xfrm>
            <a:off x="13687082" y="8891886"/>
            <a:ext cx="0" cy="1484412"/>
          </a:xfrm>
          <a:prstGeom prst="line">
            <a:avLst/>
          </a:prstGeom>
          <a:solidFill>
            <a:srgbClr val="111C2D">
              <a:alpha val="0"/>
            </a:srgbClr>
          </a:solidFill>
          <a:ln w="66675">
            <a:solidFill>
              <a:srgbClr val="F9B000"/>
            </a:solidFill>
            <a:prstDash val="solid"/>
          </a:ln>
        </p:spPr>
        <p:txBody>
          <a:bodyPr/>
          <a:lstStyle/>
          <a:p>
            <a:endParaRPr lang="en-US"/>
          </a:p>
        </p:txBody>
      </p:sp>
      <p:sp>
        <p:nvSpPr>
          <p:cNvPr id="22" name="Text 20"/>
          <p:cNvSpPr/>
          <p:nvPr/>
        </p:nvSpPr>
        <p:spPr>
          <a:xfrm>
            <a:off x="14096649" y="9234786"/>
            <a:ext cx="4133746" cy="41910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700" b="1" dirty="0">
                <a:solidFill>
                  <a:srgbClr val="F1F5F9"/>
                </a:solidFill>
                <a:latin typeface="Aptos" pitchFamily="34" charset="0"/>
                <a:ea typeface="Arial" pitchFamily="34" charset="-122"/>
                <a:cs typeface="Arial" pitchFamily="34" charset="-120"/>
              </a:rPr>
              <a:t>Tempo</a:t>
            </a:r>
            <a:endParaRPr lang="en-US" sz="2900" dirty="0"/>
          </a:p>
        </p:txBody>
      </p:sp>
      <p:sp>
        <p:nvSpPr>
          <p:cNvPr id="23" name="Text 21"/>
          <p:cNvSpPr/>
          <p:nvPr/>
        </p:nvSpPr>
        <p:spPr>
          <a:xfrm>
            <a:off x="14096649" y="9653886"/>
            <a:ext cx="4133746" cy="8229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300" dirty="0">
                <a:solidFill>
                  <a:srgbClr val="F1F5F9"/>
                </a:solidFill>
                <a:latin typeface="Aptos" pitchFamily="34" charset="0"/>
                <a:ea typeface="Arial" pitchFamily="34" charset="-122"/>
                <a:cs typeface="Arial" pitchFamily="34" charset="-120"/>
              </a:rPr>
              <a:t>Espera do cliente em ms.</a:t>
            </a:r>
            <a:endParaRPr lang="en-US" sz="2300" dirty="0"/>
          </a:p>
        </p:txBody>
      </p:sp>
      <p:sp>
        <p:nvSpPr>
          <p:cNvPr id="24" name="Text 22"/>
          <p:cNvSpPr/>
          <p:nvPr/>
        </p:nvSpPr>
        <p:spPr>
          <a:xfrm>
            <a:off x="1409665" y="12687300"/>
            <a:ext cx="17373600" cy="5943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400" dirty="0">
                <a:solidFill>
                  <a:srgbClr val="F1F5F9"/>
                </a:solidFill>
                <a:latin typeface="Aptos" pitchFamily="34" charset="0"/>
                <a:ea typeface="Arial" pitchFamily="34" charset="-122"/>
                <a:cs typeface="Arial" pitchFamily="34" charset="-120"/>
              </a:rPr>
              <a:t>O JSON completo do pacote contém as sete permissões do laboratório.</a:t>
            </a:r>
            <a:endParaRPr lang="en-US" sz="2100" dirty="0"/>
          </a:p>
        </p:txBody>
      </p:sp>
      <p:sp>
        <p:nvSpPr>
          <p:cNvPr id="25" name="TextBox 24"/>
          <p:cNvSpPr txBox="1"/>
          <p:nvPr/>
        </p:nvSpPr>
        <p:spPr>
          <a:xfrm>
            <a:off x="21214080" y="12344400"/>
            <a:ext cx="2286000" cy="502920"/>
          </a:xfrm>
          <a:prstGeom prst="rect">
            <a:avLst/>
          </a:prstGeom>
          <a:noFill/>
        </p:spPr>
        <p:txBody>
          <a:bodyPr wrap="none" lIns="0" tIns="0" rIns="0" bIns="0">
            <a:noAutofit/>
          </a:bodyPr>
          <a:lstStyle/>
          <a:p>
            <a:pPr>
              <a:lnSpc>
                <a:spcPct val="108000"/>
              </a:lnSpc>
              <a:spcBef>
                <a:spcPts val="0"/>
              </a:spcBef>
              <a:spcAft>
                <a:spcPts val="0"/>
              </a:spcAft>
            </a:pPr>
            <a:r>
              <a:rPr lang="en-US" sz="2200">
                <a:solidFill>
                  <a:srgbClr val="15243B"/>
                </a:solidFill>
                <a:latin typeface="Aptos"/>
              </a:rPr>
              <a:t>55 / 70</a:t>
            </a:r>
            <a:endParaRPr sz="2200">
              <a:solidFill>
                <a:srgbClr val="15243B"/>
              </a:solidFill>
              <a:latin typeface="Aptos"/>
            </a:endParaRP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hape 0"/>
          <p:cNvSpPr/>
          <p:nvPr/>
        </p:nvSpPr>
        <p:spPr>
          <a:xfrm>
            <a:off x="1" y="0"/>
            <a:ext cx="24383390" cy="13716000"/>
          </a:xfrm>
          <a:prstGeom prst="rect">
            <a:avLst/>
          </a:prstGeom>
          <a:solidFill>
            <a:srgbClr val="111C2D"/>
          </a:solidFill>
          <a:ln w="12700">
            <a:solidFill>
              <a:srgbClr val="FFFFFF">
                <a:alpha val="0"/>
              </a:srgbClr>
            </a:solidFill>
            <a:prstDash val="solid"/>
          </a:ln>
        </p:spPr>
        <p:txBody>
          <a:bodyPr/>
          <a:lstStyle/>
          <a:p>
            <a:endParaRPr lang="en-US"/>
          </a:p>
        </p:txBody>
      </p:sp>
      <p:sp>
        <p:nvSpPr>
          <p:cNvPr id="3" name="Shape 1"/>
          <p:cNvSpPr/>
          <p:nvPr/>
        </p:nvSpPr>
        <p:spPr>
          <a:xfrm>
            <a:off x="0" y="0"/>
            <a:ext cx="19811504" cy="1219200"/>
          </a:xfrm>
          <a:prstGeom prst="rect">
            <a:avLst/>
          </a:prstGeom>
          <a:solidFill>
            <a:srgbClr val="D9DCDF"/>
          </a:solidFill>
          <a:ln w="12700">
            <a:solidFill>
              <a:srgbClr val="FFFFFF">
                <a:alpha val="0"/>
              </a:srgbClr>
            </a:solidFill>
            <a:prstDash val="solid"/>
          </a:ln>
        </p:spPr>
        <p:txBody>
          <a:bodyPr/>
          <a:lstStyle/>
          <a:p>
            <a:endParaRPr lang="en-US"/>
          </a:p>
        </p:txBody>
      </p:sp>
      <p:sp>
        <p:nvSpPr>
          <p:cNvPr id="4" name="Shape 2"/>
          <p:cNvSpPr/>
          <p:nvPr/>
        </p:nvSpPr>
        <p:spPr>
          <a:xfrm>
            <a:off x="20382990" y="0"/>
            <a:ext cx="4000400" cy="13716000"/>
          </a:xfrm>
          <a:prstGeom prst="rect">
            <a:avLst/>
          </a:prstGeom>
          <a:solidFill>
            <a:srgbClr val="F9B000"/>
          </a:solidFill>
          <a:ln w="12700">
            <a:solidFill>
              <a:srgbClr val="FFFFFF">
                <a:alpha val="0"/>
              </a:srgbClr>
            </a:solidFill>
            <a:prstDash val="solid"/>
          </a:ln>
        </p:spPr>
        <p:txBody>
          <a:bodyPr/>
          <a:lstStyle/>
          <a:p>
            <a:endParaRPr lang="en-US"/>
          </a:p>
        </p:txBody>
      </p:sp>
      <p:sp>
        <p:nvSpPr>
          <p:cNvPr id="5" name="Text 3"/>
          <p:cNvSpPr/>
          <p:nvPr/>
        </p:nvSpPr>
        <p:spPr>
          <a:xfrm>
            <a:off x="1371567" y="1676401"/>
            <a:ext cx="17525562" cy="164592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5400" b="1" dirty="0">
                <a:solidFill>
                  <a:srgbClr val="68BDF4"/>
                </a:solidFill>
                <a:latin typeface="Aptos Display" pitchFamily="34" charset="0"/>
                <a:ea typeface="Arial" pitchFamily="34" charset="-122"/>
                <a:cs typeface="Arial" pitchFamily="34" charset="-120"/>
              </a:rPr>
              <a:t>OpenCode: permissões do laboratório</a:t>
            </a:r>
            <a:endParaRPr lang="en-US" sz="5700" dirty="0"/>
          </a:p>
        </p:txBody>
      </p:sp>
      <p:sp>
        <p:nvSpPr>
          <p:cNvPr id="6" name="Shape 4"/>
          <p:cNvSpPr/>
          <p:nvPr/>
        </p:nvSpPr>
        <p:spPr>
          <a:xfrm>
            <a:off x="1409665" y="3524250"/>
            <a:ext cx="12115800" cy="7810500"/>
          </a:xfrm>
          <a:prstGeom prst="rect">
            <a:avLst/>
          </a:prstGeom>
          <a:solidFill>
            <a:srgbClr val="0B2D5C"/>
          </a:solidFill>
          <a:ln w="12700">
            <a:solidFill>
              <a:srgbClr val="FFFFFF">
                <a:alpha val="0"/>
              </a:srgbClr>
            </a:solidFill>
            <a:prstDash val="solid"/>
          </a:ln>
        </p:spPr>
        <p:txBody>
          <a:bodyPr/>
          <a:lstStyle/>
          <a:p>
            <a:endParaRPr lang="en-US"/>
          </a:p>
        </p:txBody>
      </p:sp>
      <p:sp>
        <p:nvSpPr>
          <p:cNvPr id="7" name="Text 5"/>
          <p:cNvSpPr/>
          <p:nvPr/>
        </p:nvSpPr>
        <p:spPr>
          <a:xfrm>
            <a:off x="1783080" y="3767328"/>
            <a:ext cx="11567160" cy="7406640"/>
          </a:xfrm>
          <a:prstGeom prst="rect">
            <a:avLst/>
          </a:prstGeom>
          <a:noFill/>
          <a:ln/>
        </p:spPr>
        <p:txBody>
          <a:bodyPr wrap="non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"permission": {</a:t>
            </a:r>
            <a:endParaRPr lang="en-US" sz="2600" dirty="0">
              <a:solidFill>
                <a:srgbClr val="F1F5F9"/>
              </a:solidFill>
              <a:latin typeface="Consolas" pitchFamily="34" charset="0"/>
              <a:ea typeface="Consolas" pitchFamily="34" charset="-122"/>
              <a:cs typeface="Consolas" pitchFamily="34" charset="-120"/>
            </a:endParaRP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 "deny",</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"iped_caso_info": "allow",</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"iped_buscar_itens": "allow",</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"iped_obter_metadados": "allow",</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"iped_ler_texto": "allow",</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"iped_listar_marcadores": "allow",</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"iped_criar_marcador": "allow",</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"iped_associar_itens_marcador": "allow"</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Conferir os nomes publicados pelo cliente.</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Manter o caso e o backend identificados.</a:t>
            </a:r>
          </a:p>
        </p:txBody>
      </p:sp>
      <p:sp>
        <p:nvSpPr>
          <p:cNvPr id="8" name="Shape 6"/>
          <p:cNvSpPr/>
          <p:nvPr/>
        </p:nvSpPr>
        <p:spPr>
          <a:xfrm>
            <a:off x="13620410" y="3524250"/>
            <a:ext cx="4952876" cy="1484412"/>
          </a:xfrm>
          <a:prstGeom prst="rect">
            <a:avLst/>
          </a:prstGeom>
          <a:solidFill>
            <a:srgbClr val="223147"/>
          </a:solidFill>
          <a:ln w="12700">
            <a:solidFill>
              <a:srgbClr val="FFFFFF">
                <a:alpha val="0"/>
              </a:srgbClr>
            </a:solidFill>
            <a:prstDash val="solid"/>
          </a:ln>
        </p:spPr>
        <p:txBody>
          <a:bodyPr/>
          <a:lstStyle/>
          <a:p>
            <a:endParaRPr lang="en-US"/>
          </a:p>
        </p:txBody>
      </p:sp>
      <p:sp>
        <p:nvSpPr>
          <p:cNvPr id="9" name="Shape 7"/>
          <p:cNvSpPr/>
          <p:nvPr/>
        </p:nvSpPr>
        <p:spPr>
          <a:xfrm>
            <a:off x="13687082" y="3524250"/>
            <a:ext cx="0" cy="1484412"/>
          </a:xfrm>
          <a:prstGeom prst="line">
            <a:avLst/>
          </a:prstGeom>
          <a:solidFill>
            <a:srgbClr val="111C2D">
              <a:alpha val="0"/>
            </a:srgbClr>
          </a:solidFill>
          <a:ln w="66675">
            <a:solidFill>
              <a:srgbClr val="F9B000"/>
            </a:solidFill>
            <a:prstDash val="solid"/>
          </a:ln>
        </p:spPr>
        <p:txBody>
          <a:bodyPr/>
          <a:lstStyle/>
          <a:p>
            <a:endParaRPr lang="en-US"/>
          </a:p>
        </p:txBody>
      </p:sp>
      <p:sp>
        <p:nvSpPr>
          <p:cNvPr id="10" name="Text 8"/>
          <p:cNvSpPr/>
          <p:nvPr/>
        </p:nvSpPr>
        <p:spPr>
          <a:xfrm>
            <a:off x="14096649" y="3867150"/>
            <a:ext cx="4133746" cy="41910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700" b="1" dirty="0">
                <a:solidFill>
                  <a:srgbClr val="F1F5F9"/>
                </a:solidFill>
                <a:latin typeface="Aptos" pitchFamily="34" charset="0"/>
                <a:ea typeface="Arial" pitchFamily="34" charset="-122"/>
                <a:cs typeface="Arial" pitchFamily="34" charset="-120"/>
              </a:rPr>
              <a:t>Padrão</a:t>
            </a:r>
            <a:endParaRPr lang="en-US" sz="2900" dirty="0"/>
          </a:p>
        </p:txBody>
      </p:sp>
      <p:sp>
        <p:nvSpPr>
          <p:cNvPr id="11" name="Text 9"/>
          <p:cNvSpPr/>
          <p:nvPr/>
        </p:nvSpPr>
        <p:spPr>
          <a:xfrm>
            <a:off x="14096649" y="4286250"/>
            <a:ext cx="4133746" cy="8229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300" dirty="0">
                <a:solidFill>
                  <a:srgbClr val="F1F5F9"/>
                </a:solidFill>
                <a:latin typeface="Aptos" pitchFamily="34" charset="0"/>
                <a:ea typeface="Arial" pitchFamily="34" charset="-122"/>
                <a:cs typeface="Arial" pitchFamily="34" charset="-120"/>
              </a:rPr>
              <a:t>Demais ferramentas negadas.</a:t>
            </a:r>
            <a:endParaRPr lang="en-US" sz="2300" dirty="0"/>
          </a:p>
        </p:txBody>
      </p:sp>
      <p:sp>
        <p:nvSpPr>
          <p:cNvPr id="12" name="Shape 10"/>
          <p:cNvSpPr/>
          <p:nvPr/>
        </p:nvSpPr>
        <p:spPr>
          <a:xfrm>
            <a:off x="13620410" y="5313462"/>
            <a:ext cx="4952876" cy="1484412"/>
          </a:xfrm>
          <a:prstGeom prst="rect">
            <a:avLst/>
          </a:prstGeom>
          <a:solidFill>
            <a:srgbClr val="223147"/>
          </a:solidFill>
          <a:ln w="12700">
            <a:solidFill>
              <a:srgbClr val="FFFFFF">
                <a:alpha val="0"/>
              </a:srgbClr>
            </a:solidFill>
            <a:prstDash val="solid"/>
          </a:ln>
        </p:spPr>
        <p:txBody>
          <a:bodyPr/>
          <a:lstStyle/>
          <a:p>
            <a:endParaRPr lang="en-US"/>
          </a:p>
        </p:txBody>
      </p:sp>
      <p:sp>
        <p:nvSpPr>
          <p:cNvPr id="13" name="Shape 11"/>
          <p:cNvSpPr/>
          <p:nvPr/>
        </p:nvSpPr>
        <p:spPr>
          <a:xfrm>
            <a:off x="13687082" y="5313462"/>
            <a:ext cx="0" cy="1484412"/>
          </a:xfrm>
          <a:prstGeom prst="line">
            <a:avLst/>
          </a:prstGeom>
          <a:solidFill>
            <a:srgbClr val="111C2D">
              <a:alpha val="0"/>
            </a:srgbClr>
          </a:solidFill>
          <a:ln w="66675">
            <a:solidFill>
              <a:srgbClr val="F9B000"/>
            </a:solidFill>
            <a:prstDash val="solid"/>
          </a:ln>
        </p:spPr>
        <p:txBody>
          <a:bodyPr/>
          <a:lstStyle/>
          <a:p>
            <a:endParaRPr lang="en-US"/>
          </a:p>
        </p:txBody>
      </p:sp>
      <p:sp>
        <p:nvSpPr>
          <p:cNvPr id="14" name="Text 12"/>
          <p:cNvSpPr/>
          <p:nvPr/>
        </p:nvSpPr>
        <p:spPr>
          <a:xfrm>
            <a:off x="14096649" y="5656362"/>
            <a:ext cx="4133746" cy="41910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700" b="1" dirty="0">
                <a:solidFill>
                  <a:srgbClr val="F1F5F9"/>
                </a:solidFill>
                <a:latin typeface="Aptos" pitchFamily="34" charset="0"/>
                <a:ea typeface="Arial" pitchFamily="34" charset="-122"/>
                <a:cs typeface="Arial" pitchFamily="34" charset="-120"/>
              </a:rPr>
              <a:t>Escopo</a:t>
            </a:r>
            <a:endParaRPr lang="en-US" sz="2900" dirty="0"/>
          </a:p>
        </p:txBody>
      </p:sp>
      <p:sp>
        <p:nvSpPr>
          <p:cNvPr id="15" name="Text 13"/>
          <p:cNvSpPr/>
          <p:nvPr/>
        </p:nvSpPr>
        <p:spPr>
          <a:xfrm>
            <a:off x="14096649" y="6075462"/>
            <a:ext cx="4133746" cy="8229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300" dirty="0">
                <a:solidFill>
                  <a:srgbClr val="F1F5F9"/>
                </a:solidFill>
                <a:latin typeface="Aptos" pitchFamily="34" charset="0"/>
                <a:ea typeface="Arial" pitchFamily="34" charset="-122"/>
                <a:cs typeface="Arial" pitchFamily="34" charset="-120"/>
              </a:rPr>
              <a:t>Sete nomes explícitos.</a:t>
            </a:r>
            <a:endParaRPr lang="en-US" sz="2300" dirty="0"/>
          </a:p>
        </p:txBody>
      </p:sp>
      <p:sp>
        <p:nvSpPr>
          <p:cNvPr id="16" name="Shape 14"/>
          <p:cNvSpPr/>
          <p:nvPr/>
        </p:nvSpPr>
        <p:spPr>
          <a:xfrm>
            <a:off x="13620410" y="7102674"/>
            <a:ext cx="4952876" cy="1484412"/>
          </a:xfrm>
          <a:prstGeom prst="rect">
            <a:avLst/>
          </a:prstGeom>
          <a:solidFill>
            <a:srgbClr val="223147"/>
          </a:solidFill>
          <a:ln w="12700">
            <a:solidFill>
              <a:srgbClr val="FFFFFF">
                <a:alpha val="0"/>
              </a:srgbClr>
            </a:solidFill>
            <a:prstDash val="solid"/>
          </a:ln>
        </p:spPr>
        <p:txBody>
          <a:bodyPr/>
          <a:lstStyle/>
          <a:p>
            <a:endParaRPr lang="en-US"/>
          </a:p>
        </p:txBody>
      </p:sp>
      <p:sp>
        <p:nvSpPr>
          <p:cNvPr id="17" name="Shape 15"/>
          <p:cNvSpPr/>
          <p:nvPr/>
        </p:nvSpPr>
        <p:spPr>
          <a:xfrm>
            <a:off x="13687082" y="7102674"/>
            <a:ext cx="0" cy="1484412"/>
          </a:xfrm>
          <a:prstGeom prst="line">
            <a:avLst/>
          </a:prstGeom>
          <a:solidFill>
            <a:srgbClr val="111C2D">
              <a:alpha val="0"/>
            </a:srgbClr>
          </a:solidFill>
          <a:ln w="66675">
            <a:solidFill>
              <a:srgbClr val="F9B000"/>
            </a:solidFill>
            <a:prstDash val="solid"/>
          </a:ln>
        </p:spPr>
        <p:txBody>
          <a:bodyPr/>
          <a:lstStyle/>
          <a:p>
            <a:endParaRPr lang="en-US"/>
          </a:p>
        </p:txBody>
      </p:sp>
      <p:sp>
        <p:nvSpPr>
          <p:cNvPr id="18" name="Text 16"/>
          <p:cNvSpPr/>
          <p:nvPr/>
        </p:nvSpPr>
        <p:spPr>
          <a:xfrm>
            <a:off x="14096649" y="7445574"/>
            <a:ext cx="4133746" cy="41910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700" b="1" dirty="0">
                <a:solidFill>
                  <a:srgbClr val="F1F5F9"/>
                </a:solidFill>
                <a:latin typeface="Aptos" pitchFamily="34" charset="0"/>
                <a:ea typeface="Arial" pitchFamily="34" charset="-122"/>
                <a:cs typeface="Arial" pitchFamily="34" charset="-120"/>
              </a:rPr>
              <a:t>Cliente</a:t>
            </a:r>
            <a:endParaRPr lang="en-US" sz="2900" dirty="0"/>
          </a:p>
        </p:txBody>
      </p:sp>
      <p:sp>
        <p:nvSpPr>
          <p:cNvPr id="19" name="Text 17"/>
          <p:cNvSpPr/>
          <p:nvPr/>
        </p:nvSpPr>
        <p:spPr>
          <a:xfrm>
            <a:off x="14096649" y="7864674"/>
            <a:ext cx="4133746" cy="8229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300" dirty="0">
                <a:solidFill>
                  <a:srgbClr val="F1F5F9"/>
                </a:solidFill>
                <a:latin typeface="Aptos" pitchFamily="34" charset="0"/>
                <a:ea typeface="Arial" pitchFamily="34" charset="-122"/>
                <a:cs typeface="Arial" pitchFamily="34" charset="-120"/>
              </a:rPr>
              <a:t>Regras dependem da versão.</a:t>
            </a:r>
            <a:endParaRPr lang="en-US" sz="2300" dirty="0"/>
          </a:p>
        </p:txBody>
      </p:sp>
      <p:sp>
        <p:nvSpPr>
          <p:cNvPr id="20" name="Shape 18"/>
          <p:cNvSpPr/>
          <p:nvPr/>
        </p:nvSpPr>
        <p:spPr>
          <a:xfrm>
            <a:off x="13620410" y="8891886"/>
            <a:ext cx="4952876" cy="1484412"/>
          </a:xfrm>
          <a:prstGeom prst="rect">
            <a:avLst/>
          </a:prstGeom>
          <a:solidFill>
            <a:srgbClr val="223147"/>
          </a:solidFill>
          <a:ln w="12700">
            <a:solidFill>
              <a:srgbClr val="FFFFFF">
                <a:alpha val="0"/>
              </a:srgbClr>
            </a:solidFill>
            <a:prstDash val="solid"/>
          </a:ln>
        </p:spPr>
        <p:txBody>
          <a:bodyPr/>
          <a:lstStyle/>
          <a:p>
            <a:endParaRPr lang="en-US"/>
          </a:p>
        </p:txBody>
      </p:sp>
      <p:sp>
        <p:nvSpPr>
          <p:cNvPr id="21" name="Shape 19"/>
          <p:cNvSpPr/>
          <p:nvPr/>
        </p:nvSpPr>
        <p:spPr>
          <a:xfrm>
            <a:off x="13687082" y="8891886"/>
            <a:ext cx="0" cy="1484412"/>
          </a:xfrm>
          <a:prstGeom prst="line">
            <a:avLst/>
          </a:prstGeom>
          <a:solidFill>
            <a:srgbClr val="111C2D">
              <a:alpha val="0"/>
            </a:srgbClr>
          </a:solidFill>
          <a:ln w="66675">
            <a:solidFill>
              <a:srgbClr val="F9B000"/>
            </a:solidFill>
            <a:prstDash val="solid"/>
          </a:ln>
        </p:spPr>
        <p:txBody>
          <a:bodyPr/>
          <a:lstStyle/>
          <a:p>
            <a:endParaRPr lang="en-US"/>
          </a:p>
        </p:txBody>
      </p:sp>
      <p:sp>
        <p:nvSpPr>
          <p:cNvPr id="22" name="Text 20"/>
          <p:cNvSpPr/>
          <p:nvPr/>
        </p:nvSpPr>
        <p:spPr>
          <a:xfrm>
            <a:off x="14096649" y="9234786"/>
            <a:ext cx="4133746" cy="41910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700" b="1" dirty="0">
                <a:solidFill>
                  <a:srgbClr val="F1F5F9"/>
                </a:solidFill>
                <a:latin typeface="Aptos" pitchFamily="34" charset="0"/>
                <a:ea typeface="Arial" pitchFamily="34" charset="-122"/>
                <a:cs typeface="Arial" pitchFamily="34" charset="-120"/>
              </a:rPr>
              <a:t>Servidor</a:t>
            </a:r>
            <a:endParaRPr lang="en-US" sz="2900" dirty="0"/>
          </a:p>
        </p:txBody>
      </p:sp>
      <p:sp>
        <p:nvSpPr>
          <p:cNvPr id="23" name="Text 21"/>
          <p:cNvSpPr/>
          <p:nvPr/>
        </p:nvSpPr>
        <p:spPr>
          <a:xfrm>
            <a:off x="14096649" y="9653886"/>
            <a:ext cx="4133746" cy="8229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300" dirty="0">
                <a:solidFill>
                  <a:srgbClr val="F1F5F9"/>
                </a:solidFill>
                <a:latin typeface="Aptos" pitchFamily="34" charset="0"/>
                <a:ea typeface="Arial" pitchFamily="34" charset="-122"/>
                <a:cs typeface="Arial" pitchFamily="34" charset="-120"/>
              </a:rPr>
              <a:t>Oferece só o contrato ensinado.</a:t>
            </a:r>
            <a:endParaRPr lang="en-US" sz="2300" dirty="0"/>
          </a:p>
        </p:txBody>
      </p:sp>
      <p:sp>
        <p:nvSpPr>
          <p:cNvPr id="24" name="Text 22"/>
          <p:cNvSpPr/>
          <p:nvPr/>
        </p:nvSpPr>
        <p:spPr>
          <a:xfrm>
            <a:off x="1409665" y="12687300"/>
            <a:ext cx="17373600" cy="5943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400" dirty="0">
                <a:solidFill>
                  <a:srgbClr val="F1F5F9"/>
                </a:solidFill>
                <a:latin typeface="Aptos" pitchFamily="34" charset="0"/>
                <a:ea typeface="Arial" pitchFamily="34" charset="-122"/>
                <a:cs typeface="Arial" pitchFamily="34" charset="-120"/>
              </a:rPr>
              <a:t>As regras do cliente complementam o escopo aplicado no servidor.</a:t>
            </a:r>
            <a:endParaRPr lang="en-US" sz="2100" dirty="0"/>
          </a:p>
        </p:txBody>
      </p:sp>
      <p:sp>
        <p:nvSpPr>
          <p:cNvPr id="25" name="TextBox 24"/>
          <p:cNvSpPr txBox="1"/>
          <p:nvPr/>
        </p:nvSpPr>
        <p:spPr>
          <a:xfrm>
            <a:off x="21214080" y="12344400"/>
            <a:ext cx="2286000" cy="502920"/>
          </a:xfrm>
          <a:prstGeom prst="rect">
            <a:avLst/>
          </a:prstGeom>
          <a:noFill/>
        </p:spPr>
        <p:txBody>
          <a:bodyPr wrap="none" lIns="0" tIns="0" rIns="0" bIns="0">
            <a:noAutofit/>
          </a:bodyPr>
          <a:lstStyle/>
          <a:p>
            <a:pPr>
              <a:lnSpc>
                <a:spcPct val="108000"/>
              </a:lnSpc>
              <a:spcBef>
                <a:spcPts val="0"/>
              </a:spcBef>
              <a:spcAft>
                <a:spcPts val="0"/>
              </a:spcAft>
            </a:pPr>
            <a:r>
              <a:rPr lang="en-US" sz="2200">
                <a:solidFill>
                  <a:srgbClr val="15243B"/>
                </a:solidFill>
                <a:latin typeface="Aptos"/>
              </a:rPr>
              <a:t>56 / 70</a:t>
            </a:r>
            <a:endParaRPr sz="2200">
              <a:solidFill>
                <a:srgbClr val="15243B"/>
              </a:solidFill>
              <a:latin typeface="Aptos"/>
            </a:endParaRP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hape 0"/>
          <p:cNvSpPr/>
          <p:nvPr/>
        </p:nvSpPr>
        <p:spPr>
          <a:xfrm>
            <a:off x="1" y="0"/>
            <a:ext cx="24383390" cy="13716000"/>
          </a:xfrm>
          <a:prstGeom prst="rect">
            <a:avLst/>
          </a:prstGeom>
          <a:solidFill>
            <a:srgbClr val="111C2D"/>
          </a:solidFill>
          <a:ln w="12700">
            <a:solidFill>
              <a:srgbClr val="FFFFFF">
                <a:alpha val="0"/>
              </a:srgbClr>
            </a:solidFill>
            <a:prstDash val="solid"/>
          </a:ln>
        </p:spPr>
        <p:txBody>
          <a:bodyPr/>
          <a:lstStyle/>
          <a:p>
            <a:endParaRPr lang="en-US"/>
          </a:p>
        </p:txBody>
      </p:sp>
      <p:sp>
        <p:nvSpPr>
          <p:cNvPr id="3" name="Shape 1"/>
          <p:cNvSpPr/>
          <p:nvPr/>
        </p:nvSpPr>
        <p:spPr>
          <a:xfrm>
            <a:off x="0" y="0"/>
            <a:ext cx="19811504" cy="1219200"/>
          </a:xfrm>
          <a:prstGeom prst="rect">
            <a:avLst/>
          </a:prstGeom>
          <a:solidFill>
            <a:srgbClr val="D9DCDF"/>
          </a:solidFill>
          <a:ln w="12700">
            <a:solidFill>
              <a:srgbClr val="FFFFFF">
                <a:alpha val="0"/>
              </a:srgbClr>
            </a:solidFill>
            <a:prstDash val="solid"/>
          </a:ln>
        </p:spPr>
        <p:txBody>
          <a:bodyPr/>
          <a:lstStyle/>
          <a:p>
            <a:endParaRPr lang="en-US"/>
          </a:p>
        </p:txBody>
      </p:sp>
      <p:sp>
        <p:nvSpPr>
          <p:cNvPr id="4" name="Shape 2"/>
          <p:cNvSpPr/>
          <p:nvPr/>
        </p:nvSpPr>
        <p:spPr>
          <a:xfrm>
            <a:off x="20382990" y="0"/>
            <a:ext cx="4000400" cy="13716000"/>
          </a:xfrm>
          <a:prstGeom prst="rect">
            <a:avLst/>
          </a:prstGeom>
          <a:solidFill>
            <a:srgbClr val="F9B000"/>
          </a:solidFill>
          <a:ln w="12700">
            <a:solidFill>
              <a:srgbClr val="FFFFFF">
                <a:alpha val="0"/>
              </a:srgbClr>
            </a:solidFill>
            <a:prstDash val="solid"/>
          </a:ln>
        </p:spPr>
        <p:txBody>
          <a:bodyPr/>
          <a:lstStyle/>
          <a:p>
            <a:endParaRPr lang="en-US"/>
          </a:p>
        </p:txBody>
      </p:sp>
      <p:sp>
        <p:nvSpPr>
          <p:cNvPr id="5" name="Text 3"/>
          <p:cNvSpPr/>
          <p:nvPr/>
        </p:nvSpPr>
        <p:spPr>
          <a:xfrm>
            <a:off x="1371567" y="1676401"/>
            <a:ext cx="17525562" cy="164592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5400" b="1" dirty="0">
                <a:solidFill>
                  <a:srgbClr val="68BDF4"/>
                </a:solidFill>
                <a:latin typeface="Aptos Display" pitchFamily="34" charset="0"/>
                <a:ea typeface="Arial" pitchFamily="34" charset="-122"/>
                <a:cs typeface="Arial" pitchFamily="34" charset="-120"/>
              </a:rPr>
              <a:t>Primeira conversa com o cliente</a:t>
            </a:r>
            <a:endParaRPr lang="en-US" sz="5700" dirty="0"/>
          </a:p>
        </p:txBody>
      </p:sp>
      <p:sp>
        <p:nvSpPr>
          <p:cNvPr id="6" name="Shape 4"/>
          <p:cNvSpPr/>
          <p:nvPr/>
        </p:nvSpPr>
        <p:spPr>
          <a:xfrm>
            <a:off x="1409665" y="3524250"/>
            <a:ext cx="12115800" cy="7810500"/>
          </a:xfrm>
          <a:prstGeom prst="rect">
            <a:avLst/>
          </a:prstGeom>
          <a:solidFill>
            <a:srgbClr val="0B2D5C"/>
          </a:solidFill>
          <a:ln w="12700">
            <a:solidFill>
              <a:srgbClr val="FFFFFF">
                <a:alpha val="0"/>
              </a:srgbClr>
            </a:solidFill>
            <a:prstDash val="solid"/>
          </a:ln>
        </p:spPr>
        <p:txBody>
          <a:bodyPr/>
          <a:lstStyle/>
          <a:p>
            <a:endParaRPr lang="en-US"/>
          </a:p>
        </p:txBody>
      </p:sp>
      <p:sp>
        <p:nvSpPr>
          <p:cNvPr id="7" name="Text 5"/>
          <p:cNvSpPr/>
          <p:nvPr/>
        </p:nvSpPr>
        <p:spPr>
          <a:xfrm>
            <a:off x="1783080" y="3767328"/>
            <a:ext cx="11567160" cy="7406640"/>
          </a:xfrm>
          <a:prstGeom prst="rect">
            <a:avLst/>
          </a:prstGeom>
          <a:noFill/>
          <a:ln/>
        </p:spPr>
        <p:txBody>
          <a:bodyPr wrap="non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Set-Location 'C:\lab_iped\mcp'</a:t>
            </a:r>
            <a:endParaRPr lang="en-US" sz="2600" dirty="0">
              <a:solidFill>
                <a:srgbClr val="F1F5F9"/>
              </a:solidFill>
              <a:latin typeface="Consolas" pitchFamily="34" charset="0"/>
              <a:ea typeface="Consolas" pitchFamily="34" charset="-122"/>
              <a:cs typeface="Consolas" pitchFamily="34" charset="-120"/>
            </a:endParaRP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opencode --version</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opencode mcp list</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opencode</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Na conversa:</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Use o MCP iped. Confirme o caso e as categorias.</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Mostre as categorias com suas quantidades.</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Pesquise aurora; filtre por categoria se adequado.</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Leia os itens relevantes.</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Explique o que os documentos sustentam sobre</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a transferência REF-AUR-017.</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Crie um marcador com critério no comentário</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e associe os IDs que sustentam a análise.</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Cite item, caminho, sessão e registro.</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Confira os vínculos pela ferramenta.</a:t>
            </a:r>
          </a:p>
        </p:txBody>
      </p:sp>
      <p:sp>
        <p:nvSpPr>
          <p:cNvPr id="8" name="Shape 6"/>
          <p:cNvSpPr/>
          <p:nvPr/>
        </p:nvSpPr>
        <p:spPr>
          <a:xfrm>
            <a:off x="13620410" y="3524250"/>
            <a:ext cx="4952876" cy="1484412"/>
          </a:xfrm>
          <a:prstGeom prst="rect">
            <a:avLst/>
          </a:prstGeom>
          <a:solidFill>
            <a:srgbClr val="223147"/>
          </a:solidFill>
          <a:ln w="12700">
            <a:solidFill>
              <a:srgbClr val="FFFFFF">
                <a:alpha val="0"/>
              </a:srgbClr>
            </a:solidFill>
            <a:prstDash val="solid"/>
          </a:ln>
        </p:spPr>
        <p:txBody>
          <a:bodyPr/>
          <a:lstStyle/>
          <a:p>
            <a:endParaRPr lang="en-US"/>
          </a:p>
        </p:txBody>
      </p:sp>
      <p:sp>
        <p:nvSpPr>
          <p:cNvPr id="9" name="Shape 7"/>
          <p:cNvSpPr/>
          <p:nvPr/>
        </p:nvSpPr>
        <p:spPr>
          <a:xfrm>
            <a:off x="13687082" y="3524250"/>
            <a:ext cx="0" cy="1484412"/>
          </a:xfrm>
          <a:prstGeom prst="line">
            <a:avLst/>
          </a:prstGeom>
          <a:solidFill>
            <a:srgbClr val="111C2D">
              <a:alpha val="0"/>
            </a:srgbClr>
          </a:solidFill>
          <a:ln w="66675">
            <a:solidFill>
              <a:srgbClr val="F9B000"/>
            </a:solidFill>
            <a:prstDash val="solid"/>
          </a:ln>
        </p:spPr>
        <p:txBody>
          <a:bodyPr/>
          <a:lstStyle/>
          <a:p>
            <a:endParaRPr lang="en-US"/>
          </a:p>
        </p:txBody>
      </p:sp>
      <p:sp>
        <p:nvSpPr>
          <p:cNvPr id="10" name="Text 8"/>
          <p:cNvSpPr/>
          <p:nvPr/>
        </p:nvSpPr>
        <p:spPr>
          <a:xfrm>
            <a:off x="14096649" y="3867150"/>
            <a:ext cx="4133746" cy="41910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700" b="1" dirty="0">
                <a:solidFill>
                  <a:srgbClr val="F1F5F9"/>
                </a:solidFill>
                <a:latin typeface="Aptos" pitchFamily="34" charset="0"/>
                <a:ea typeface="Arial" pitchFamily="34" charset="-122"/>
                <a:cs typeface="Arial" pitchFamily="34" charset="-120"/>
              </a:rPr>
              <a:t>Modelo</a:t>
            </a:r>
            <a:endParaRPr lang="en-US" sz="2900" dirty="0"/>
          </a:p>
        </p:txBody>
      </p:sp>
      <p:sp>
        <p:nvSpPr>
          <p:cNvPr id="11" name="Text 9"/>
          <p:cNvSpPr/>
          <p:nvPr/>
        </p:nvSpPr>
        <p:spPr>
          <a:xfrm>
            <a:off x="14096649" y="4286250"/>
            <a:ext cx="4133746" cy="8229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300" dirty="0">
                <a:solidFill>
                  <a:srgbClr val="F1F5F9"/>
                </a:solidFill>
                <a:latin typeface="Aptos" pitchFamily="34" charset="0"/>
                <a:ea typeface="Arial" pitchFamily="34" charset="-122"/>
                <a:cs typeface="Arial" pitchFamily="34" charset="-120"/>
              </a:rPr>
              <a:t>Usar o provedor já configurado.</a:t>
            </a:r>
            <a:endParaRPr lang="en-US" sz="2300" dirty="0"/>
          </a:p>
        </p:txBody>
      </p:sp>
      <p:sp>
        <p:nvSpPr>
          <p:cNvPr id="12" name="Shape 10"/>
          <p:cNvSpPr/>
          <p:nvPr/>
        </p:nvSpPr>
        <p:spPr>
          <a:xfrm>
            <a:off x="13620410" y="5313462"/>
            <a:ext cx="4952876" cy="1484412"/>
          </a:xfrm>
          <a:prstGeom prst="rect">
            <a:avLst/>
          </a:prstGeom>
          <a:solidFill>
            <a:srgbClr val="223147"/>
          </a:solidFill>
          <a:ln w="12700">
            <a:solidFill>
              <a:srgbClr val="FFFFFF">
                <a:alpha val="0"/>
              </a:srgbClr>
            </a:solidFill>
            <a:prstDash val="solid"/>
          </a:ln>
        </p:spPr>
        <p:txBody>
          <a:bodyPr/>
          <a:lstStyle/>
          <a:p>
            <a:endParaRPr lang="en-US"/>
          </a:p>
        </p:txBody>
      </p:sp>
      <p:sp>
        <p:nvSpPr>
          <p:cNvPr id="13" name="Shape 11"/>
          <p:cNvSpPr/>
          <p:nvPr/>
        </p:nvSpPr>
        <p:spPr>
          <a:xfrm>
            <a:off x="13687082" y="5313462"/>
            <a:ext cx="0" cy="1484412"/>
          </a:xfrm>
          <a:prstGeom prst="line">
            <a:avLst/>
          </a:prstGeom>
          <a:solidFill>
            <a:srgbClr val="111C2D">
              <a:alpha val="0"/>
            </a:srgbClr>
          </a:solidFill>
          <a:ln w="66675">
            <a:solidFill>
              <a:srgbClr val="F9B000"/>
            </a:solidFill>
            <a:prstDash val="solid"/>
          </a:ln>
        </p:spPr>
        <p:txBody>
          <a:bodyPr/>
          <a:lstStyle/>
          <a:p>
            <a:endParaRPr lang="en-US"/>
          </a:p>
        </p:txBody>
      </p:sp>
      <p:sp>
        <p:nvSpPr>
          <p:cNvPr id="14" name="Text 12"/>
          <p:cNvSpPr/>
          <p:nvPr/>
        </p:nvSpPr>
        <p:spPr>
          <a:xfrm>
            <a:off x="14096649" y="5656362"/>
            <a:ext cx="4133746" cy="41910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700" b="1" dirty="0">
                <a:solidFill>
                  <a:srgbClr val="F1F5F9"/>
                </a:solidFill>
                <a:latin typeface="Aptos" pitchFamily="34" charset="0"/>
                <a:ea typeface="Arial" pitchFamily="34" charset="-122"/>
                <a:cs typeface="Arial" pitchFamily="34" charset="-120"/>
              </a:rPr>
              <a:t>Conexão</a:t>
            </a:r>
            <a:endParaRPr lang="en-US" sz="2900" dirty="0"/>
          </a:p>
        </p:txBody>
      </p:sp>
      <p:sp>
        <p:nvSpPr>
          <p:cNvPr id="15" name="Text 13"/>
          <p:cNvSpPr/>
          <p:nvPr/>
        </p:nvSpPr>
        <p:spPr>
          <a:xfrm>
            <a:off x="14096649" y="6075462"/>
            <a:ext cx="4133746" cy="8229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300" dirty="0">
                <a:solidFill>
                  <a:srgbClr val="F1F5F9"/>
                </a:solidFill>
                <a:latin typeface="Aptos" pitchFamily="34" charset="0"/>
                <a:ea typeface="Arial" pitchFamily="34" charset="-122"/>
                <a:cs typeface="Arial" pitchFamily="34" charset="-120"/>
              </a:rPr>
              <a:t>Confirmar servidor disponível.</a:t>
            </a:r>
            <a:endParaRPr lang="en-US" sz="2300" dirty="0"/>
          </a:p>
        </p:txBody>
      </p:sp>
      <p:sp>
        <p:nvSpPr>
          <p:cNvPr id="16" name="Shape 14"/>
          <p:cNvSpPr/>
          <p:nvPr/>
        </p:nvSpPr>
        <p:spPr>
          <a:xfrm>
            <a:off x="13620410" y="7102674"/>
            <a:ext cx="4952876" cy="1484412"/>
          </a:xfrm>
          <a:prstGeom prst="rect">
            <a:avLst/>
          </a:prstGeom>
          <a:solidFill>
            <a:srgbClr val="223147"/>
          </a:solidFill>
          <a:ln w="12700">
            <a:solidFill>
              <a:srgbClr val="FFFFFF">
                <a:alpha val="0"/>
              </a:srgbClr>
            </a:solidFill>
            <a:prstDash val="solid"/>
          </a:ln>
        </p:spPr>
        <p:txBody>
          <a:bodyPr/>
          <a:lstStyle/>
          <a:p>
            <a:endParaRPr lang="en-US"/>
          </a:p>
        </p:txBody>
      </p:sp>
      <p:sp>
        <p:nvSpPr>
          <p:cNvPr id="17" name="Shape 15"/>
          <p:cNvSpPr/>
          <p:nvPr/>
        </p:nvSpPr>
        <p:spPr>
          <a:xfrm>
            <a:off x="13687082" y="7102674"/>
            <a:ext cx="0" cy="1484412"/>
          </a:xfrm>
          <a:prstGeom prst="line">
            <a:avLst/>
          </a:prstGeom>
          <a:solidFill>
            <a:srgbClr val="111C2D">
              <a:alpha val="0"/>
            </a:srgbClr>
          </a:solidFill>
          <a:ln w="66675">
            <a:solidFill>
              <a:srgbClr val="F9B000"/>
            </a:solidFill>
            <a:prstDash val="solid"/>
          </a:ln>
        </p:spPr>
        <p:txBody>
          <a:bodyPr/>
          <a:lstStyle/>
          <a:p>
            <a:endParaRPr lang="en-US"/>
          </a:p>
        </p:txBody>
      </p:sp>
      <p:sp>
        <p:nvSpPr>
          <p:cNvPr id="18" name="Text 16"/>
          <p:cNvSpPr/>
          <p:nvPr/>
        </p:nvSpPr>
        <p:spPr>
          <a:xfrm>
            <a:off x="14096649" y="7445574"/>
            <a:ext cx="4133746" cy="41910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700" b="1" dirty="0">
                <a:solidFill>
                  <a:srgbClr val="F1F5F9"/>
                </a:solidFill>
                <a:latin typeface="Aptos" pitchFamily="34" charset="0"/>
                <a:ea typeface="Arial" pitchFamily="34" charset="-122"/>
                <a:cs typeface="Arial" pitchFamily="34" charset="-120"/>
              </a:rPr>
              <a:t>Missão</a:t>
            </a:r>
            <a:endParaRPr lang="en-US" sz="2900" dirty="0"/>
          </a:p>
        </p:txBody>
      </p:sp>
      <p:sp>
        <p:nvSpPr>
          <p:cNvPr id="19" name="Text 17"/>
          <p:cNvSpPr/>
          <p:nvPr/>
        </p:nvSpPr>
        <p:spPr>
          <a:xfrm>
            <a:off x="14096649" y="7864674"/>
            <a:ext cx="4133746" cy="8229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300" dirty="0">
                <a:solidFill>
                  <a:srgbClr val="F1F5F9"/>
                </a:solidFill>
                <a:latin typeface="Aptos" pitchFamily="34" charset="0"/>
                <a:ea typeface="Arial" pitchFamily="34" charset="-122"/>
                <a:cs typeface="Arial" pitchFamily="34" charset="-120"/>
              </a:rPr>
              <a:t>Pergunta ampla com fontes.</a:t>
            </a:r>
            <a:endParaRPr lang="en-US" sz="2300" dirty="0"/>
          </a:p>
        </p:txBody>
      </p:sp>
      <p:sp>
        <p:nvSpPr>
          <p:cNvPr id="20" name="Shape 18"/>
          <p:cNvSpPr/>
          <p:nvPr/>
        </p:nvSpPr>
        <p:spPr>
          <a:xfrm>
            <a:off x="13620410" y="8891886"/>
            <a:ext cx="4952876" cy="1484412"/>
          </a:xfrm>
          <a:prstGeom prst="rect">
            <a:avLst/>
          </a:prstGeom>
          <a:solidFill>
            <a:srgbClr val="223147"/>
          </a:solidFill>
          <a:ln w="12700">
            <a:solidFill>
              <a:srgbClr val="FFFFFF">
                <a:alpha val="0"/>
              </a:srgbClr>
            </a:solidFill>
            <a:prstDash val="solid"/>
          </a:ln>
        </p:spPr>
        <p:txBody>
          <a:bodyPr/>
          <a:lstStyle/>
          <a:p>
            <a:endParaRPr lang="en-US"/>
          </a:p>
        </p:txBody>
      </p:sp>
      <p:sp>
        <p:nvSpPr>
          <p:cNvPr id="21" name="Shape 19"/>
          <p:cNvSpPr/>
          <p:nvPr/>
        </p:nvSpPr>
        <p:spPr>
          <a:xfrm>
            <a:off x="13687082" y="8891886"/>
            <a:ext cx="0" cy="1484412"/>
          </a:xfrm>
          <a:prstGeom prst="line">
            <a:avLst/>
          </a:prstGeom>
          <a:solidFill>
            <a:srgbClr val="111C2D">
              <a:alpha val="0"/>
            </a:srgbClr>
          </a:solidFill>
          <a:ln w="66675">
            <a:solidFill>
              <a:srgbClr val="F9B000"/>
            </a:solidFill>
            <a:prstDash val="solid"/>
          </a:ln>
        </p:spPr>
        <p:txBody>
          <a:bodyPr/>
          <a:lstStyle/>
          <a:p>
            <a:endParaRPr lang="en-US"/>
          </a:p>
        </p:txBody>
      </p:sp>
      <p:sp>
        <p:nvSpPr>
          <p:cNvPr id="22" name="Text 20"/>
          <p:cNvSpPr/>
          <p:nvPr/>
        </p:nvSpPr>
        <p:spPr>
          <a:xfrm>
            <a:off x="14096649" y="9234786"/>
            <a:ext cx="4133746" cy="41910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700" b="1" dirty="0">
                <a:solidFill>
                  <a:srgbClr val="F1F5F9"/>
                </a:solidFill>
                <a:latin typeface="Aptos" pitchFamily="34" charset="0"/>
                <a:ea typeface="Arial" pitchFamily="34" charset="-122"/>
                <a:cs typeface="Arial" pitchFamily="34" charset="-120"/>
              </a:rPr>
              <a:t>Conferência</a:t>
            </a:r>
            <a:endParaRPr lang="en-US" sz="2900" dirty="0"/>
          </a:p>
        </p:txBody>
      </p:sp>
      <p:sp>
        <p:nvSpPr>
          <p:cNvPr id="23" name="Text 21"/>
          <p:cNvSpPr/>
          <p:nvPr/>
        </p:nvSpPr>
        <p:spPr>
          <a:xfrm>
            <a:off x="14096649" y="9653886"/>
            <a:ext cx="4133746" cy="8229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300" dirty="0">
                <a:solidFill>
                  <a:srgbClr val="F1F5F9"/>
                </a:solidFill>
                <a:latin typeface="Aptos" pitchFamily="34" charset="0"/>
                <a:ea typeface="Arial" pitchFamily="34" charset="-122"/>
                <a:cs typeface="Arial" pitchFamily="34" charset="-120"/>
              </a:rPr>
              <a:t>Reabrir os itens no IPED.</a:t>
            </a:r>
            <a:endParaRPr lang="en-US" sz="2300" dirty="0"/>
          </a:p>
        </p:txBody>
      </p:sp>
      <p:sp>
        <p:nvSpPr>
          <p:cNvPr id="24" name="Text 22"/>
          <p:cNvSpPr/>
          <p:nvPr/>
        </p:nvSpPr>
        <p:spPr>
          <a:xfrm>
            <a:off x="1409665" y="12687300"/>
            <a:ext cx="17373600" cy="5943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400" dirty="0">
                <a:solidFill>
                  <a:srgbClr val="F1F5F9"/>
                </a:solidFill>
                <a:latin typeface="Aptos" pitchFamily="34" charset="0"/>
                <a:ea typeface="Arial" pitchFamily="34" charset="-122"/>
                <a:cs typeface="Arial" pitchFamily="34" charset="-120"/>
              </a:rPr>
              <a:t>Uma mensagem final só é verificável quando mantém suas referências.</a:t>
            </a:r>
            <a:endParaRPr lang="en-US" sz="2100" dirty="0"/>
          </a:p>
        </p:txBody>
      </p:sp>
      <p:sp>
        <p:nvSpPr>
          <p:cNvPr id="25" name="TextBox 24"/>
          <p:cNvSpPr txBox="1"/>
          <p:nvPr/>
        </p:nvSpPr>
        <p:spPr>
          <a:xfrm>
            <a:off x="21214080" y="12344400"/>
            <a:ext cx="2286000" cy="502920"/>
          </a:xfrm>
          <a:prstGeom prst="rect">
            <a:avLst/>
          </a:prstGeom>
          <a:noFill/>
        </p:spPr>
        <p:txBody>
          <a:bodyPr wrap="none" lIns="0" tIns="0" rIns="0" bIns="0">
            <a:noAutofit/>
          </a:bodyPr>
          <a:lstStyle/>
          <a:p>
            <a:pPr>
              <a:lnSpc>
                <a:spcPct val="108000"/>
              </a:lnSpc>
              <a:spcBef>
                <a:spcPts val="0"/>
              </a:spcBef>
              <a:spcAft>
                <a:spcPts val="0"/>
              </a:spcAft>
            </a:pPr>
            <a:r>
              <a:rPr lang="en-US" sz="2200">
                <a:solidFill>
                  <a:srgbClr val="15243B"/>
                </a:solidFill>
                <a:latin typeface="Aptos"/>
              </a:rPr>
              <a:t>57 / 70</a:t>
            </a:r>
            <a:endParaRPr sz="2200">
              <a:solidFill>
                <a:srgbClr val="15243B"/>
              </a:solidFill>
              <a:latin typeface="Aptos"/>
            </a:endParaRP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hape 0"/>
          <p:cNvSpPr/>
          <p:nvPr/>
        </p:nvSpPr>
        <p:spPr>
          <a:xfrm>
            <a:off x="1" y="0"/>
            <a:ext cx="24383390" cy="13716000"/>
          </a:xfrm>
          <a:prstGeom prst="rect">
            <a:avLst/>
          </a:prstGeom>
          <a:solidFill>
            <a:srgbClr val="111C2D"/>
          </a:solidFill>
          <a:ln w="12700">
            <a:solidFill>
              <a:srgbClr val="FFFFFF">
                <a:alpha val="0"/>
              </a:srgbClr>
            </a:solidFill>
            <a:prstDash val="solid"/>
          </a:ln>
        </p:spPr>
        <p:txBody>
          <a:bodyPr/>
          <a:lstStyle/>
          <a:p>
            <a:endParaRPr lang="en-US"/>
          </a:p>
        </p:txBody>
      </p:sp>
      <p:sp>
        <p:nvSpPr>
          <p:cNvPr id="3" name="Shape 1"/>
          <p:cNvSpPr/>
          <p:nvPr/>
        </p:nvSpPr>
        <p:spPr>
          <a:xfrm>
            <a:off x="0" y="0"/>
            <a:ext cx="19811504" cy="1219200"/>
          </a:xfrm>
          <a:prstGeom prst="rect">
            <a:avLst/>
          </a:prstGeom>
          <a:solidFill>
            <a:srgbClr val="D9DCDF"/>
          </a:solidFill>
          <a:ln w="12700">
            <a:solidFill>
              <a:srgbClr val="FFFFFF">
                <a:alpha val="0"/>
              </a:srgbClr>
            </a:solidFill>
            <a:prstDash val="solid"/>
          </a:ln>
        </p:spPr>
        <p:txBody>
          <a:bodyPr/>
          <a:lstStyle/>
          <a:p>
            <a:endParaRPr lang="en-US"/>
          </a:p>
        </p:txBody>
      </p:sp>
      <p:sp>
        <p:nvSpPr>
          <p:cNvPr id="4" name="Shape 2"/>
          <p:cNvSpPr/>
          <p:nvPr/>
        </p:nvSpPr>
        <p:spPr>
          <a:xfrm>
            <a:off x="20382990" y="0"/>
            <a:ext cx="4000400" cy="13716000"/>
          </a:xfrm>
          <a:prstGeom prst="rect">
            <a:avLst/>
          </a:prstGeom>
          <a:solidFill>
            <a:srgbClr val="F9B000"/>
          </a:solidFill>
          <a:ln w="12700">
            <a:solidFill>
              <a:srgbClr val="FFFFFF">
                <a:alpha val="0"/>
              </a:srgbClr>
            </a:solidFill>
            <a:prstDash val="solid"/>
          </a:ln>
        </p:spPr>
        <p:txBody>
          <a:bodyPr/>
          <a:lstStyle/>
          <a:p>
            <a:endParaRPr lang="en-US"/>
          </a:p>
        </p:txBody>
      </p:sp>
      <p:sp>
        <p:nvSpPr>
          <p:cNvPr id="5" name="Text 3"/>
          <p:cNvSpPr/>
          <p:nvPr/>
        </p:nvSpPr>
        <p:spPr>
          <a:xfrm>
            <a:off x="1371567" y="1676400"/>
            <a:ext cx="17525562" cy="164592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5400" b="1" dirty="0">
                <a:solidFill>
                  <a:srgbClr val="68BDF4"/>
                </a:solidFill>
                <a:latin typeface="Aptos Display" pitchFamily="34" charset="0"/>
                <a:ea typeface="Arial" pitchFamily="34" charset="-122"/>
                <a:cs typeface="Arial" pitchFamily="34" charset="-120"/>
              </a:rPr>
              <a:t>Conteúdo do caso como dado</a:t>
            </a:r>
            <a:endParaRPr lang="en-US" sz="5600" dirty="0"/>
          </a:p>
        </p:txBody>
      </p:sp>
      <p:sp>
        <p:nvSpPr>
          <p:cNvPr id="6" name="Shape 4"/>
          <p:cNvSpPr/>
          <p:nvPr/>
        </p:nvSpPr>
        <p:spPr>
          <a:xfrm>
            <a:off x="1409664" y="3619500"/>
            <a:ext cx="8400840" cy="3543300"/>
          </a:xfrm>
          <a:prstGeom prst="rect">
            <a:avLst/>
          </a:prstGeom>
          <a:solidFill>
            <a:srgbClr val="223147"/>
          </a:solidFill>
          <a:ln w="12700">
            <a:solidFill>
              <a:srgbClr val="FFFFFF">
                <a:alpha val="0"/>
              </a:srgbClr>
            </a:solidFill>
            <a:prstDash val="solid"/>
          </a:ln>
        </p:spPr>
        <p:txBody>
          <a:bodyPr/>
          <a:lstStyle/>
          <a:p>
            <a:endParaRPr lang="en-US"/>
          </a:p>
        </p:txBody>
      </p:sp>
      <p:sp>
        <p:nvSpPr>
          <p:cNvPr id="7" name="Shape 5"/>
          <p:cNvSpPr/>
          <p:nvPr/>
        </p:nvSpPr>
        <p:spPr>
          <a:xfrm>
            <a:off x="1476338" y="3619500"/>
            <a:ext cx="0" cy="3543300"/>
          </a:xfrm>
          <a:prstGeom prst="line">
            <a:avLst/>
          </a:prstGeom>
          <a:solidFill>
            <a:srgbClr val="111C2D">
              <a:alpha val="0"/>
            </a:srgbClr>
          </a:solidFill>
          <a:ln w="66675">
            <a:solidFill>
              <a:srgbClr val="0B6FBD"/>
            </a:solidFill>
            <a:prstDash val="solid"/>
          </a:ln>
        </p:spPr>
        <p:txBody>
          <a:bodyPr/>
          <a:lstStyle/>
          <a:p>
            <a:endParaRPr lang="en-US"/>
          </a:p>
        </p:txBody>
      </p:sp>
      <p:sp>
        <p:nvSpPr>
          <p:cNvPr id="8" name="Text 6"/>
          <p:cNvSpPr/>
          <p:nvPr/>
        </p:nvSpPr>
        <p:spPr>
          <a:xfrm>
            <a:off x="2000200" y="4076701"/>
            <a:ext cx="7353116" cy="51435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3200" b="1" dirty="0">
                <a:solidFill>
                  <a:srgbClr val="F1F5F9"/>
                </a:solidFill>
                <a:latin typeface="Aptos" pitchFamily="34" charset="0"/>
                <a:ea typeface="Arial" pitchFamily="34" charset="-122"/>
                <a:cs typeface="Arial" pitchFamily="34" charset="-120"/>
              </a:rPr>
              <a:t>Documento</a:t>
            </a:r>
            <a:endParaRPr lang="en-US" sz="3500" dirty="0"/>
          </a:p>
        </p:txBody>
      </p:sp>
      <p:sp>
        <p:nvSpPr>
          <p:cNvPr id="9" name="Text 7"/>
          <p:cNvSpPr/>
          <p:nvPr/>
        </p:nvSpPr>
        <p:spPr>
          <a:xfrm>
            <a:off x="2000200" y="4591051"/>
            <a:ext cx="7353116" cy="19659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800" dirty="0">
                <a:solidFill>
                  <a:srgbClr val="F1F5F9"/>
                </a:solidFill>
                <a:latin typeface="Aptos" pitchFamily="34" charset="0"/>
                <a:ea typeface="Arial" pitchFamily="34" charset="-122"/>
                <a:cs typeface="Arial" pitchFamily="34" charset="-120"/>
              </a:rPr>
              <a:t>Pode conter texto que tenta comandar o leitor.</a:t>
            </a:r>
            <a:endParaRPr lang="en-US" sz="2700" dirty="0"/>
          </a:p>
        </p:txBody>
      </p:sp>
      <p:sp>
        <p:nvSpPr>
          <p:cNvPr id="10" name="Shape 8"/>
          <p:cNvSpPr/>
          <p:nvPr/>
        </p:nvSpPr>
        <p:spPr>
          <a:xfrm>
            <a:off x="10153396" y="3619500"/>
            <a:ext cx="8400840" cy="3543300"/>
          </a:xfrm>
          <a:prstGeom prst="rect">
            <a:avLst/>
          </a:prstGeom>
          <a:solidFill>
            <a:srgbClr val="223147"/>
          </a:solidFill>
          <a:ln w="12700">
            <a:solidFill>
              <a:srgbClr val="FFFFFF">
                <a:alpha val="0"/>
              </a:srgbClr>
            </a:solidFill>
            <a:prstDash val="solid"/>
          </a:ln>
        </p:spPr>
        <p:txBody>
          <a:bodyPr/>
          <a:lstStyle/>
          <a:p>
            <a:endParaRPr lang="en-US"/>
          </a:p>
        </p:txBody>
      </p:sp>
      <p:sp>
        <p:nvSpPr>
          <p:cNvPr id="11" name="Shape 9"/>
          <p:cNvSpPr/>
          <p:nvPr/>
        </p:nvSpPr>
        <p:spPr>
          <a:xfrm>
            <a:off x="10220070" y="3619500"/>
            <a:ext cx="0" cy="3543300"/>
          </a:xfrm>
          <a:prstGeom prst="line">
            <a:avLst/>
          </a:prstGeom>
          <a:solidFill>
            <a:srgbClr val="111C2D">
              <a:alpha val="0"/>
            </a:srgbClr>
          </a:solidFill>
          <a:ln w="66675">
            <a:solidFill>
              <a:srgbClr val="0B6FBD"/>
            </a:solidFill>
            <a:prstDash val="solid"/>
          </a:ln>
        </p:spPr>
        <p:txBody>
          <a:bodyPr/>
          <a:lstStyle/>
          <a:p>
            <a:endParaRPr lang="en-US"/>
          </a:p>
        </p:txBody>
      </p:sp>
      <p:sp>
        <p:nvSpPr>
          <p:cNvPr id="12" name="Text 10"/>
          <p:cNvSpPr/>
          <p:nvPr/>
        </p:nvSpPr>
        <p:spPr>
          <a:xfrm>
            <a:off x="10743932" y="4076701"/>
            <a:ext cx="7353116" cy="51435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3200" b="1" dirty="0">
                <a:solidFill>
                  <a:srgbClr val="F1F5F9"/>
                </a:solidFill>
                <a:latin typeface="Aptos" pitchFamily="34" charset="0"/>
                <a:ea typeface="Arial" pitchFamily="34" charset="-122"/>
                <a:cs typeface="Arial" pitchFamily="34" charset="-120"/>
              </a:rPr>
              <a:t>Instrução do cliente</a:t>
            </a:r>
            <a:endParaRPr lang="en-US" sz="3500" dirty="0"/>
          </a:p>
        </p:txBody>
      </p:sp>
      <p:sp>
        <p:nvSpPr>
          <p:cNvPr id="13" name="Text 11"/>
          <p:cNvSpPr/>
          <p:nvPr/>
        </p:nvSpPr>
        <p:spPr>
          <a:xfrm>
            <a:off x="10743932" y="4591051"/>
            <a:ext cx="7353116" cy="19659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800" dirty="0">
                <a:solidFill>
                  <a:srgbClr val="F1F5F9"/>
                </a:solidFill>
                <a:latin typeface="Aptos" pitchFamily="34" charset="0"/>
                <a:ea typeface="Arial" pitchFamily="34" charset="-122"/>
                <a:cs typeface="Arial" pitchFamily="34" charset="-120"/>
              </a:rPr>
              <a:t>Define a pergunta e as ferramentas permitidas.</a:t>
            </a:r>
            <a:endParaRPr lang="en-US" sz="2700" dirty="0"/>
          </a:p>
        </p:txBody>
      </p:sp>
      <p:sp>
        <p:nvSpPr>
          <p:cNvPr id="14" name="Shape 12"/>
          <p:cNvSpPr/>
          <p:nvPr/>
        </p:nvSpPr>
        <p:spPr>
          <a:xfrm>
            <a:off x="1409664" y="7505700"/>
            <a:ext cx="8400840" cy="3543300"/>
          </a:xfrm>
          <a:prstGeom prst="rect">
            <a:avLst/>
          </a:prstGeom>
          <a:solidFill>
            <a:srgbClr val="223147"/>
          </a:solidFill>
          <a:ln w="12700">
            <a:solidFill>
              <a:srgbClr val="FFFFFF">
                <a:alpha val="0"/>
              </a:srgbClr>
            </a:solidFill>
            <a:prstDash val="solid"/>
          </a:ln>
        </p:spPr>
        <p:txBody>
          <a:bodyPr/>
          <a:lstStyle/>
          <a:p>
            <a:endParaRPr lang="en-US"/>
          </a:p>
        </p:txBody>
      </p:sp>
      <p:sp>
        <p:nvSpPr>
          <p:cNvPr id="15" name="Shape 13"/>
          <p:cNvSpPr/>
          <p:nvPr/>
        </p:nvSpPr>
        <p:spPr>
          <a:xfrm>
            <a:off x="1476338" y="7505700"/>
            <a:ext cx="0" cy="3543300"/>
          </a:xfrm>
          <a:prstGeom prst="line">
            <a:avLst/>
          </a:prstGeom>
          <a:solidFill>
            <a:srgbClr val="111C2D">
              <a:alpha val="0"/>
            </a:srgbClr>
          </a:solidFill>
          <a:ln w="66675">
            <a:solidFill>
              <a:srgbClr val="F9B000"/>
            </a:solidFill>
            <a:prstDash val="solid"/>
          </a:ln>
        </p:spPr>
        <p:txBody>
          <a:bodyPr/>
          <a:lstStyle/>
          <a:p>
            <a:endParaRPr lang="en-US"/>
          </a:p>
        </p:txBody>
      </p:sp>
      <p:sp>
        <p:nvSpPr>
          <p:cNvPr id="16" name="Text 14"/>
          <p:cNvSpPr/>
          <p:nvPr/>
        </p:nvSpPr>
        <p:spPr>
          <a:xfrm>
            <a:off x="2000200" y="7962901"/>
            <a:ext cx="7353116" cy="51435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3200" b="1" dirty="0">
                <a:solidFill>
                  <a:srgbClr val="F1F5F9"/>
                </a:solidFill>
                <a:latin typeface="Aptos" pitchFamily="34" charset="0"/>
                <a:ea typeface="Arial" pitchFamily="34" charset="-122"/>
                <a:cs typeface="Arial" pitchFamily="34" charset="-120"/>
              </a:rPr>
              <a:t>Interpretação</a:t>
            </a:r>
            <a:endParaRPr lang="en-US" sz="3500" dirty="0"/>
          </a:p>
        </p:txBody>
      </p:sp>
      <p:sp>
        <p:nvSpPr>
          <p:cNvPr id="17" name="Text 15"/>
          <p:cNvSpPr/>
          <p:nvPr/>
        </p:nvSpPr>
        <p:spPr>
          <a:xfrm>
            <a:off x="2000200" y="8477251"/>
            <a:ext cx="7353116" cy="19659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800" dirty="0">
                <a:solidFill>
                  <a:srgbClr val="F1F5F9"/>
                </a:solidFill>
                <a:latin typeface="Aptos" pitchFamily="34" charset="0"/>
                <a:ea typeface="Arial" pitchFamily="34" charset="-122"/>
                <a:cs typeface="Arial" pitchFamily="34" charset="-120"/>
              </a:rPr>
              <a:t>Citar o trecho e avaliar sua relação com a hipótese.</a:t>
            </a:r>
            <a:endParaRPr lang="en-US" sz="2700" dirty="0"/>
          </a:p>
        </p:txBody>
      </p:sp>
      <p:sp>
        <p:nvSpPr>
          <p:cNvPr id="18" name="Shape 16"/>
          <p:cNvSpPr/>
          <p:nvPr/>
        </p:nvSpPr>
        <p:spPr>
          <a:xfrm>
            <a:off x="10153396" y="7505700"/>
            <a:ext cx="8400840" cy="3543300"/>
          </a:xfrm>
          <a:prstGeom prst="rect">
            <a:avLst/>
          </a:prstGeom>
          <a:solidFill>
            <a:srgbClr val="223147"/>
          </a:solidFill>
          <a:ln w="12700">
            <a:solidFill>
              <a:srgbClr val="FFFFFF">
                <a:alpha val="0"/>
              </a:srgbClr>
            </a:solidFill>
            <a:prstDash val="solid"/>
          </a:ln>
        </p:spPr>
        <p:txBody>
          <a:bodyPr/>
          <a:lstStyle/>
          <a:p>
            <a:endParaRPr lang="en-US"/>
          </a:p>
        </p:txBody>
      </p:sp>
      <p:sp>
        <p:nvSpPr>
          <p:cNvPr id="19" name="Shape 17"/>
          <p:cNvSpPr/>
          <p:nvPr/>
        </p:nvSpPr>
        <p:spPr>
          <a:xfrm>
            <a:off x="10220070" y="7505700"/>
            <a:ext cx="0" cy="3543300"/>
          </a:xfrm>
          <a:prstGeom prst="line">
            <a:avLst/>
          </a:prstGeom>
          <a:solidFill>
            <a:srgbClr val="111C2D">
              <a:alpha val="0"/>
            </a:srgbClr>
          </a:solidFill>
          <a:ln w="66675">
            <a:solidFill>
              <a:srgbClr val="F9B000"/>
            </a:solidFill>
            <a:prstDash val="solid"/>
          </a:ln>
        </p:spPr>
        <p:txBody>
          <a:bodyPr/>
          <a:lstStyle/>
          <a:p>
            <a:endParaRPr lang="en-US"/>
          </a:p>
        </p:txBody>
      </p:sp>
      <p:sp>
        <p:nvSpPr>
          <p:cNvPr id="20" name="Text 18"/>
          <p:cNvSpPr/>
          <p:nvPr/>
        </p:nvSpPr>
        <p:spPr>
          <a:xfrm>
            <a:off x="10743932" y="7962901"/>
            <a:ext cx="7353116" cy="51435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3200" b="1" dirty="0">
                <a:solidFill>
                  <a:srgbClr val="F1F5F9"/>
                </a:solidFill>
                <a:latin typeface="Aptos" pitchFamily="34" charset="0"/>
                <a:ea typeface="Arial" pitchFamily="34" charset="-122"/>
                <a:cs typeface="Arial" pitchFamily="34" charset="-120"/>
              </a:rPr>
              <a:t>Verificação</a:t>
            </a:r>
            <a:endParaRPr lang="en-US" sz="3500" dirty="0"/>
          </a:p>
        </p:txBody>
      </p:sp>
      <p:sp>
        <p:nvSpPr>
          <p:cNvPr id="21" name="Text 19"/>
          <p:cNvSpPr/>
          <p:nvPr/>
        </p:nvSpPr>
        <p:spPr>
          <a:xfrm>
            <a:off x="10743932" y="8477251"/>
            <a:ext cx="7353116" cy="19659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800" dirty="0">
                <a:solidFill>
                  <a:srgbClr val="F1F5F9"/>
                </a:solidFill>
                <a:latin typeface="Aptos" pitchFamily="34" charset="0"/>
                <a:ea typeface="Arial" pitchFamily="34" charset="-122"/>
                <a:cs typeface="Arial" pitchFamily="34" charset="-120"/>
              </a:rPr>
              <a:t>Conferir se a resposta seguiu a evidência disponível.</a:t>
            </a:r>
            <a:endParaRPr lang="en-US" sz="2700" dirty="0"/>
          </a:p>
        </p:txBody>
      </p:sp>
      <p:sp>
        <p:nvSpPr>
          <p:cNvPr id="22" name="Text 20"/>
          <p:cNvSpPr/>
          <p:nvPr/>
        </p:nvSpPr>
        <p:spPr>
          <a:xfrm>
            <a:off x="1409664" y="11734801"/>
            <a:ext cx="17144572" cy="112395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500" dirty="0">
                <a:solidFill>
                  <a:srgbClr val="F1F5F9"/>
                </a:solidFill>
                <a:latin typeface="Aptos" pitchFamily="34" charset="0"/>
                <a:ea typeface="Arial" pitchFamily="34" charset="-122"/>
                <a:cs typeface="Arial" pitchFamily="34" charset="-120"/>
              </a:rPr>
              <a:t>Texto encontrado em um item não altera o contrato das ferramentas.</a:t>
            </a:r>
            <a:endParaRPr lang="en-US" sz="3000" dirty="0"/>
          </a:p>
        </p:txBody>
      </p:sp>
      <p:sp>
        <p:nvSpPr>
          <p:cNvPr id="23" name="TextBox 22"/>
          <p:cNvSpPr txBox="1"/>
          <p:nvPr/>
        </p:nvSpPr>
        <p:spPr>
          <a:xfrm>
            <a:off x="21214080" y="12344400"/>
            <a:ext cx="2286000" cy="502920"/>
          </a:xfrm>
          <a:prstGeom prst="rect">
            <a:avLst/>
          </a:prstGeom>
          <a:noFill/>
        </p:spPr>
        <p:txBody>
          <a:bodyPr wrap="none" lIns="0" tIns="0" rIns="0" bIns="0">
            <a:noAutofit/>
          </a:bodyPr>
          <a:lstStyle/>
          <a:p>
            <a:pPr>
              <a:lnSpc>
                <a:spcPct val="108000"/>
              </a:lnSpc>
              <a:spcBef>
                <a:spcPts val="0"/>
              </a:spcBef>
              <a:spcAft>
                <a:spcPts val="0"/>
              </a:spcAft>
            </a:pPr>
            <a:r>
              <a:rPr lang="en-US" sz="2200">
                <a:solidFill>
                  <a:srgbClr val="15243B"/>
                </a:solidFill>
                <a:latin typeface="Aptos"/>
              </a:rPr>
              <a:t>58 / 70</a:t>
            </a:r>
            <a:endParaRPr sz="2200">
              <a:solidFill>
                <a:srgbClr val="15243B"/>
              </a:solidFill>
              <a:latin typeface="Aptos"/>
            </a:endParaRP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hape 0"/>
          <p:cNvSpPr/>
          <p:nvPr/>
        </p:nvSpPr>
        <p:spPr>
          <a:xfrm>
            <a:off x="1" y="0"/>
            <a:ext cx="24383390" cy="13716000"/>
          </a:xfrm>
          <a:prstGeom prst="rect">
            <a:avLst/>
          </a:prstGeom>
          <a:solidFill>
            <a:srgbClr val="111C2D"/>
          </a:solidFill>
          <a:ln w="12700">
            <a:solidFill>
              <a:srgbClr val="FFFFFF">
                <a:alpha val="0"/>
              </a:srgbClr>
            </a:solidFill>
            <a:prstDash val="solid"/>
          </a:ln>
        </p:spPr>
        <p:txBody>
          <a:bodyPr/>
          <a:lstStyle/>
          <a:p>
            <a:endParaRPr lang="en-US"/>
          </a:p>
        </p:txBody>
      </p:sp>
      <p:sp>
        <p:nvSpPr>
          <p:cNvPr id="3" name="Shape 1"/>
          <p:cNvSpPr/>
          <p:nvPr/>
        </p:nvSpPr>
        <p:spPr>
          <a:xfrm>
            <a:off x="0" y="0"/>
            <a:ext cx="19811504" cy="1219200"/>
          </a:xfrm>
          <a:prstGeom prst="rect">
            <a:avLst/>
          </a:prstGeom>
          <a:solidFill>
            <a:srgbClr val="D9DCDF"/>
          </a:solidFill>
          <a:ln w="12700">
            <a:solidFill>
              <a:srgbClr val="FFFFFF">
                <a:alpha val="0"/>
              </a:srgbClr>
            </a:solidFill>
            <a:prstDash val="solid"/>
          </a:ln>
        </p:spPr>
        <p:txBody>
          <a:bodyPr/>
          <a:lstStyle/>
          <a:p>
            <a:endParaRPr lang="en-US"/>
          </a:p>
        </p:txBody>
      </p:sp>
      <p:sp>
        <p:nvSpPr>
          <p:cNvPr id="4" name="Shape 2"/>
          <p:cNvSpPr/>
          <p:nvPr/>
        </p:nvSpPr>
        <p:spPr>
          <a:xfrm>
            <a:off x="20382990" y="0"/>
            <a:ext cx="4000400" cy="13716000"/>
          </a:xfrm>
          <a:prstGeom prst="rect">
            <a:avLst/>
          </a:prstGeom>
          <a:solidFill>
            <a:srgbClr val="F9B000"/>
          </a:solidFill>
          <a:ln w="12700">
            <a:solidFill>
              <a:srgbClr val="FFFFFF">
                <a:alpha val="0"/>
              </a:srgbClr>
            </a:solidFill>
            <a:prstDash val="solid"/>
          </a:ln>
        </p:spPr>
        <p:txBody>
          <a:bodyPr/>
          <a:lstStyle/>
          <a:p>
            <a:endParaRPr lang="en-US"/>
          </a:p>
        </p:txBody>
      </p:sp>
      <p:sp>
        <p:nvSpPr>
          <p:cNvPr id="5" name="Text 3"/>
          <p:cNvSpPr/>
          <p:nvPr/>
        </p:nvSpPr>
        <p:spPr>
          <a:xfrm>
            <a:off x="1371567" y="1676400"/>
            <a:ext cx="17335066" cy="164592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5400" b="1" dirty="0">
                <a:solidFill>
                  <a:srgbClr val="68BDF4"/>
                </a:solidFill>
                <a:latin typeface="Aptos Display" pitchFamily="34" charset="0"/>
                <a:ea typeface="Arial" pitchFamily="34" charset="-122"/>
                <a:cs typeface="Arial" pitchFamily="34" charset="-120"/>
              </a:rPr>
              <a:t>Falhas e diagnóstico</a:t>
            </a:r>
            <a:endParaRPr lang="en-US" sz="5600" dirty="0"/>
          </a:p>
        </p:txBody>
      </p:sp>
      <p:sp>
        <p:nvSpPr>
          <p:cNvPr id="6" name="Shape 4"/>
          <p:cNvSpPr/>
          <p:nvPr/>
        </p:nvSpPr>
        <p:spPr>
          <a:xfrm>
            <a:off x="1409664" y="3619501"/>
            <a:ext cx="17144572" cy="1581150"/>
          </a:xfrm>
          <a:prstGeom prst="rect">
            <a:avLst/>
          </a:prstGeom>
          <a:solidFill>
            <a:srgbClr val="223147"/>
          </a:solidFill>
          <a:ln w="12700">
            <a:solidFill>
              <a:srgbClr val="FFFFFF">
                <a:alpha val="0"/>
              </a:srgbClr>
            </a:solidFill>
            <a:prstDash val="solid"/>
          </a:ln>
        </p:spPr>
        <p:txBody>
          <a:bodyPr/>
          <a:lstStyle/>
          <a:p>
            <a:endParaRPr lang="en-US"/>
          </a:p>
        </p:txBody>
      </p:sp>
      <p:sp>
        <p:nvSpPr>
          <p:cNvPr id="7" name="Shape 5"/>
          <p:cNvSpPr/>
          <p:nvPr/>
        </p:nvSpPr>
        <p:spPr>
          <a:xfrm>
            <a:off x="1409664" y="5191126"/>
            <a:ext cx="17144572" cy="0"/>
          </a:xfrm>
          <a:prstGeom prst="line">
            <a:avLst/>
          </a:prstGeom>
          <a:solidFill>
            <a:srgbClr val="111C2D">
              <a:alpha val="0"/>
            </a:srgbClr>
          </a:solidFill>
          <a:ln w="9525">
            <a:solidFill>
              <a:srgbClr val="CBD5E1"/>
            </a:solidFill>
            <a:prstDash val="solid"/>
          </a:ln>
        </p:spPr>
        <p:txBody>
          <a:bodyPr/>
          <a:lstStyle/>
          <a:p>
            <a:endParaRPr lang="en-US"/>
          </a:p>
        </p:txBody>
      </p:sp>
      <p:sp>
        <p:nvSpPr>
          <p:cNvPr id="8" name="Text 6"/>
          <p:cNvSpPr/>
          <p:nvPr/>
        </p:nvSpPr>
        <p:spPr>
          <a:xfrm>
            <a:off x="1828754" y="4162425"/>
            <a:ext cx="5143372" cy="47625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800" b="1" dirty="0">
                <a:solidFill>
                  <a:srgbClr val="F1F5F9"/>
                </a:solidFill>
                <a:latin typeface="Aptos" pitchFamily="34" charset="0"/>
                <a:ea typeface="Arial" pitchFamily="34" charset="-122"/>
                <a:cs typeface="Arial" pitchFamily="34" charset="-120"/>
              </a:rPr>
              <a:t>jvm.dll</a:t>
            </a:r>
            <a:endParaRPr lang="en-US" sz="3200" dirty="0"/>
          </a:p>
        </p:txBody>
      </p:sp>
      <p:sp>
        <p:nvSpPr>
          <p:cNvPr id="9" name="Text 7"/>
          <p:cNvSpPr/>
          <p:nvPr/>
        </p:nvSpPr>
        <p:spPr>
          <a:xfrm>
            <a:off x="6972126" y="4186239"/>
            <a:ext cx="11163020" cy="91440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700" dirty="0">
                <a:solidFill>
                  <a:srgbClr val="F1F5F9"/>
                </a:solidFill>
                <a:latin typeface="Aptos" pitchFamily="34" charset="0"/>
                <a:ea typeface="Arial" pitchFamily="34" charset="-122"/>
                <a:cs typeface="Arial" pitchFamily="34" charset="-120"/>
              </a:rPr>
              <a:t>Conferir JAVA_HOME, PATH e arquiteturas x64.</a:t>
            </a:r>
            <a:endParaRPr lang="en-US" sz="2700" dirty="0"/>
          </a:p>
        </p:txBody>
      </p:sp>
      <p:sp>
        <p:nvSpPr>
          <p:cNvPr id="10" name="Shape 8"/>
          <p:cNvSpPr/>
          <p:nvPr/>
        </p:nvSpPr>
        <p:spPr>
          <a:xfrm>
            <a:off x="1409664" y="6772276"/>
            <a:ext cx="17144572" cy="0"/>
          </a:xfrm>
          <a:prstGeom prst="line">
            <a:avLst/>
          </a:prstGeom>
          <a:solidFill>
            <a:srgbClr val="111C2D">
              <a:alpha val="0"/>
            </a:srgbClr>
          </a:solidFill>
          <a:ln w="9525">
            <a:solidFill>
              <a:srgbClr val="CBD5E1"/>
            </a:solidFill>
            <a:prstDash val="solid"/>
          </a:ln>
        </p:spPr>
        <p:txBody>
          <a:bodyPr/>
          <a:lstStyle/>
          <a:p>
            <a:endParaRPr lang="en-US"/>
          </a:p>
        </p:txBody>
      </p:sp>
      <p:sp>
        <p:nvSpPr>
          <p:cNvPr id="11" name="Text 9"/>
          <p:cNvSpPr/>
          <p:nvPr/>
        </p:nvSpPr>
        <p:spPr>
          <a:xfrm>
            <a:off x="1828754" y="5743577"/>
            <a:ext cx="5143372" cy="47625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800" b="1" dirty="0">
                <a:solidFill>
                  <a:srgbClr val="F1F5F9"/>
                </a:solidFill>
                <a:latin typeface="Aptos" pitchFamily="34" charset="0"/>
                <a:ea typeface="Arial" pitchFamily="34" charset="-122"/>
                <a:cs typeface="Arial" pitchFamily="34" charset="-120"/>
              </a:rPr>
              <a:t>Classe ausente</a:t>
            </a:r>
            <a:endParaRPr lang="en-US" sz="3200" dirty="0"/>
          </a:p>
        </p:txBody>
      </p:sp>
      <p:sp>
        <p:nvSpPr>
          <p:cNvPr id="12" name="Text 10"/>
          <p:cNvSpPr/>
          <p:nvPr/>
        </p:nvSpPr>
        <p:spPr>
          <a:xfrm>
            <a:off x="6972126" y="5767389"/>
            <a:ext cx="11163020" cy="91440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700" dirty="0">
                <a:solidFill>
                  <a:srgbClr val="F1F5F9"/>
                </a:solidFill>
                <a:latin typeface="Aptos" pitchFamily="34" charset="0"/>
                <a:ea typeface="Arial" pitchFamily="34" charset="-122"/>
                <a:cs typeface="Arial" pitchFamily="34" charset="-120"/>
              </a:rPr>
              <a:t>Conferir JARs da distribuição e reiniciar o processo.</a:t>
            </a:r>
            <a:endParaRPr lang="en-US" sz="2700" dirty="0"/>
          </a:p>
        </p:txBody>
      </p:sp>
      <p:sp>
        <p:nvSpPr>
          <p:cNvPr id="13" name="Shape 11"/>
          <p:cNvSpPr/>
          <p:nvPr/>
        </p:nvSpPr>
        <p:spPr>
          <a:xfrm>
            <a:off x="1409664" y="6781801"/>
            <a:ext cx="17144572" cy="1581150"/>
          </a:xfrm>
          <a:prstGeom prst="rect">
            <a:avLst/>
          </a:prstGeom>
          <a:solidFill>
            <a:srgbClr val="223147"/>
          </a:solidFill>
          <a:ln w="12700">
            <a:solidFill>
              <a:srgbClr val="FFFFFF">
                <a:alpha val="0"/>
              </a:srgbClr>
            </a:solidFill>
            <a:prstDash val="solid"/>
          </a:ln>
        </p:spPr>
        <p:txBody>
          <a:bodyPr/>
          <a:lstStyle/>
          <a:p>
            <a:endParaRPr lang="en-US"/>
          </a:p>
        </p:txBody>
      </p:sp>
      <p:sp>
        <p:nvSpPr>
          <p:cNvPr id="14" name="Shape 12"/>
          <p:cNvSpPr/>
          <p:nvPr/>
        </p:nvSpPr>
        <p:spPr>
          <a:xfrm>
            <a:off x="1409664" y="8353424"/>
            <a:ext cx="17144572" cy="0"/>
          </a:xfrm>
          <a:prstGeom prst="line">
            <a:avLst/>
          </a:prstGeom>
          <a:solidFill>
            <a:srgbClr val="111C2D">
              <a:alpha val="0"/>
            </a:srgbClr>
          </a:solidFill>
          <a:ln w="9525">
            <a:solidFill>
              <a:srgbClr val="CBD5E1"/>
            </a:solidFill>
            <a:prstDash val="solid"/>
          </a:ln>
        </p:spPr>
        <p:txBody>
          <a:bodyPr/>
          <a:lstStyle/>
          <a:p>
            <a:endParaRPr lang="en-US"/>
          </a:p>
        </p:txBody>
      </p:sp>
      <p:sp>
        <p:nvSpPr>
          <p:cNvPr id="15" name="Text 13"/>
          <p:cNvSpPr/>
          <p:nvPr/>
        </p:nvSpPr>
        <p:spPr>
          <a:xfrm>
            <a:off x="1828754" y="7324725"/>
            <a:ext cx="5143372" cy="47625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800" b="1" dirty="0">
                <a:solidFill>
                  <a:srgbClr val="F1F5F9"/>
                </a:solidFill>
                <a:latin typeface="Aptos" pitchFamily="34" charset="0"/>
                <a:ea typeface="Arial" pitchFamily="34" charset="-122"/>
                <a:cs typeface="Arial" pitchFamily="34" charset="-120"/>
              </a:rPr>
              <a:t>Caso não abre</a:t>
            </a:r>
            <a:endParaRPr lang="en-US" sz="3200" dirty="0"/>
          </a:p>
        </p:txBody>
      </p:sp>
      <p:sp>
        <p:nvSpPr>
          <p:cNvPr id="16" name="Text 14"/>
          <p:cNvSpPr/>
          <p:nvPr/>
        </p:nvSpPr>
        <p:spPr>
          <a:xfrm>
            <a:off x="6972126" y="7348539"/>
            <a:ext cx="11163020" cy="91440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700" dirty="0">
                <a:solidFill>
                  <a:srgbClr val="F1F5F9"/>
                </a:solidFill>
                <a:latin typeface="Aptos" pitchFamily="34" charset="0"/>
                <a:ea typeface="Arial" pitchFamily="34" charset="-122"/>
                <a:cs typeface="Arial" pitchFamily="34" charset="-120"/>
              </a:rPr>
              <a:t>Conferir raiz, conclusão do processamento e fontes.</a:t>
            </a:r>
            <a:endParaRPr lang="en-US" sz="2700" dirty="0"/>
          </a:p>
        </p:txBody>
      </p:sp>
      <p:sp>
        <p:nvSpPr>
          <p:cNvPr id="17" name="Shape 15"/>
          <p:cNvSpPr/>
          <p:nvPr/>
        </p:nvSpPr>
        <p:spPr>
          <a:xfrm>
            <a:off x="1409664" y="9934574"/>
            <a:ext cx="17144572" cy="0"/>
          </a:xfrm>
          <a:prstGeom prst="line">
            <a:avLst/>
          </a:prstGeom>
          <a:solidFill>
            <a:srgbClr val="111C2D">
              <a:alpha val="0"/>
            </a:srgbClr>
          </a:solidFill>
          <a:ln w="9525">
            <a:solidFill>
              <a:srgbClr val="CBD5E1"/>
            </a:solidFill>
            <a:prstDash val="solid"/>
          </a:ln>
        </p:spPr>
        <p:txBody>
          <a:bodyPr/>
          <a:lstStyle/>
          <a:p>
            <a:endParaRPr lang="en-US"/>
          </a:p>
        </p:txBody>
      </p:sp>
      <p:sp>
        <p:nvSpPr>
          <p:cNvPr id="18" name="Text 16"/>
          <p:cNvSpPr/>
          <p:nvPr/>
        </p:nvSpPr>
        <p:spPr>
          <a:xfrm>
            <a:off x="1828754" y="8905875"/>
            <a:ext cx="5143372" cy="47625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800" b="1" dirty="0">
                <a:solidFill>
                  <a:srgbClr val="F1F5F9"/>
                </a:solidFill>
                <a:latin typeface="Aptos" pitchFamily="34" charset="0"/>
                <a:ea typeface="Arial" pitchFamily="34" charset="-122"/>
                <a:cs typeface="Arial" pitchFamily="34" charset="-120"/>
              </a:rPr>
              <a:t>Busca vazia</a:t>
            </a:r>
            <a:endParaRPr lang="en-US" sz="3200" dirty="0"/>
          </a:p>
        </p:txBody>
      </p:sp>
      <p:sp>
        <p:nvSpPr>
          <p:cNvPr id="19" name="Text 17"/>
          <p:cNvSpPr/>
          <p:nvPr/>
        </p:nvSpPr>
        <p:spPr>
          <a:xfrm>
            <a:off x="6972126" y="8929689"/>
            <a:ext cx="11163020" cy="91440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700" dirty="0">
                <a:solidFill>
                  <a:srgbClr val="F1F5F9"/>
                </a:solidFill>
                <a:latin typeface="Aptos" pitchFamily="34" charset="0"/>
                <a:ea typeface="Arial" pitchFamily="34" charset="-122"/>
                <a:cs typeface="Arial" pitchFamily="34" charset="-120"/>
              </a:rPr>
              <a:t>Conferir consulta, campo, parsing e caso selecionado.</a:t>
            </a:r>
            <a:endParaRPr lang="en-US" sz="2700" dirty="0"/>
          </a:p>
        </p:txBody>
      </p:sp>
      <p:sp>
        <p:nvSpPr>
          <p:cNvPr id="20" name="Shape 18"/>
          <p:cNvSpPr/>
          <p:nvPr/>
        </p:nvSpPr>
        <p:spPr>
          <a:xfrm>
            <a:off x="1409664" y="9944101"/>
            <a:ext cx="17144572" cy="1581150"/>
          </a:xfrm>
          <a:prstGeom prst="rect">
            <a:avLst/>
          </a:prstGeom>
          <a:solidFill>
            <a:srgbClr val="223147"/>
          </a:solidFill>
          <a:ln w="12700">
            <a:solidFill>
              <a:srgbClr val="FFFFFF">
                <a:alpha val="0"/>
              </a:srgbClr>
            </a:solidFill>
            <a:prstDash val="solid"/>
          </a:ln>
        </p:spPr>
        <p:txBody>
          <a:bodyPr/>
          <a:lstStyle/>
          <a:p>
            <a:endParaRPr lang="en-US"/>
          </a:p>
        </p:txBody>
      </p:sp>
      <p:sp>
        <p:nvSpPr>
          <p:cNvPr id="21" name="Shape 19"/>
          <p:cNvSpPr/>
          <p:nvPr/>
        </p:nvSpPr>
        <p:spPr>
          <a:xfrm>
            <a:off x="1409664" y="11515726"/>
            <a:ext cx="17144572" cy="0"/>
          </a:xfrm>
          <a:prstGeom prst="line">
            <a:avLst/>
          </a:prstGeom>
          <a:solidFill>
            <a:srgbClr val="111C2D">
              <a:alpha val="0"/>
            </a:srgbClr>
          </a:solidFill>
          <a:ln w="9525">
            <a:solidFill>
              <a:srgbClr val="CBD5E1"/>
            </a:solidFill>
            <a:prstDash val="solid"/>
          </a:ln>
        </p:spPr>
        <p:txBody>
          <a:bodyPr/>
          <a:lstStyle/>
          <a:p>
            <a:endParaRPr lang="en-US"/>
          </a:p>
        </p:txBody>
      </p:sp>
      <p:sp>
        <p:nvSpPr>
          <p:cNvPr id="22" name="Text 20"/>
          <p:cNvSpPr/>
          <p:nvPr/>
        </p:nvSpPr>
        <p:spPr>
          <a:xfrm>
            <a:off x="1828754" y="10487027"/>
            <a:ext cx="5143372" cy="47625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800" b="1" dirty="0">
                <a:solidFill>
                  <a:srgbClr val="F1F5F9"/>
                </a:solidFill>
                <a:latin typeface="Aptos" pitchFamily="34" charset="0"/>
                <a:ea typeface="Arial" pitchFamily="34" charset="-122"/>
                <a:cs typeface="Arial" pitchFamily="34" charset="-120"/>
              </a:rPr>
              <a:t>Protocolo falha</a:t>
            </a:r>
            <a:endParaRPr lang="en-US" sz="3200" dirty="0"/>
          </a:p>
        </p:txBody>
      </p:sp>
      <p:sp>
        <p:nvSpPr>
          <p:cNvPr id="23" name="Text 21"/>
          <p:cNvSpPr/>
          <p:nvPr/>
        </p:nvSpPr>
        <p:spPr>
          <a:xfrm>
            <a:off x="6972126" y="10510839"/>
            <a:ext cx="11163020" cy="91440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700" dirty="0">
                <a:solidFill>
                  <a:srgbClr val="F1F5F9"/>
                </a:solidFill>
                <a:latin typeface="Aptos" pitchFamily="34" charset="0"/>
                <a:ea typeface="Arial" pitchFamily="34" charset="-122"/>
                <a:cs typeface="Arial" pitchFamily="34" charset="-120"/>
              </a:rPr>
              <a:t>Procurar saídas indevidas em stdout e logs em stderr.</a:t>
            </a:r>
            <a:endParaRPr lang="en-US" sz="2700" dirty="0"/>
          </a:p>
        </p:txBody>
      </p:sp>
      <p:sp>
        <p:nvSpPr>
          <p:cNvPr id="24" name="Text 22"/>
          <p:cNvSpPr/>
          <p:nvPr/>
        </p:nvSpPr>
        <p:spPr>
          <a:xfrm>
            <a:off x="1409664" y="12458701"/>
            <a:ext cx="17373600" cy="5943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400" dirty="0">
                <a:solidFill>
                  <a:srgbClr val="F1F5F9"/>
                </a:solidFill>
                <a:latin typeface="Aptos" pitchFamily="34" charset="0"/>
                <a:ea typeface="Arial" pitchFamily="34" charset="-122"/>
                <a:cs typeface="Arial" pitchFamily="34" charset="-120"/>
              </a:rPr>
              <a:t>O README detalha a sequência de diagnóstico por camada.</a:t>
            </a:r>
            <a:endParaRPr lang="en-US" sz="2600" dirty="0"/>
          </a:p>
        </p:txBody>
      </p:sp>
      <p:sp>
        <p:nvSpPr>
          <p:cNvPr id="25" name="TextBox 24"/>
          <p:cNvSpPr txBox="1"/>
          <p:nvPr/>
        </p:nvSpPr>
        <p:spPr>
          <a:xfrm>
            <a:off x="21214080" y="12344400"/>
            <a:ext cx="2286000" cy="502920"/>
          </a:xfrm>
          <a:prstGeom prst="rect">
            <a:avLst/>
          </a:prstGeom>
          <a:noFill/>
        </p:spPr>
        <p:txBody>
          <a:bodyPr wrap="none" lIns="0" tIns="0" rIns="0" bIns="0">
            <a:noAutofit/>
          </a:bodyPr>
          <a:lstStyle/>
          <a:p>
            <a:pPr>
              <a:lnSpc>
                <a:spcPct val="108000"/>
              </a:lnSpc>
              <a:spcBef>
                <a:spcPts val="0"/>
              </a:spcBef>
              <a:spcAft>
                <a:spcPts val="0"/>
              </a:spcAft>
            </a:pPr>
            <a:r>
              <a:rPr lang="en-US" sz="2200">
                <a:solidFill>
                  <a:srgbClr val="15243B"/>
                </a:solidFill>
                <a:latin typeface="Aptos"/>
              </a:rPr>
              <a:t>59 / 70</a:t>
            </a:r>
            <a:endParaRPr sz="2200">
              <a:solidFill>
                <a:srgbClr val="15243B"/>
              </a:solidFill>
              <a:latin typeface="Aptos"/>
            </a:endParaRP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hape 0"/>
          <p:cNvSpPr/>
          <p:nvPr/>
        </p:nvSpPr>
        <p:spPr>
          <a:xfrm>
            <a:off x="1" y="0"/>
            <a:ext cx="24383390" cy="13716000"/>
          </a:xfrm>
          <a:prstGeom prst="rect">
            <a:avLst/>
          </a:prstGeom>
          <a:solidFill>
            <a:srgbClr val="111C2D"/>
          </a:solidFill>
          <a:ln w="12700">
            <a:solidFill>
              <a:srgbClr val="FFFFFF">
                <a:alpha val="0"/>
              </a:srgbClr>
            </a:solidFill>
            <a:prstDash val="solid"/>
          </a:ln>
        </p:spPr>
        <p:txBody>
          <a:bodyPr/>
          <a:lstStyle/>
          <a:p>
            <a:endParaRPr lang="en-US"/>
          </a:p>
        </p:txBody>
      </p:sp>
      <p:sp>
        <p:nvSpPr>
          <p:cNvPr id="3" name="Shape 1"/>
          <p:cNvSpPr/>
          <p:nvPr/>
        </p:nvSpPr>
        <p:spPr>
          <a:xfrm>
            <a:off x="0" y="0"/>
            <a:ext cx="19811504" cy="1219200"/>
          </a:xfrm>
          <a:prstGeom prst="rect">
            <a:avLst/>
          </a:prstGeom>
          <a:solidFill>
            <a:srgbClr val="D9DCDF"/>
          </a:solidFill>
          <a:ln w="12700">
            <a:solidFill>
              <a:srgbClr val="FFFFFF">
                <a:alpha val="0"/>
              </a:srgbClr>
            </a:solidFill>
            <a:prstDash val="solid"/>
          </a:ln>
        </p:spPr>
        <p:txBody>
          <a:bodyPr/>
          <a:lstStyle/>
          <a:p>
            <a:endParaRPr lang="en-US"/>
          </a:p>
        </p:txBody>
      </p:sp>
      <p:sp>
        <p:nvSpPr>
          <p:cNvPr id="4" name="Shape 2"/>
          <p:cNvSpPr/>
          <p:nvPr/>
        </p:nvSpPr>
        <p:spPr>
          <a:xfrm>
            <a:off x="20382990" y="0"/>
            <a:ext cx="4000400" cy="13716000"/>
          </a:xfrm>
          <a:prstGeom prst="rect">
            <a:avLst/>
          </a:prstGeom>
          <a:solidFill>
            <a:srgbClr val="F9B000"/>
          </a:solidFill>
          <a:ln w="12700">
            <a:solidFill>
              <a:srgbClr val="FFFFFF">
                <a:alpha val="0"/>
              </a:srgbClr>
            </a:solidFill>
            <a:prstDash val="solid"/>
          </a:ln>
        </p:spPr>
        <p:txBody>
          <a:bodyPr/>
          <a:lstStyle/>
          <a:p>
            <a:endParaRPr lang="en-US"/>
          </a:p>
        </p:txBody>
      </p:sp>
      <p:sp>
        <p:nvSpPr>
          <p:cNvPr id="5" name="Text 3"/>
          <p:cNvSpPr/>
          <p:nvPr/>
        </p:nvSpPr>
        <p:spPr>
          <a:xfrm>
            <a:off x="1371567" y="1752600"/>
            <a:ext cx="17335066" cy="164592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5400" b="1" dirty="0">
                <a:solidFill>
                  <a:srgbClr val="68BDF4"/>
                </a:solidFill>
                <a:latin typeface="Aptos Display" pitchFamily="34" charset="0"/>
                <a:ea typeface="Arial" pitchFamily="34" charset="-122"/>
                <a:cs typeface="Arial" pitchFamily="34" charset="-120"/>
              </a:rPr>
              <a:t>Missão do exercício</a:t>
            </a:r>
            <a:endParaRPr lang="en-US" sz="5900" dirty="0"/>
          </a:p>
        </p:txBody>
      </p:sp>
      <p:sp>
        <p:nvSpPr>
          <p:cNvPr id="6" name="Text 4"/>
          <p:cNvSpPr/>
          <p:nvPr/>
        </p:nvSpPr>
        <p:spPr>
          <a:xfrm>
            <a:off x="1409664" y="3733800"/>
            <a:ext cx="17144572" cy="622102"/>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3200" dirty="0" err="1">
                <a:solidFill>
                  <a:srgbClr val="F1F5F9"/>
                </a:solidFill>
                <a:latin typeface="Aptos" pitchFamily="34" charset="0"/>
                <a:ea typeface="Arial" pitchFamily="34" charset="-122"/>
                <a:cs typeface="Arial" pitchFamily="34" charset="-120"/>
              </a:rPr>
              <a:t>Pergunta: o que os registros sustentam sobre a transferência REF-AUR-017?</a:t>
            </a:r>
            <a:endParaRPr lang="en-US" sz="3500" dirty="0"/>
          </a:p>
        </p:txBody>
      </p:sp>
      <p:sp>
        <p:nvSpPr>
          <p:cNvPr id="7" name="Text 5"/>
          <p:cNvSpPr/>
          <p:nvPr/>
        </p:nvSpPr>
        <p:spPr>
          <a:xfrm>
            <a:off x="1409664" y="5486400"/>
            <a:ext cx="17144572" cy="121920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3200" dirty="0">
                <a:solidFill>
                  <a:srgbClr val="F1F5F9"/>
                </a:solidFill>
                <a:latin typeface="Aptos" pitchFamily="34" charset="0"/>
                <a:ea typeface="Arial" pitchFamily="34" charset="-122"/>
                <a:cs typeface="Arial" pitchFamily="34" charset="-120"/>
              </a:rPr>
              <a:t>1. Confirmar o backend real e o caso sintético processado.</a:t>
            </a:r>
            <a:endParaRPr lang="en-US" sz="3200" dirty="0"/>
          </a:p>
        </p:txBody>
      </p:sp>
      <p:sp>
        <p:nvSpPr>
          <p:cNvPr id="8" name="Text 6"/>
          <p:cNvSpPr/>
          <p:nvPr/>
        </p:nvSpPr>
        <p:spPr>
          <a:xfrm>
            <a:off x="1409664" y="6705600"/>
            <a:ext cx="17144572" cy="121920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3200" dirty="0">
                <a:solidFill>
                  <a:srgbClr val="F1F5F9"/>
                </a:solidFill>
                <a:latin typeface="Aptos" pitchFamily="34" charset="0"/>
                <a:ea typeface="Arial" pitchFamily="34" charset="-122"/>
                <a:cs typeface="Arial" pitchFamily="34" charset="-120"/>
              </a:rPr>
              <a:t>2. Buscar documentos e relacionar seus conteúdos.</a:t>
            </a:r>
            <a:endParaRPr lang="en-US" sz="3200" dirty="0"/>
          </a:p>
        </p:txBody>
      </p:sp>
      <p:sp>
        <p:nvSpPr>
          <p:cNvPr id="9" name="Text 7"/>
          <p:cNvSpPr/>
          <p:nvPr/>
        </p:nvSpPr>
        <p:spPr>
          <a:xfrm>
            <a:off x="1409664" y="7924800"/>
            <a:ext cx="17144572" cy="121920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3200" dirty="0">
                <a:solidFill>
                  <a:srgbClr val="F1F5F9"/>
                </a:solidFill>
                <a:latin typeface="Aptos" pitchFamily="34" charset="0"/>
                <a:ea typeface="Arial" pitchFamily="34" charset="-122"/>
                <a:cs typeface="Arial" pitchFamily="34" charset="-120"/>
              </a:rPr>
              <a:t>3. Criar um marcador com comentário e associar os itens conferidos.</a:t>
            </a:r>
            <a:endParaRPr lang="en-US" sz="3200" dirty="0"/>
          </a:p>
        </p:txBody>
      </p:sp>
      <p:sp>
        <p:nvSpPr>
          <p:cNvPr id="10" name="Text 8"/>
          <p:cNvSpPr/>
          <p:nvPr/>
        </p:nvSpPr>
        <p:spPr>
          <a:xfrm>
            <a:off x="1409664" y="9144000"/>
            <a:ext cx="17144572" cy="121920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3200" dirty="0">
                <a:solidFill>
                  <a:srgbClr val="F1F5F9"/>
                </a:solidFill>
                <a:latin typeface="Aptos" pitchFamily="34" charset="0"/>
                <a:ea typeface="Arial" pitchFamily="34" charset="-122"/>
                <a:cs typeface="Arial" pitchFamily="34" charset="-120"/>
              </a:rPr>
              <a:t>4. Reabrir o caso e entregar a conclusão com fontes e vínculos.</a:t>
            </a:r>
            <a:endParaRPr lang="en-US" sz="3200" dirty="0"/>
          </a:p>
        </p:txBody>
      </p:sp>
      <p:sp>
        <p:nvSpPr>
          <p:cNvPr id="11" name="Text 9"/>
          <p:cNvSpPr/>
          <p:nvPr/>
        </p:nvSpPr>
        <p:spPr>
          <a:xfrm>
            <a:off x="1409664" y="11525251"/>
            <a:ext cx="17144572" cy="108585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500" dirty="0">
                <a:solidFill>
                  <a:srgbClr val="F1F5F9"/>
                </a:solidFill>
                <a:latin typeface="Aptos" pitchFamily="34" charset="0"/>
                <a:ea typeface="Arial" pitchFamily="34" charset="-122"/>
                <a:cs typeface="Arial" pitchFamily="34" charset="-120"/>
              </a:rPr>
              <a:t>Executar, conferir e documentar a investigação.</a:t>
            </a:r>
            <a:endParaRPr lang="en-US" sz="2700" dirty="0">
              <a:solidFill>
                <a:srgbClr val="0B2D5C"/>
              </a:solidFill>
            </a:endParaRPr>
          </a:p>
        </p:txBody>
      </p:sp>
      <p:sp>
        <p:nvSpPr>
          <p:cNvPr id="12" name="TextBox 11"/>
          <p:cNvSpPr txBox="1"/>
          <p:nvPr/>
        </p:nvSpPr>
        <p:spPr>
          <a:xfrm>
            <a:off x="21214080" y="12344400"/>
            <a:ext cx="2286000" cy="502920"/>
          </a:xfrm>
          <a:prstGeom prst="rect">
            <a:avLst/>
          </a:prstGeom>
          <a:noFill/>
        </p:spPr>
        <p:txBody>
          <a:bodyPr wrap="none" lIns="0" tIns="0" rIns="0" bIns="0">
            <a:noAutofit/>
          </a:bodyPr>
          <a:lstStyle/>
          <a:p>
            <a:pPr>
              <a:lnSpc>
                <a:spcPct val="108000"/>
              </a:lnSpc>
              <a:spcBef>
                <a:spcPts val="0"/>
              </a:spcBef>
              <a:spcAft>
                <a:spcPts val="0"/>
              </a:spcAft>
            </a:pPr>
            <a:r>
              <a:rPr lang="en-US" sz="2200">
                <a:solidFill>
                  <a:srgbClr val="15243B"/>
                </a:solidFill>
                <a:latin typeface="Aptos"/>
              </a:rPr>
              <a:t>60 / 70</a:t>
            </a:r>
            <a:endParaRPr sz="2200">
              <a:solidFill>
                <a:srgbClr val="15243B"/>
              </a:solidFill>
              <a:latin typeface="Aptos"/>
            </a:endParaRP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hape 0"/>
          <p:cNvSpPr/>
          <p:nvPr/>
        </p:nvSpPr>
        <p:spPr>
          <a:xfrm>
            <a:off x="1" y="0"/>
            <a:ext cx="24383390" cy="13716000"/>
          </a:xfrm>
          <a:prstGeom prst="rect">
            <a:avLst/>
          </a:prstGeom>
          <a:solidFill>
            <a:srgbClr val="111C2D"/>
          </a:solidFill>
          <a:ln w="12700">
            <a:solidFill>
              <a:srgbClr val="FFFFFF">
                <a:alpha val="0"/>
              </a:srgbClr>
            </a:solidFill>
            <a:prstDash val="solid"/>
          </a:ln>
        </p:spPr>
        <p:txBody>
          <a:bodyPr/>
          <a:lstStyle/>
          <a:p>
            <a:endParaRPr lang="en-US"/>
          </a:p>
        </p:txBody>
      </p:sp>
      <p:sp>
        <p:nvSpPr>
          <p:cNvPr id="3" name="Shape 1"/>
          <p:cNvSpPr/>
          <p:nvPr/>
        </p:nvSpPr>
        <p:spPr>
          <a:xfrm>
            <a:off x="0" y="0"/>
            <a:ext cx="19811504" cy="1219200"/>
          </a:xfrm>
          <a:prstGeom prst="rect">
            <a:avLst/>
          </a:prstGeom>
          <a:solidFill>
            <a:srgbClr val="D9DCDF"/>
          </a:solidFill>
          <a:ln w="12700">
            <a:solidFill>
              <a:srgbClr val="FFFFFF">
                <a:alpha val="0"/>
              </a:srgbClr>
            </a:solidFill>
            <a:prstDash val="solid"/>
          </a:ln>
        </p:spPr>
        <p:txBody>
          <a:bodyPr/>
          <a:lstStyle/>
          <a:p>
            <a:endParaRPr lang="en-US"/>
          </a:p>
        </p:txBody>
      </p:sp>
      <p:sp>
        <p:nvSpPr>
          <p:cNvPr id="4" name="Shape 2"/>
          <p:cNvSpPr/>
          <p:nvPr/>
        </p:nvSpPr>
        <p:spPr>
          <a:xfrm>
            <a:off x="20382990" y="0"/>
            <a:ext cx="4000400" cy="13716000"/>
          </a:xfrm>
          <a:prstGeom prst="rect">
            <a:avLst/>
          </a:prstGeom>
          <a:solidFill>
            <a:srgbClr val="F9B000"/>
          </a:solidFill>
          <a:ln w="12700">
            <a:solidFill>
              <a:srgbClr val="FFFFFF">
                <a:alpha val="0"/>
              </a:srgbClr>
            </a:solidFill>
            <a:prstDash val="solid"/>
          </a:ln>
        </p:spPr>
        <p:txBody>
          <a:bodyPr/>
          <a:lstStyle/>
          <a:p>
            <a:endParaRPr lang="en-US"/>
          </a:p>
        </p:txBody>
      </p:sp>
      <p:sp>
        <p:nvSpPr>
          <p:cNvPr id="5" name="Text 3"/>
          <p:cNvSpPr/>
          <p:nvPr/>
        </p:nvSpPr>
        <p:spPr>
          <a:xfrm>
            <a:off x="1371567" y="1676400"/>
            <a:ext cx="17335066" cy="164592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5400" b="1" dirty="0">
                <a:solidFill>
                  <a:srgbClr val="68BDF4"/>
                </a:solidFill>
                <a:latin typeface="Aptos Display" pitchFamily="34" charset="0"/>
                <a:ea typeface="Arial" pitchFamily="34" charset="-122"/>
                <a:cs typeface="Arial" pitchFamily="34" charset="-120"/>
              </a:rPr>
              <a:t>Sequência da prática</a:t>
            </a:r>
            <a:endParaRPr lang="en-US" sz="5600" dirty="0"/>
          </a:p>
        </p:txBody>
      </p:sp>
      <p:sp>
        <p:nvSpPr>
          <p:cNvPr id="6" name="Shape 4"/>
          <p:cNvSpPr/>
          <p:nvPr/>
        </p:nvSpPr>
        <p:spPr>
          <a:xfrm>
            <a:off x="1409664" y="3619501"/>
            <a:ext cx="17144572" cy="1581150"/>
          </a:xfrm>
          <a:prstGeom prst="rect">
            <a:avLst/>
          </a:prstGeom>
          <a:solidFill>
            <a:srgbClr val="223147"/>
          </a:solidFill>
          <a:ln w="12700">
            <a:solidFill>
              <a:srgbClr val="FFFFFF">
                <a:alpha val="0"/>
              </a:srgbClr>
            </a:solidFill>
            <a:prstDash val="solid"/>
          </a:ln>
        </p:spPr>
        <p:txBody>
          <a:bodyPr/>
          <a:lstStyle/>
          <a:p>
            <a:endParaRPr lang="en-US"/>
          </a:p>
        </p:txBody>
      </p:sp>
      <p:sp>
        <p:nvSpPr>
          <p:cNvPr id="7" name="Shape 5"/>
          <p:cNvSpPr/>
          <p:nvPr/>
        </p:nvSpPr>
        <p:spPr>
          <a:xfrm>
            <a:off x="1409664" y="5191126"/>
            <a:ext cx="17144572" cy="0"/>
          </a:xfrm>
          <a:prstGeom prst="line">
            <a:avLst/>
          </a:prstGeom>
          <a:solidFill>
            <a:srgbClr val="111C2D">
              <a:alpha val="0"/>
            </a:srgbClr>
          </a:solidFill>
          <a:ln w="9525">
            <a:solidFill>
              <a:srgbClr val="CBD5E1"/>
            </a:solidFill>
            <a:prstDash val="solid"/>
          </a:ln>
        </p:spPr>
        <p:txBody>
          <a:bodyPr/>
          <a:lstStyle/>
          <a:p>
            <a:endParaRPr lang="en-US"/>
          </a:p>
        </p:txBody>
      </p:sp>
      <p:sp>
        <p:nvSpPr>
          <p:cNvPr id="8" name="Text 6"/>
          <p:cNvSpPr/>
          <p:nvPr/>
        </p:nvSpPr>
        <p:spPr>
          <a:xfrm>
            <a:off x="1828754" y="4162425"/>
            <a:ext cx="5143372" cy="47625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800" b="1" dirty="0">
                <a:solidFill>
                  <a:srgbClr val="F1F5F9"/>
                </a:solidFill>
                <a:latin typeface="Aptos" pitchFamily="34" charset="0"/>
                <a:ea typeface="Arial" pitchFamily="34" charset="-122"/>
                <a:cs typeface="Arial" pitchFamily="34" charset="-120"/>
              </a:rPr>
              <a:t>1. Ambiente</a:t>
            </a:r>
            <a:endParaRPr lang="en-US" sz="3200" dirty="0"/>
          </a:p>
        </p:txBody>
      </p:sp>
      <p:sp>
        <p:nvSpPr>
          <p:cNvPr id="9" name="Text 7"/>
          <p:cNvSpPr/>
          <p:nvPr/>
        </p:nvSpPr>
        <p:spPr>
          <a:xfrm>
            <a:off x="6972126" y="4186239"/>
            <a:ext cx="11163020" cy="91440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700" dirty="0">
                <a:solidFill>
                  <a:srgbClr val="F1F5F9"/>
                </a:solidFill>
                <a:latin typeface="Aptos" pitchFamily="34" charset="0"/>
                <a:ea typeface="Arial" pitchFamily="34" charset="-122"/>
                <a:cs typeface="Arial" pitchFamily="34" charset="-120"/>
              </a:rPr>
              <a:t>Conferir ambiente, caso_info e catálogo.</a:t>
            </a:r>
            <a:endParaRPr lang="en-US" sz="2700" dirty="0"/>
          </a:p>
        </p:txBody>
      </p:sp>
      <p:sp>
        <p:nvSpPr>
          <p:cNvPr id="10" name="Shape 8"/>
          <p:cNvSpPr/>
          <p:nvPr/>
        </p:nvSpPr>
        <p:spPr>
          <a:xfrm>
            <a:off x="1409664" y="6772276"/>
            <a:ext cx="17144572" cy="0"/>
          </a:xfrm>
          <a:prstGeom prst="line">
            <a:avLst/>
          </a:prstGeom>
          <a:solidFill>
            <a:srgbClr val="111C2D">
              <a:alpha val="0"/>
            </a:srgbClr>
          </a:solidFill>
          <a:ln w="9525">
            <a:solidFill>
              <a:srgbClr val="CBD5E1"/>
            </a:solidFill>
            <a:prstDash val="solid"/>
          </a:ln>
        </p:spPr>
        <p:txBody>
          <a:bodyPr/>
          <a:lstStyle/>
          <a:p>
            <a:endParaRPr lang="en-US"/>
          </a:p>
        </p:txBody>
      </p:sp>
      <p:sp>
        <p:nvSpPr>
          <p:cNvPr id="11" name="Text 9"/>
          <p:cNvSpPr/>
          <p:nvPr/>
        </p:nvSpPr>
        <p:spPr>
          <a:xfrm>
            <a:off x="1828754" y="5743577"/>
            <a:ext cx="5143372" cy="47625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800" b="1" dirty="0">
                <a:solidFill>
                  <a:srgbClr val="F1F5F9"/>
                </a:solidFill>
                <a:latin typeface="Aptos" pitchFamily="34" charset="0"/>
                <a:ea typeface="Arial" pitchFamily="34" charset="-122"/>
                <a:cs typeface="Arial" pitchFamily="34" charset="-120"/>
              </a:rPr>
              <a:t>2. Busca</a:t>
            </a:r>
            <a:endParaRPr lang="en-US" sz="3200" dirty="0"/>
          </a:p>
        </p:txBody>
      </p:sp>
      <p:sp>
        <p:nvSpPr>
          <p:cNvPr id="12" name="Text 10"/>
          <p:cNvSpPr/>
          <p:nvPr/>
        </p:nvSpPr>
        <p:spPr>
          <a:xfrm>
            <a:off x="6972126" y="5767389"/>
            <a:ext cx="11163020" cy="91440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700" dirty="0">
                <a:solidFill>
                  <a:srgbClr val="F1F5F9"/>
                </a:solidFill>
                <a:latin typeface="Aptos" pitchFamily="34" charset="0"/>
                <a:ea typeface="Arial" pitchFamily="34" charset="-122"/>
                <a:cs typeface="Arial" pitchFamily="34" charset="-120"/>
              </a:rPr>
              <a:t>Buscar aurora, paginar e selecionar os documentos.</a:t>
            </a:r>
            <a:endParaRPr lang="en-US" sz="2700" dirty="0"/>
          </a:p>
        </p:txBody>
      </p:sp>
      <p:sp>
        <p:nvSpPr>
          <p:cNvPr id="13" name="Shape 11"/>
          <p:cNvSpPr/>
          <p:nvPr/>
        </p:nvSpPr>
        <p:spPr>
          <a:xfrm>
            <a:off x="1409664" y="6781801"/>
            <a:ext cx="17144572" cy="1581150"/>
          </a:xfrm>
          <a:prstGeom prst="rect">
            <a:avLst/>
          </a:prstGeom>
          <a:solidFill>
            <a:srgbClr val="223147"/>
          </a:solidFill>
          <a:ln w="12700">
            <a:solidFill>
              <a:srgbClr val="FFFFFF">
                <a:alpha val="0"/>
              </a:srgbClr>
            </a:solidFill>
            <a:prstDash val="solid"/>
          </a:ln>
        </p:spPr>
        <p:txBody>
          <a:bodyPr/>
          <a:lstStyle/>
          <a:p>
            <a:endParaRPr lang="en-US"/>
          </a:p>
        </p:txBody>
      </p:sp>
      <p:sp>
        <p:nvSpPr>
          <p:cNvPr id="14" name="Shape 12"/>
          <p:cNvSpPr/>
          <p:nvPr/>
        </p:nvSpPr>
        <p:spPr>
          <a:xfrm>
            <a:off x="1409664" y="8353424"/>
            <a:ext cx="17144572" cy="0"/>
          </a:xfrm>
          <a:prstGeom prst="line">
            <a:avLst/>
          </a:prstGeom>
          <a:solidFill>
            <a:srgbClr val="111C2D">
              <a:alpha val="0"/>
            </a:srgbClr>
          </a:solidFill>
          <a:ln w="9525">
            <a:solidFill>
              <a:srgbClr val="CBD5E1"/>
            </a:solidFill>
            <a:prstDash val="solid"/>
          </a:ln>
        </p:spPr>
        <p:txBody>
          <a:bodyPr/>
          <a:lstStyle/>
          <a:p>
            <a:endParaRPr lang="en-US"/>
          </a:p>
        </p:txBody>
      </p:sp>
      <p:sp>
        <p:nvSpPr>
          <p:cNvPr id="15" name="Text 13"/>
          <p:cNvSpPr/>
          <p:nvPr/>
        </p:nvSpPr>
        <p:spPr>
          <a:xfrm>
            <a:off x="1828754" y="7324725"/>
            <a:ext cx="5143372" cy="47625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800" b="1" dirty="0">
                <a:solidFill>
                  <a:srgbClr val="F1F5F9"/>
                </a:solidFill>
                <a:latin typeface="Aptos" pitchFamily="34" charset="0"/>
                <a:ea typeface="Arial" pitchFamily="34" charset="-122"/>
                <a:cs typeface="Arial" pitchFamily="34" charset="-120"/>
              </a:rPr>
              <a:t>3. Leitura</a:t>
            </a:r>
            <a:endParaRPr lang="en-US" sz="3200" dirty="0"/>
          </a:p>
        </p:txBody>
      </p:sp>
      <p:sp>
        <p:nvSpPr>
          <p:cNvPr id="16" name="Text 14"/>
          <p:cNvSpPr/>
          <p:nvPr/>
        </p:nvSpPr>
        <p:spPr>
          <a:xfrm>
            <a:off x="6972126" y="7348539"/>
            <a:ext cx="11163020" cy="91440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700" dirty="0">
                <a:solidFill>
                  <a:srgbClr val="F1F5F9"/>
                </a:solidFill>
                <a:latin typeface="Aptos" pitchFamily="34" charset="0"/>
                <a:ea typeface="Arial" pitchFamily="34" charset="-122"/>
                <a:cs typeface="Arial" pitchFamily="34" charset="-120"/>
              </a:rPr>
              <a:t>Ler fontes, conferir contexto e escolher os IDs.</a:t>
            </a:r>
            <a:endParaRPr lang="en-US" sz="2700" dirty="0"/>
          </a:p>
        </p:txBody>
      </p:sp>
      <p:sp>
        <p:nvSpPr>
          <p:cNvPr id="17" name="Shape 15"/>
          <p:cNvSpPr/>
          <p:nvPr/>
        </p:nvSpPr>
        <p:spPr>
          <a:xfrm>
            <a:off x="1409664" y="9934574"/>
            <a:ext cx="17144572" cy="0"/>
          </a:xfrm>
          <a:prstGeom prst="line">
            <a:avLst/>
          </a:prstGeom>
          <a:solidFill>
            <a:srgbClr val="111C2D">
              <a:alpha val="0"/>
            </a:srgbClr>
          </a:solidFill>
          <a:ln w="9525">
            <a:solidFill>
              <a:srgbClr val="CBD5E1"/>
            </a:solidFill>
            <a:prstDash val="solid"/>
          </a:ln>
        </p:spPr>
        <p:txBody>
          <a:bodyPr/>
          <a:lstStyle/>
          <a:p>
            <a:endParaRPr lang="en-US"/>
          </a:p>
        </p:txBody>
      </p:sp>
      <p:sp>
        <p:nvSpPr>
          <p:cNvPr id="18" name="Text 16"/>
          <p:cNvSpPr/>
          <p:nvPr/>
        </p:nvSpPr>
        <p:spPr>
          <a:xfrm>
            <a:off x="1828754" y="8905875"/>
            <a:ext cx="5143372" cy="47625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800" b="1" dirty="0">
                <a:solidFill>
                  <a:srgbClr val="F1F5F9"/>
                </a:solidFill>
                <a:latin typeface="Aptos" pitchFamily="34" charset="0"/>
                <a:ea typeface="Arial" pitchFamily="34" charset="-122"/>
                <a:cs typeface="Arial" pitchFamily="34" charset="-120"/>
              </a:rPr>
              <a:t>4. Marcadores</a:t>
            </a:r>
            <a:endParaRPr lang="en-US" sz="3200" dirty="0"/>
          </a:p>
        </p:txBody>
      </p:sp>
      <p:sp>
        <p:nvSpPr>
          <p:cNvPr id="19" name="Text 17"/>
          <p:cNvSpPr/>
          <p:nvPr/>
        </p:nvSpPr>
        <p:spPr>
          <a:xfrm>
            <a:off x="6972126" y="8929689"/>
            <a:ext cx="11163020" cy="91440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700" dirty="0">
                <a:solidFill>
                  <a:srgbClr val="F1F5F9"/>
                </a:solidFill>
                <a:latin typeface="Aptos" pitchFamily="34" charset="0"/>
                <a:ea typeface="Arial" pitchFamily="34" charset="-122"/>
                <a:cs typeface="Arial" pitchFamily="34" charset="-120"/>
              </a:rPr>
              <a:t>Criar marcador, associar itens e confirmar a gravação.</a:t>
            </a:r>
            <a:endParaRPr lang="en-US" sz="2700" dirty="0"/>
          </a:p>
        </p:txBody>
      </p:sp>
      <p:sp>
        <p:nvSpPr>
          <p:cNvPr id="20" name="Shape 18"/>
          <p:cNvSpPr/>
          <p:nvPr/>
        </p:nvSpPr>
        <p:spPr>
          <a:xfrm>
            <a:off x="1409664" y="9944101"/>
            <a:ext cx="17144572" cy="1581150"/>
          </a:xfrm>
          <a:prstGeom prst="rect">
            <a:avLst/>
          </a:prstGeom>
          <a:solidFill>
            <a:srgbClr val="223147"/>
          </a:solidFill>
          <a:ln w="12700">
            <a:solidFill>
              <a:srgbClr val="FFFFFF">
                <a:alpha val="0"/>
              </a:srgbClr>
            </a:solidFill>
            <a:prstDash val="solid"/>
          </a:ln>
        </p:spPr>
        <p:txBody>
          <a:bodyPr/>
          <a:lstStyle/>
          <a:p>
            <a:endParaRPr lang="en-US"/>
          </a:p>
        </p:txBody>
      </p:sp>
      <p:sp>
        <p:nvSpPr>
          <p:cNvPr id="21" name="Shape 19"/>
          <p:cNvSpPr/>
          <p:nvPr/>
        </p:nvSpPr>
        <p:spPr>
          <a:xfrm>
            <a:off x="1409664" y="11515726"/>
            <a:ext cx="17144572" cy="0"/>
          </a:xfrm>
          <a:prstGeom prst="line">
            <a:avLst/>
          </a:prstGeom>
          <a:solidFill>
            <a:srgbClr val="111C2D">
              <a:alpha val="0"/>
            </a:srgbClr>
          </a:solidFill>
          <a:ln w="9525">
            <a:solidFill>
              <a:srgbClr val="CBD5E1"/>
            </a:solidFill>
            <a:prstDash val="solid"/>
          </a:ln>
        </p:spPr>
        <p:txBody>
          <a:bodyPr/>
          <a:lstStyle/>
          <a:p>
            <a:endParaRPr lang="en-US"/>
          </a:p>
        </p:txBody>
      </p:sp>
      <p:sp>
        <p:nvSpPr>
          <p:cNvPr id="22" name="Text 20"/>
          <p:cNvSpPr/>
          <p:nvPr/>
        </p:nvSpPr>
        <p:spPr>
          <a:xfrm>
            <a:off x="1828754" y="10487027"/>
            <a:ext cx="5143372" cy="47625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800" b="1" dirty="0">
                <a:solidFill>
                  <a:srgbClr val="F1F5F9"/>
                </a:solidFill>
                <a:latin typeface="Aptos" pitchFamily="34" charset="0"/>
                <a:ea typeface="Arial" pitchFamily="34" charset="-122"/>
                <a:cs typeface="Arial" pitchFamily="34" charset="-120"/>
              </a:rPr>
              <a:t>5. Conferência</a:t>
            </a:r>
            <a:endParaRPr lang="en-US" sz="3200" dirty="0"/>
          </a:p>
        </p:txBody>
      </p:sp>
      <p:sp>
        <p:nvSpPr>
          <p:cNvPr id="23" name="Text 21"/>
          <p:cNvSpPr/>
          <p:nvPr/>
        </p:nvSpPr>
        <p:spPr>
          <a:xfrm>
            <a:off x="6972126" y="10510839"/>
            <a:ext cx="11163020" cy="91440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700" dirty="0">
                <a:solidFill>
                  <a:srgbClr val="F1F5F9"/>
                </a:solidFill>
                <a:latin typeface="Aptos" pitchFamily="34" charset="0"/>
                <a:ea typeface="Arial" pitchFamily="34" charset="-122"/>
                <a:cs typeface="Arial" pitchFamily="34" charset="-120"/>
              </a:rPr>
              <a:t>Encerrar o servidor, reabrir o caso e conferir vínculos.</a:t>
            </a:r>
            <a:endParaRPr lang="en-US" sz="2700" dirty="0"/>
          </a:p>
        </p:txBody>
      </p:sp>
      <p:sp>
        <p:nvSpPr>
          <p:cNvPr id="24" name="Text 22"/>
          <p:cNvSpPr/>
          <p:nvPr/>
        </p:nvSpPr>
        <p:spPr>
          <a:xfrm>
            <a:off x="1409664" y="12458701"/>
            <a:ext cx="17373600" cy="5943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400" dirty="0">
                <a:solidFill>
                  <a:srgbClr val="F1F5F9"/>
                </a:solidFill>
                <a:latin typeface="Aptos" pitchFamily="34" charset="0"/>
                <a:ea typeface="Arial" pitchFamily="34" charset="-122"/>
                <a:cs typeface="Arial" pitchFamily="34" charset="-120"/>
              </a:rPr>
              <a:t>Registrar consultas e mudanças nos marcadores.</a:t>
            </a:r>
            <a:endParaRPr lang="en-US" sz="2600" dirty="0"/>
          </a:p>
        </p:txBody>
      </p:sp>
      <p:sp>
        <p:nvSpPr>
          <p:cNvPr id="25" name="TextBox 24"/>
          <p:cNvSpPr txBox="1"/>
          <p:nvPr/>
        </p:nvSpPr>
        <p:spPr>
          <a:xfrm>
            <a:off x="21214080" y="12344400"/>
            <a:ext cx="2286000" cy="502920"/>
          </a:xfrm>
          <a:prstGeom prst="rect">
            <a:avLst/>
          </a:prstGeom>
          <a:noFill/>
        </p:spPr>
        <p:txBody>
          <a:bodyPr wrap="none" lIns="0" tIns="0" rIns="0" bIns="0">
            <a:noAutofit/>
          </a:bodyPr>
          <a:lstStyle/>
          <a:p>
            <a:pPr>
              <a:lnSpc>
                <a:spcPct val="108000"/>
              </a:lnSpc>
              <a:spcBef>
                <a:spcPts val="0"/>
              </a:spcBef>
              <a:spcAft>
                <a:spcPts val="0"/>
              </a:spcAft>
            </a:pPr>
            <a:r>
              <a:rPr lang="en-US" sz="2200">
                <a:solidFill>
                  <a:srgbClr val="15243B"/>
                </a:solidFill>
                <a:latin typeface="Aptos"/>
              </a:rPr>
              <a:t>61 / 70</a:t>
            </a:r>
            <a:endParaRPr sz="2200">
              <a:solidFill>
                <a:srgbClr val="15243B"/>
              </a:solidFill>
              <a:latin typeface="Aptos"/>
            </a:endParaRP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hape 0"/>
          <p:cNvSpPr/>
          <p:nvPr/>
        </p:nvSpPr>
        <p:spPr>
          <a:xfrm>
            <a:off x="1" y="0"/>
            <a:ext cx="24383390" cy="13716000"/>
          </a:xfrm>
          <a:prstGeom prst="rect">
            <a:avLst/>
          </a:prstGeom>
          <a:solidFill>
            <a:srgbClr val="111C2D"/>
          </a:solidFill>
          <a:ln w="12700">
            <a:solidFill>
              <a:srgbClr val="FFFFFF">
                <a:alpha val="0"/>
              </a:srgbClr>
            </a:solidFill>
            <a:prstDash val="solid"/>
          </a:ln>
        </p:spPr>
        <p:txBody>
          <a:bodyPr/>
          <a:lstStyle/>
          <a:p>
            <a:endParaRPr lang="en-US"/>
          </a:p>
        </p:txBody>
      </p:sp>
      <p:sp>
        <p:nvSpPr>
          <p:cNvPr id="3" name="Shape 1"/>
          <p:cNvSpPr/>
          <p:nvPr/>
        </p:nvSpPr>
        <p:spPr>
          <a:xfrm>
            <a:off x="0" y="0"/>
            <a:ext cx="19811504" cy="1219200"/>
          </a:xfrm>
          <a:prstGeom prst="rect">
            <a:avLst/>
          </a:prstGeom>
          <a:solidFill>
            <a:srgbClr val="D9DCDF"/>
          </a:solidFill>
          <a:ln w="12700">
            <a:solidFill>
              <a:srgbClr val="FFFFFF">
                <a:alpha val="0"/>
              </a:srgbClr>
            </a:solidFill>
            <a:prstDash val="solid"/>
          </a:ln>
        </p:spPr>
        <p:txBody>
          <a:bodyPr/>
          <a:lstStyle/>
          <a:p>
            <a:endParaRPr lang="en-US"/>
          </a:p>
        </p:txBody>
      </p:sp>
      <p:sp>
        <p:nvSpPr>
          <p:cNvPr id="4" name="Shape 2"/>
          <p:cNvSpPr/>
          <p:nvPr/>
        </p:nvSpPr>
        <p:spPr>
          <a:xfrm>
            <a:off x="20382990" y="0"/>
            <a:ext cx="4000400" cy="13716000"/>
          </a:xfrm>
          <a:prstGeom prst="rect">
            <a:avLst/>
          </a:prstGeom>
          <a:solidFill>
            <a:srgbClr val="F9B000"/>
          </a:solidFill>
          <a:ln w="12700">
            <a:solidFill>
              <a:srgbClr val="FFFFFF">
                <a:alpha val="0"/>
              </a:srgbClr>
            </a:solidFill>
            <a:prstDash val="solid"/>
          </a:ln>
        </p:spPr>
        <p:txBody>
          <a:bodyPr/>
          <a:lstStyle/>
          <a:p>
            <a:endParaRPr lang="en-US"/>
          </a:p>
        </p:txBody>
      </p:sp>
      <p:sp>
        <p:nvSpPr>
          <p:cNvPr id="5" name="Text 3"/>
          <p:cNvSpPr/>
          <p:nvPr/>
        </p:nvSpPr>
        <p:spPr>
          <a:xfrm>
            <a:off x="1371567" y="1676401"/>
            <a:ext cx="17525562" cy="164592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5400" b="1" dirty="0">
                <a:solidFill>
                  <a:srgbClr val="68BDF4"/>
                </a:solidFill>
                <a:latin typeface="Aptos Display" pitchFamily="34" charset="0"/>
                <a:ea typeface="Arial" pitchFamily="34" charset="-122"/>
                <a:cs typeface="Arial" pitchFamily="34" charset="-120"/>
              </a:rPr>
              <a:t>Desafio: uma ferramenta de contagem</a:t>
            </a:r>
            <a:endParaRPr lang="en-US" sz="5700" dirty="0"/>
          </a:p>
        </p:txBody>
      </p:sp>
      <p:sp>
        <p:nvSpPr>
          <p:cNvPr id="6" name="Shape 4"/>
          <p:cNvSpPr/>
          <p:nvPr/>
        </p:nvSpPr>
        <p:spPr>
          <a:xfrm>
            <a:off x="1409665" y="3524250"/>
            <a:ext cx="12115800" cy="7810500"/>
          </a:xfrm>
          <a:prstGeom prst="rect">
            <a:avLst/>
          </a:prstGeom>
          <a:solidFill>
            <a:srgbClr val="0B2D5C"/>
          </a:solidFill>
          <a:ln w="12700">
            <a:solidFill>
              <a:srgbClr val="FFFFFF">
                <a:alpha val="0"/>
              </a:srgbClr>
            </a:solidFill>
            <a:prstDash val="solid"/>
          </a:ln>
        </p:spPr>
        <p:txBody>
          <a:bodyPr/>
          <a:lstStyle/>
          <a:p>
            <a:endParaRPr lang="en-US"/>
          </a:p>
        </p:txBody>
      </p:sp>
      <p:sp>
        <p:nvSpPr>
          <p:cNvPr id="7" name="Text 5"/>
          <p:cNvSpPr/>
          <p:nvPr/>
        </p:nvSpPr>
        <p:spPr>
          <a:xfrm>
            <a:off x="1783080" y="3767328"/>
            <a:ext cx="11567160" cy="7406640"/>
          </a:xfrm>
          <a:prstGeom prst="rect">
            <a:avLst/>
          </a:prstGeom>
          <a:noFill/>
          <a:ln/>
        </p:spPr>
        <p:txBody>
          <a:bodyPr wrap="non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Extensão proposta à dupla:</a:t>
            </a:r>
            <a:endParaRPr lang="en-US" sz="2600" dirty="0">
              <a:solidFill>
                <a:srgbClr val="F1F5F9"/>
              </a:solidFill>
              <a:latin typeface="Consolas" pitchFamily="34" charset="0"/>
              <a:ea typeface="Consolas" pitchFamily="34" charset="-122"/>
              <a:cs typeface="Consolas" pitchFamily="34" charset="-120"/>
            </a:endParaRP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@mcp.tool(annotations=annotations)</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async def contar_itens(</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ctx: Context,</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query: Annotated[str,</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Field(min_length=1, max_length=300)]</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-&gt; dict[str, Any]:</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 Implementar método na ponte e no handler.</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 Retornar apenas total e query.</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 Preservar sessão, caso e registro.</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raise NotImplementedError</a:t>
            </a:r>
          </a:p>
        </p:txBody>
      </p:sp>
      <p:sp>
        <p:nvSpPr>
          <p:cNvPr id="8" name="Shape 6"/>
          <p:cNvSpPr/>
          <p:nvPr/>
        </p:nvSpPr>
        <p:spPr>
          <a:xfrm>
            <a:off x="13620410" y="3524250"/>
            <a:ext cx="4952876" cy="1484412"/>
          </a:xfrm>
          <a:prstGeom prst="rect">
            <a:avLst/>
          </a:prstGeom>
          <a:solidFill>
            <a:srgbClr val="223147"/>
          </a:solidFill>
          <a:ln w="12700">
            <a:solidFill>
              <a:srgbClr val="FFFFFF">
                <a:alpha val="0"/>
              </a:srgbClr>
            </a:solidFill>
            <a:prstDash val="solid"/>
          </a:ln>
        </p:spPr>
        <p:txBody>
          <a:bodyPr/>
          <a:lstStyle/>
          <a:p>
            <a:endParaRPr lang="en-US"/>
          </a:p>
        </p:txBody>
      </p:sp>
      <p:sp>
        <p:nvSpPr>
          <p:cNvPr id="9" name="Shape 7"/>
          <p:cNvSpPr/>
          <p:nvPr/>
        </p:nvSpPr>
        <p:spPr>
          <a:xfrm>
            <a:off x="13687082" y="3524250"/>
            <a:ext cx="0" cy="1484412"/>
          </a:xfrm>
          <a:prstGeom prst="line">
            <a:avLst/>
          </a:prstGeom>
          <a:solidFill>
            <a:srgbClr val="111C2D">
              <a:alpha val="0"/>
            </a:srgbClr>
          </a:solidFill>
          <a:ln w="66675">
            <a:solidFill>
              <a:srgbClr val="F9B000"/>
            </a:solidFill>
            <a:prstDash val="solid"/>
          </a:ln>
        </p:spPr>
        <p:txBody>
          <a:bodyPr/>
          <a:lstStyle/>
          <a:p>
            <a:endParaRPr lang="en-US"/>
          </a:p>
        </p:txBody>
      </p:sp>
      <p:sp>
        <p:nvSpPr>
          <p:cNvPr id="10" name="Text 8"/>
          <p:cNvSpPr/>
          <p:nvPr/>
        </p:nvSpPr>
        <p:spPr>
          <a:xfrm>
            <a:off x="14096649" y="3867150"/>
            <a:ext cx="4133746" cy="41910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700" b="1" dirty="0">
                <a:solidFill>
                  <a:srgbClr val="F1F5F9"/>
                </a:solidFill>
                <a:latin typeface="Aptos" pitchFamily="34" charset="0"/>
                <a:ea typeface="Arial" pitchFamily="34" charset="-122"/>
                <a:cs typeface="Arial" pitchFamily="34" charset="-120"/>
              </a:rPr>
              <a:t>Extensão</a:t>
            </a:r>
            <a:endParaRPr lang="en-US" sz="2900" dirty="0"/>
          </a:p>
        </p:txBody>
      </p:sp>
      <p:sp>
        <p:nvSpPr>
          <p:cNvPr id="11" name="Text 9"/>
          <p:cNvSpPr/>
          <p:nvPr/>
        </p:nvSpPr>
        <p:spPr>
          <a:xfrm>
            <a:off x="14096649" y="4286250"/>
            <a:ext cx="4133746" cy="8229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300" dirty="0">
                <a:solidFill>
                  <a:srgbClr val="F1F5F9"/>
                </a:solidFill>
                <a:latin typeface="Aptos" pitchFamily="34" charset="0"/>
                <a:ea typeface="Arial" pitchFamily="34" charset="-122"/>
                <a:cs typeface="Arial" pitchFamily="34" charset="-120"/>
              </a:rPr>
              <a:t>Contrato pequeno e verificável.</a:t>
            </a:r>
            <a:endParaRPr lang="en-US" sz="2300" dirty="0"/>
          </a:p>
        </p:txBody>
      </p:sp>
      <p:sp>
        <p:nvSpPr>
          <p:cNvPr id="12" name="Shape 10"/>
          <p:cNvSpPr/>
          <p:nvPr/>
        </p:nvSpPr>
        <p:spPr>
          <a:xfrm>
            <a:off x="13620410" y="5313462"/>
            <a:ext cx="4952876" cy="1484412"/>
          </a:xfrm>
          <a:prstGeom prst="rect">
            <a:avLst/>
          </a:prstGeom>
          <a:solidFill>
            <a:srgbClr val="223147"/>
          </a:solidFill>
          <a:ln w="12700">
            <a:solidFill>
              <a:srgbClr val="FFFFFF">
                <a:alpha val="0"/>
              </a:srgbClr>
            </a:solidFill>
            <a:prstDash val="solid"/>
          </a:ln>
        </p:spPr>
        <p:txBody>
          <a:bodyPr/>
          <a:lstStyle/>
          <a:p>
            <a:endParaRPr lang="en-US"/>
          </a:p>
        </p:txBody>
      </p:sp>
      <p:sp>
        <p:nvSpPr>
          <p:cNvPr id="13" name="Shape 11"/>
          <p:cNvSpPr/>
          <p:nvPr/>
        </p:nvSpPr>
        <p:spPr>
          <a:xfrm>
            <a:off x="13687082" y="5313462"/>
            <a:ext cx="0" cy="1484412"/>
          </a:xfrm>
          <a:prstGeom prst="line">
            <a:avLst/>
          </a:prstGeom>
          <a:solidFill>
            <a:srgbClr val="111C2D">
              <a:alpha val="0"/>
            </a:srgbClr>
          </a:solidFill>
          <a:ln w="66675">
            <a:solidFill>
              <a:srgbClr val="F9B000"/>
            </a:solidFill>
            <a:prstDash val="solid"/>
          </a:ln>
        </p:spPr>
        <p:txBody>
          <a:bodyPr/>
          <a:lstStyle/>
          <a:p>
            <a:endParaRPr lang="en-US"/>
          </a:p>
        </p:txBody>
      </p:sp>
      <p:sp>
        <p:nvSpPr>
          <p:cNvPr id="14" name="Text 12"/>
          <p:cNvSpPr/>
          <p:nvPr/>
        </p:nvSpPr>
        <p:spPr>
          <a:xfrm>
            <a:off x="14096649" y="5656362"/>
            <a:ext cx="4133746" cy="41910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700" b="1" dirty="0">
                <a:solidFill>
                  <a:srgbClr val="F1F5F9"/>
                </a:solidFill>
                <a:latin typeface="Aptos" pitchFamily="34" charset="0"/>
                <a:ea typeface="Arial" pitchFamily="34" charset="-122"/>
                <a:cs typeface="Arial" pitchFamily="34" charset="-120"/>
              </a:rPr>
              <a:t>Ponte</a:t>
            </a:r>
            <a:endParaRPr lang="en-US" sz="2900" dirty="0"/>
          </a:p>
        </p:txBody>
      </p:sp>
      <p:sp>
        <p:nvSpPr>
          <p:cNvPr id="15" name="Text 13"/>
          <p:cNvSpPr/>
          <p:nvPr/>
        </p:nvSpPr>
        <p:spPr>
          <a:xfrm>
            <a:off x="14096649" y="6075462"/>
            <a:ext cx="4133746" cy="8229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300" dirty="0">
                <a:solidFill>
                  <a:srgbClr val="F1F5F9"/>
                </a:solidFill>
                <a:latin typeface="Aptos" pitchFamily="34" charset="0"/>
                <a:ea typeface="Arial" pitchFamily="34" charset="-122"/>
                <a:cs typeface="Arial" pitchFamily="34" charset="-120"/>
              </a:rPr>
              <a:t>Usar getLength do resultado.</a:t>
            </a:r>
            <a:endParaRPr lang="en-US" sz="2300" dirty="0"/>
          </a:p>
        </p:txBody>
      </p:sp>
      <p:sp>
        <p:nvSpPr>
          <p:cNvPr id="16" name="Shape 14"/>
          <p:cNvSpPr/>
          <p:nvPr/>
        </p:nvSpPr>
        <p:spPr>
          <a:xfrm>
            <a:off x="13620410" y="7102674"/>
            <a:ext cx="4952876" cy="1484412"/>
          </a:xfrm>
          <a:prstGeom prst="rect">
            <a:avLst/>
          </a:prstGeom>
          <a:solidFill>
            <a:srgbClr val="223147"/>
          </a:solidFill>
          <a:ln w="12700">
            <a:solidFill>
              <a:srgbClr val="FFFFFF">
                <a:alpha val="0"/>
              </a:srgbClr>
            </a:solidFill>
            <a:prstDash val="solid"/>
          </a:ln>
        </p:spPr>
        <p:txBody>
          <a:bodyPr/>
          <a:lstStyle/>
          <a:p>
            <a:endParaRPr lang="en-US"/>
          </a:p>
        </p:txBody>
      </p:sp>
      <p:sp>
        <p:nvSpPr>
          <p:cNvPr id="17" name="Shape 15"/>
          <p:cNvSpPr/>
          <p:nvPr/>
        </p:nvSpPr>
        <p:spPr>
          <a:xfrm>
            <a:off x="13687082" y="7102674"/>
            <a:ext cx="0" cy="1484412"/>
          </a:xfrm>
          <a:prstGeom prst="line">
            <a:avLst/>
          </a:prstGeom>
          <a:solidFill>
            <a:srgbClr val="111C2D">
              <a:alpha val="0"/>
            </a:srgbClr>
          </a:solidFill>
          <a:ln w="66675">
            <a:solidFill>
              <a:srgbClr val="F9B000"/>
            </a:solidFill>
            <a:prstDash val="solid"/>
          </a:ln>
        </p:spPr>
        <p:txBody>
          <a:bodyPr/>
          <a:lstStyle/>
          <a:p>
            <a:endParaRPr lang="en-US"/>
          </a:p>
        </p:txBody>
      </p:sp>
      <p:sp>
        <p:nvSpPr>
          <p:cNvPr id="18" name="Text 16"/>
          <p:cNvSpPr/>
          <p:nvPr/>
        </p:nvSpPr>
        <p:spPr>
          <a:xfrm>
            <a:off x="14096649" y="7445574"/>
            <a:ext cx="4133746" cy="41910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700" b="1" dirty="0">
                <a:solidFill>
                  <a:srgbClr val="F1F5F9"/>
                </a:solidFill>
                <a:latin typeface="Aptos" pitchFamily="34" charset="0"/>
                <a:ea typeface="Arial" pitchFamily="34" charset="-122"/>
                <a:cs typeface="Arial" pitchFamily="34" charset="-120"/>
              </a:rPr>
              <a:t>Rastreio</a:t>
            </a:r>
            <a:endParaRPr lang="en-US" sz="2900" dirty="0"/>
          </a:p>
        </p:txBody>
      </p:sp>
      <p:sp>
        <p:nvSpPr>
          <p:cNvPr id="19" name="Text 17"/>
          <p:cNvSpPr/>
          <p:nvPr/>
        </p:nvSpPr>
        <p:spPr>
          <a:xfrm>
            <a:off x="14096649" y="7864674"/>
            <a:ext cx="4133746" cy="8229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300" dirty="0">
                <a:solidFill>
                  <a:srgbClr val="F1F5F9"/>
                </a:solidFill>
                <a:latin typeface="Aptos" pitchFamily="34" charset="0"/>
                <a:ea typeface="Arial" pitchFamily="34" charset="-122"/>
                <a:cs typeface="Arial" pitchFamily="34" charset="-120"/>
              </a:rPr>
              <a:t>Usar registrar no handler.</a:t>
            </a:r>
            <a:endParaRPr lang="en-US" sz="2300" dirty="0"/>
          </a:p>
        </p:txBody>
      </p:sp>
      <p:sp>
        <p:nvSpPr>
          <p:cNvPr id="20" name="Shape 18"/>
          <p:cNvSpPr/>
          <p:nvPr/>
        </p:nvSpPr>
        <p:spPr>
          <a:xfrm>
            <a:off x="13620410" y="8891886"/>
            <a:ext cx="4952876" cy="1484412"/>
          </a:xfrm>
          <a:prstGeom prst="rect">
            <a:avLst/>
          </a:prstGeom>
          <a:solidFill>
            <a:srgbClr val="223147"/>
          </a:solidFill>
          <a:ln w="12700">
            <a:solidFill>
              <a:srgbClr val="FFFFFF">
                <a:alpha val="0"/>
              </a:srgbClr>
            </a:solidFill>
            <a:prstDash val="solid"/>
          </a:ln>
        </p:spPr>
        <p:txBody>
          <a:bodyPr/>
          <a:lstStyle/>
          <a:p>
            <a:endParaRPr lang="en-US"/>
          </a:p>
        </p:txBody>
      </p:sp>
      <p:sp>
        <p:nvSpPr>
          <p:cNvPr id="21" name="Shape 19"/>
          <p:cNvSpPr/>
          <p:nvPr/>
        </p:nvSpPr>
        <p:spPr>
          <a:xfrm>
            <a:off x="13687082" y="8891886"/>
            <a:ext cx="0" cy="1484412"/>
          </a:xfrm>
          <a:prstGeom prst="line">
            <a:avLst/>
          </a:prstGeom>
          <a:solidFill>
            <a:srgbClr val="111C2D">
              <a:alpha val="0"/>
            </a:srgbClr>
          </a:solidFill>
          <a:ln w="66675">
            <a:solidFill>
              <a:srgbClr val="F9B000"/>
            </a:solidFill>
            <a:prstDash val="solid"/>
          </a:ln>
        </p:spPr>
        <p:txBody>
          <a:bodyPr/>
          <a:lstStyle/>
          <a:p>
            <a:endParaRPr lang="en-US"/>
          </a:p>
        </p:txBody>
      </p:sp>
      <p:sp>
        <p:nvSpPr>
          <p:cNvPr id="22" name="Text 20"/>
          <p:cNvSpPr/>
          <p:nvPr/>
        </p:nvSpPr>
        <p:spPr>
          <a:xfrm>
            <a:off x="14096649" y="9234786"/>
            <a:ext cx="4133746" cy="41910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700" b="1" dirty="0">
                <a:solidFill>
                  <a:srgbClr val="F1F5F9"/>
                </a:solidFill>
                <a:latin typeface="Aptos" pitchFamily="34" charset="0"/>
                <a:ea typeface="Arial" pitchFamily="34" charset="-122"/>
                <a:cs typeface="Arial" pitchFamily="34" charset="-120"/>
              </a:rPr>
              <a:t>Teste</a:t>
            </a:r>
            <a:endParaRPr lang="en-US" sz="2900" dirty="0"/>
          </a:p>
        </p:txBody>
      </p:sp>
      <p:sp>
        <p:nvSpPr>
          <p:cNvPr id="23" name="Text 21"/>
          <p:cNvSpPr/>
          <p:nvPr/>
        </p:nvSpPr>
        <p:spPr>
          <a:xfrm>
            <a:off x="14096649" y="9653886"/>
            <a:ext cx="4133746" cy="8229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300" dirty="0">
                <a:solidFill>
                  <a:srgbClr val="F1F5F9"/>
                </a:solidFill>
                <a:latin typeface="Aptos" pitchFamily="34" charset="0"/>
                <a:ea typeface="Arial" pitchFamily="34" charset="-122"/>
                <a:cs typeface="Arial" pitchFamily="34" charset="-120"/>
              </a:rPr>
              <a:t>Comparar com buscar_itens.</a:t>
            </a:r>
            <a:endParaRPr lang="en-US" sz="2300" dirty="0"/>
          </a:p>
        </p:txBody>
      </p:sp>
      <p:sp>
        <p:nvSpPr>
          <p:cNvPr id="24" name="Text 22"/>
          <p:cNvSpPr/>
          <p:nvPr/>
        </p:nvSpPr>
        <p:spPr>
          <a:xfrm>
            <a:off x="1409665" y="12687300"/>
            <a:ext cx="17373600" cy="5943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400" dirty="0">
                <a:solidFill>
                  <a:srgbClr val="F1F5F9"/>
                </a:solidFill>
                <a:latin typeface="Aptos" pitchFamily="34" charset="0"/>
                <a:ea typeface="Arial" pitchFamily="34" charset="-122"/>
                <a:cs typeface="Arial" pitchFamily="34" charset="-120"/>
              </a:rPr>
              <a:t>Exercício opcional. Não faz parte das sete tools entregues.</a:t>
            </a:r>
            <a:endParaRPr lang="en-US" sz="2100" dirty="0"/>
          </a:p>
        </p:txBody>
      </p:sp>
      <p:sp>
        <p:nvSpPr>
          <p:cNvPr id="25" name="TextBox 24"/>
          <p:cNvSpPr txBox="1"/>
          <p:nvPr/>
        </p:nvSpPr>
        <p:spPr>
          <a:xfrm>
            <a:off x="21214080" y="12344400"/>
            <a:ext cx="2286000" cy="502920"/>
          </a:xfrm>
          <a:prstGeom prst="rect">
            <a:avLst/>
          </a:prstGeom>
          <a:noFill/>
        </p:spPr>
        <p:txBody>
          <a:bodyPr wrap="none" lIns="0" tIns="0" rIns="0" bIns="0">
            <a:noAutofit/>
          </a:bodyPr>
          <a:lstStyle/>
          <a:p>
            <a:pPr>
              <a:lnSpc>
                <a:spcPct val="108000"/>
              </a:lnSpc>
              <a:spcBef>
                <a:spcPts val="0"/>
              </a:spcBef>
              <a:spcAft>
                <a:spcPts val="0"/>
              </a:spcAft>
            </a:pPr>
            <a:r>
              <a:rPr lang="en-US" sz="2200">
                <a:solidFill>
                  <a:srgbClr val="15243B"/>
                </a:solidFill>
                <a:latin typeface="Aptos"/>
              </a:rPr>
              <a:t>62 / 70</a:t>
            </a:r>
            <a:endParaRPr sz="2200">
              <a:solidFill>
                <a:srgbClr val="15243B"/>
              </a:solidFill>
              <a:latin typeface="Aptos"/>
            </a:endParaRP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hape 0"/>
          <p:cNvSpPr/>
          <p:nvPr/>
        </p:nvSpPr>
        <p:spPr>
          <a:xfrm>
            <a:off x="1" y="0"/>
            <a:ext cx="24383390" cy="13716000"/>
          </a:xfrm>
          <a:prstGeom prst="rect">
            <a:avLst/>
          </a:prstGeom>
          <a:solidFill>
            <a:srgbClr val="111C2D"/>
          </a:solidFill>
          <a:ln w="12700">
            <a:solidFill>
              <a:srgbClr val="FFFFFF">
                <a:alpha val="0"/>
              </a:srgbClr>
            </a:solidFill>
            <a:prstDash val="solid"/>
          </a:ln>
        </p:spPr>
        <p:txBody>
          <a:bodyPr/>
          <a:lstStyle/>
          <a:p>
            <a:endParaRPr lang="en-US"/>
          </a:p>
        </p:txBody>
      </p:sp>
      <p:sp>
        <p:nvSpPr>
          <p:cNvPr id="3" name="Shape 1"/>
          <p:cNvSpPr/>
          <p:nvPr/>
        </p:nvSpPr>
        <p:spPr>
          <a:xfrm>
            <a:off x="0" y="0"/>
            <a:ext cx="19811504" cy="1219200"/>
          </a:xfrm>
          <a:prstGeom prst="rect">
            <a:avLst/>
          </a:prstGeom>
          <a:solidFill>
            <a:srgbClr val="D9DCDF"/>
          </a:solidFill>
          <a:ln w="12700">
            <a:solidFill>
              <a:srgbClr val="FFFFFF">
                <a:alpha val="0"/>
              </a:srgbClr>
            </a:solidFill>
            <a:prstDash val="solid"/>
          </a:ln>
        </p:spPr>
        <p:txBody>
          <a:bodyPr/>
          <a:lstStyle/>
          <a:p>
            <a:endParaRPr lang="en-US"/>
          </a:p>
        </p:txBody>
      </p:sp>
      <p:sp>
        <p:nvSpPr>
          <p:cNvPr id="4" name="Shape 2"/>
          <p:cNvSpPr/>
          <p:nvPr/>
        </p:nvSpPr>
        <p:spPr>
          <a:xfrm>
            <a:off x="20382990" y="0"/>
            <a:ext cx="4000400" cy="13716000"/>
          </a:xfrm>
          <a:prstGeom prst="rect">
            <a:avLst/>
          </a:prstGeom>
          <a:solidFill>
            <a:srgbClr val="F9B000"/>
          </a:solidFill>
          <a:ln w="12700">
            <a:solidFill>
              <a:srgbClr val="FFFFFF">
                <a:alpha val="0"/>
              </a:srgbClr>
            </a:solidFill>
            <a:prstDash val="solid"/>
          </a:ln>
        </p:spPr>
        <p:txBody>
          <a:bodyPr/>
          <a:lstStyle/>
          <a:p>
            <a:endParaRPr lang="en-US"/>
          </a:p>
        </p:txBody>
      </p:sp>
      <p:sp>
        <p:nvSpPr>
          <p:cNvPr id="5" name="Text 3"/>
          <p:cNvSpPr/>
          <p:nvPr/>
        </p:nvSpPr>
        <p:spPr>
          <a:xfrm>
            <a:off x="1371567" y="1676400"/>
            <a:ext cx="17525562" cy="164592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5400" b="1" dirty="0">
                <a:solidFill>
                  <a:srgbClr val="68BDF4"/>
                </a:solidFill>
                <a:latin typeface="Aptos Display" pitchFamily="34" charset="0"/>
                <a:ea typeface="Arial" pitchFamily="34" charset="-122"/>
                <a:cs typeface="Arial" pitchFamily="34" charset="-120"/>
              </a:rPr>
              <a:t>Revisão da conclusão</a:t>
            </a:r>
            <a:endParaRPr lang="en-US" sz="5600" dirty="0"/>
          </a:p>
        </p:txBody>
      </p:sp>
      <p:sp>
        <p:nvSpPr>
          <p:cNvPr id="6" name="Shape 4"/>
          <p:cNvSpPr/>
          <p:nvPr/>
        </p:nvSpPr>
        <p:spPr>
          <a:xfrm>
            <a:off x="1409664" y="3619500"/>
            <a:ext cx="8400840" cy="3543300"/>
          </a:xfrm>
          <a:prstGeom prst="rect">
            <a:avLst/>
          </a:prstGeom>
          <a:solidFill>
            <a:srgbClr val="223147"/>
          </a:solidFill>
          <a:ln w="12700">
            <a:solidFill>
              <a:srgbClr val="FFFFFF">
                <a:alpha val="0"/>
              </a:srgbClr>
            </a:solidFill>
            <a:prstDash val="solid"/>
          </a:ln>
        </p:spPr>
        <p:txBody>
          <a:bodyPr/>
          <a:lstStyle/>
          <a:p>
            <a:endParaRPr lang="en-US"/>
          </a:p>
        </p:txBody>
      </p:sp>
      <p:sp>
        <p:nvSpPr>
          <p:cNvPr id="7" name="Shape 5"/>
          <p:cNvSpPr/>
          <p:nvPr/>
        </p:nvSpPr>
        <p:spPr>
          <a:xfrm>
            <a:off x="1476338" y="3619500"/>
            <a:ext cx="0" cy="3543300"/>
          </a:xfrm>
          <a:prstGeom prst="line">
            <a:avLst/>
          </a:prstGeom>
          <a:solidFill>
            <a:srgbClr val="111C2D">
              <a:alpha val="0"/>
            </a:srgbClr>
          </a:solidFill>
          <a:ln w="66675">
            <a:solidFill>
              <a:srgbClr val="0B6FBD"/>
            </a:solidFill>
            <a:prstDash val="solid"/>
          </a:ln>
        </p:spPr>
        <p:txBody>
          <a:bodyPr/>
          <a:lstStyle/>
          <a:p>
            <a:endParaRPr lang="en-US"/>
          </a:p>
        </p:txBody>
      </p:sp>
      <p:sp>
        <p:nvSpPr>
          <p:cNvPr id="8" name="Text 6"/>
          <p:cNvSpPr/>
          <p:nvPr/>
        </p:nvSpPr>
        <p:spPr>
          <a:xfrm>
            <a:off x="2000200" y="4076701"/>
            <a:ext cx="7353116" cy="51435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3200" b="1" dirty="0">
                <a:solidFill>
                  <a:srgbClr val="F1F5F9"/>
                </a:solidFill>
                <a:latin typeface="Aptos" pitchFamily="34" charset="0"/>
                <a:ea typeface="Arial" pitchFamily="34" charset="-122"/>
                <a:cs typeface="Arial" pitchFamily="34" charset="-120"/>
              </a:rPr>
              <a:t>Fonte</a:t>
            </a:r>
            <a:endParaRPr lang="en-US" sz="3500" dirty="0"/>
          </a:p>
        </p:txBody>
      </p:sp>
      <p:sp>
        <p:nvSpPr>
          <p:cNvPr id="9" name="Text 7"/>
          <p:cNvSpPr/>
          <p:nvPr/>
        </p:nvSpPr>
        <p:spPr>
          <a:xfrm>
            <a:off x="2000200" y="4591051"/>
            <a:ext cx="7353116" cy="19659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800" dirty="0">
                <a:solidFill>
                  <a:srgbClr val="F1F5F9"/>
                </a:solidFill>
                <a:latin typeface="Aptos" pitchFamily="34" charset="0"/>
                <a:ea typeface="Arial" pitchFamily="34" charset="-122"/>
                <a:cs typeface="Arial" pitchFamily="34" charset="-120"/>
              </a:rPr>
              <a:t>Cada afirmação aponta a item e consulta registrados.</a:t>
            </a:r>
            <a:endParaRPr lang="en-US" sz="2700" dirty="0"/>
          </a:p>
        </p:txBody>
      </p:sp>
      <p:sp>
        <p:nvSpPr>
          <p:cNvPr id="10" name="Shape 8"/>
          <p:cNvSpPr/>
          <p:nvPr/>
        </p:nvSpPr>
        <p:spPr>
          <a:xfrm>
            <a:off x="10153396" y="3619500"/>
            <a:ext cx="8400840" cy="3543300"/>
          </a:xfrm>
          <a:prstGeom prst="rect">
            <a:avLst/>
          </a:prstGeom>
          <a:solidFill>
            <a:srgbClr val="223147"/>
          </a:solidFill>
          <a:ln w="12700">
            <a:solidFill>
              <a:srgbClr val="FFFFFF">
                <a:alpha val="0"/>
              </a:srgbClr>
            </a:solidFill>
            <a:prstDash val="solid"/>
          </a:ln>
        </p:spPr>
        <p:txBody>
          <a:bodyPr/>
          <a:lstStyle/>
          <a:p>
            <a:endParaRPr lang="en-US"/>
          </a:p>
        </p:txBody>
      </p:sp>
      <p:sp>
        <p:nvSpPr>
          <p:cNvPr id="11" name="Shape 9"/>
          <p:cNvSpPr/>
          <p:nvPr/>
        </p:nvSpPr>
        <p:spPr>
          <a:xfrm>
            <a:off x="10220070" y="3619500"/>
            <a:ext cx="0" cy="3543300"/>
          </a:xfrm>
          <a:prstGeom prst="line">
            <a:avLst/>
          </a:prstGeom>
          <a:solidFill>
            <a:srgbClr val="111C2D">
              <a:alpha val="0"/>
            </a:srgbClr>
          </a:solidFill>
          <a:ln w="66675">
            <a:solidFill>
              <a:srgbClr val="0B6FBD"/>
            </a:solidFill>
            <a:prstDash val="solid"/>
          </a:ln>
        </p:spPr>
        <p:txBody>
          <a:bodyPr/>
          <a:lstStyle/>
          <a:p>
            <a:endParaRPr lang="en-US"/>
          </a:p>
        </p:txBody>
      </p:sp>
      <p:sp>
        <p:nvSpPr>
          <p:cNvPr id="12" name="Text 10"/>
          <p:cNvSpPr/>
          <p:nvPr/>
        </p:nvSpPr>
        <p:spPr>
          <a:xfrm>
            <a:off x="10743932" y="4076701"/>
            <a:ext cx="7353116" cy="51435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3200" b="1" dirty="0">
                <a:solidFill>
                  <a:srgbClr val="F1F5F9"/>
                </a:solidFill>
                <a:latin typeface="Aptos" pitchFamily="34" charset="0"/>
                <a:ea typeface="Arial" pitchFamily="34" charset="-122"/>
                <a:cs typeface="Arial" pitchFamily="34" charset="-120"/>
              </a:rPr>
              <a:t>Contexto</a:t>
            </a:r>
            <a:endParaRPr lang="en-US" sz="3500" dirty="0"/>
          </a:p>
        </p:txBody>
      </p:sp>
      <p:sp>
        <p:nvSpPr>
          <p:cNvPr id="13" name="Text 11"/>
          <p:cNvSpPr/>
          <p:nvPr/>
        </p:nvSpPr>
        <p:spPr>
          <a:xfrm>
            <a:off x="10743932" y="4591051"/>
            <a:ext cx="7353116" cy="19659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800" dirty="0">
                <a:solidFill>
                  <a:srgbClr val="F1F5F9"/>
                </a:solidFill>
                <a:latin typeface="Aptos" pitchFamily="34" charset="0"/>
                <a:ea typeface="Arial" pitchFamily="34" charset="-122"/>
                <a:cs typeface="Arial" pitchFamily="34" charset="-120"/>
              </a:rPr>
              <a:t>Proposta, cancelamento e ruído recebem papéis distintos.</a:t>
            </a:r>
            <a:endParaRPr lang="en-US" sz="2700" dirty="0"/>
          </a:p>
        </p:txBody>
      </p:sp>
      <p:sp>
        <p:nvSpPr>
          <p:cNvPr id="14" name="Shape 12"/>
          <p:cNvSpPr/>
          <p:nvPr/>
        </p:nvSpPr>
        <p:spPr>
          <a:xfrm>
            <a:off x="1409664" y="7505700"/>
            <a:ext cx="8400840" cy="3543300"/>
          </a:xfrm>
          <a:prstGeom prst="rect">
            <a:avLst/>
          </a:prstGeom>
          <a:solidFill>
            <a:srgbClr val="223147"/>
          </a:solidFill>
          <a:ln w="12700">
            <a:solidFill>
              <a:srgbClr val="FFFFFF">
                <a:alpha val="0"/>
              </a:srgbClr>
            </a:solidFill>
            <a:prstDash val="solid"/>
          </a:ln>
        </p:spPr>
        <p:txBody>
          <a:bodyPr/>
          <a:lstStyle/>
          <a:p>
            <a:endParaRPr lang="en-US"/>
          </a:p>
        </p:txBody>
      </p:sp>
      <p:sp>
        <p:nvSpPr>
          <p:cNvPr id="15" name="Shape 13"/>
          <p:cNvSpPr/>
          <p:nvPr/>
        </p:nvSpPr>
        <p:spPr>
          <a:xfrm>
            <a:off x="1476338" y="7505700"/>
            <a:ext cx="0" cy="3543300"/>
          </a:xfrm>
          <a:prstGeom prst="line">
            <a:avLst/>
          </a:prstGeom>
          <a:solidFill>
            <a:srgbClr val="111C2D">
              <a:alpha val="0"/>
            </a:srgbClr>
          </a:solidFill>
          <a:ln w="66675">
            <a:solidFill>
              <a:srgbClr val="F9B000"/>
            </a:solidFill>
            <a:prstDash val="solid"/>
          </a:ln>
        </p:spPr>
        <p:txBody>
          <a:bodyPr/>
          <a:lstStyle/>
          <a:p>
            <a:endParaRPr lang="en-US"/>
          </a:p>
        </p:txBody>
      </p:sp>
      <p:sp>
        <p:nvSpPr>
          <p:cNvPr id="16" name="Text 14"/>
          <p:cNvSpPr/>
          <p:nvPr/>
        </p:nvSpPr>
        <p:spPr>
          <a:xfrm>
            <a:off x="2000200" y="7962901"/>
            <a:ext cx="7353116" cy="51435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3200" b="1" dirty="0">
                <a:solidFill>
                  <a:srgbClr val="F1F5F9"/>
                </a:solidFill>
                <a:latin typeface="Aptos" pitchFamily="34" charset="0"/>
                <a:ea typeface="Arial" pitchFamily="34" charset="-122"/>
                <a:cs typeface="Arial" pitchFamily="34" charset="-120"/>
              </a:rPr>
              <a:t>Sustentação</a:t>
            </a:r>
            <a:endParaRPr lang="en-US" sz="3500" dirty="0"/>
          </a:p>
        </p:txBody>
      </p:sp>
      <p:sp>
        <p:nvSpPr>
          <p:cNvPr id="17" name="Text 15"/>
          <p:cNvSpPr/>
          <p:nvPr/>
        </p:nvSpPr>
        <p:spPr>
          <a:xfrm>
            <a:off x="2000200" y="8477251"/>
            <a:ext cx="7353116" cy="19659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800" dirty="0">
                <a:solidFill>
                  <a:srgbClr val="F1F5F9"/>
                </a:solidFill>
                <a:latin typeface="Aptos" pitchFamily="34" charset="0"/>
                <a:ea typeface="Arial" pitchFamily="34" charset="-122"/>
                <a:cs typeface="Arial" pitchFamily="34" charset="-120"/>
              </a:rPr>
              <a:t>Dizer que há um registro não comprova o evento descrito.</a:t>
            </a:r>
            <a:endParaRPr lang="en-US" sz="2700" dirty="0"/>
          </a:p>
        </p:txBody>
      </p:sp>
      <p:sp>
        <p:nvSpPr>
          <p:cNvPr id="18" name="Shape 16"/>
          <p:cNvSpPr/>
          <p:nvPr/>
        </p:nvSpPr>
        <p:spPr>
          <a:xfrm>
            <a:off x="10153396" y="7505700"/>
            <a:ext cx="8400840" cy="3543300"/>
          </a:xfrm>
          <a:prstGeom prst="rect">
            <a:avLst/>
          </a:prstGeom>
          <a:solidFill>
            <a:srgbClr val="223147"/>
          </a:solidFill>
          <a:ln w="12700">
            <a:solidFill>
              <a:srgbClr val="FFFFFF">
                <a:alpha val="0"/>
              </a:srgbClr>
            </a:solidFill>
            <a:prstDash val="solid"/>
          </a:ln>
        </p:spPr>
        <p:txBody>
          <a:bodyPr/>
          <a:lstStyle/>
          <a:p>
            <a:endParaRPr lang="en-US"/>
          </a:p>
        </p:txBody>
      </p:sp>
      <p:sp>
        <p:nvSpPr>
          <p:cNvPr id="19" name="Shape 17"/>
          <p:cNvSpPr/>
          <p:nvPr/>
        </p:nvSpPr>
        <p:spPr>
          <a:xfrm>
            <a:off x="10220070" y="7505700"/>
            <a:ext cx="0" cy="3543300"/>
          </a:xfrm>
          <a:prstGeom prst="line">
            <a:avLst/>
          </a:prstGeom>
          <a:solidFill>
            <a:srgbClr val="111C2D">
              <a:alpha val="0"/>
            </a:srgbClr>
          </a:solidFill>
          <a:ln w="66675">
            <a:solidFill>
              <a:srgbClr val="F9B000"/>
            </a:solidFill>
            <a:prstDash val="solid"/>
          </a:ln>
        </p:spPr>
        <p:txBody>
          <a:bodyPr/>
          <a:lstStyle/>
          <a:p>
            <a:endParaRPr lang="en-US"/>
          </a:p>
        </p:txBody>
      </p:sp>
      <p:sp>
        <p:nvSpPr>
          <p:cNvPr id="20" name="Text 18"/>
          <p:cNvSpPr/>
          <p:nvPr/>
        </p:nvSpPr>
        <p:spPr>
          <a:xfrm>
            <a:off x="10743932" y="7962901"/>
            <a:ext cx="7353116" cy="51435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3200" b="1" dirty="0">
                <a:solidFill>
                  <a:srgbClr val="F1F5F9"/>
                </a:solidFill>
                <a:latin typeface="Aptos" pitchFamily="34" charset="0"/>
                <a:ea typeface="Arial" pitchFamily="34" charset="-122"/>
                <a:cs typeface="Arial" pitchFamily="34" charset="-120"/>
              </a:rPr>
              <a:t>Cobertura</a:t>
            </a:r>
            <a:endParaRPr lang="en-US" sz="3500" dirty="0"/>
          </a:p>
        </p:txBody>
      </p:sp>
      <p:sp>
        <p:nvSpPr>
          <p:cNvPr id="21" name="Text 19"/>
          <p:cNvSpPr/>
          <p:nvPr/>
        </p:nvSpPr>
        <p:spPr>
          <a:xfrm>
            <a:off x="10743932" y="8477251"/>
            <a:ext cx="7353116" cy="19659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800" dirty="0">
                <a:solidFill>
                  <a:srgbClr val="F1F5F9"/>
                </a:solidFill>
                <a:latin typeface="Aptos" pitchFamily="34" charset="0"/>
                <a:ea typeface="Arial" pitchFamily="34" charset="-122"/>
                <a:cs typeface="Arial" pitchFamily="34" charset="-120"/>
              </a:rPr>
              <a:t>Declarar documentos e páginas ainda não examinados.</a:t>
            </a:r>
            <a:endParaRPr lang="en-US" sz="2700" dirty="0"/>
          </a:p>
        </p:txBody>
      </p:sp>
      <p:sp>
        <p:nvSpPr>
          <p:cNvPr id="22" name="Text 20"/>
          <p:cNvSpPr/>
          <p:nvPr/>
        </p:nvSpPr>
        <p:spPr>
          <a:xfrm>
            <a:off x="1409664" y="11734801"/>
            <a:ext cx="17144572" cy="112395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500" dirty="0">
                <a:solidFill>
                  <a:srgbClr val="F1F5F9"/>
                </a:solidFill>
                <a:latin typeface="Aptos" pitchFamily="34" charset="0"/>
                <a:ea typeface="Arial" pitchFamily="34" charset="-122"/>
                <a:cs typeface="Arial" pitchFamily="34" charset="-120"/>
              </a:rPr>
              <a:t>Uma conclusão pode permanecer parcial quando faltam fontes.</a:t>
            </a:r>
            <a:endParaRPr lang="en-US" sz="3000" dirty="0"/>
          </a:p>
        </p:txBody>
      </p:sp>
      <p:sp>
        <p:nvSpPr>
          <p:cNvPr id="23" name="TextBox 22"/>
          <p:cNvSpPr txBox="1"/>
          <p:nvPr/>
        </p:nvSpPr>
        <p:spPr>
          <a:xfrm>
            <a:off x="21214080" y="12344400"/>
            <a:ext cx="2286000" cy="502920"/>
          </a:xfrm>
          <a:prstGeom prst="rect">
            <a:avLst/>
          </a:prstGeom>
          <a:noFill/>
        </p:spPr>
        <p:txBody>
          <a:bodyPr wrap="none" lIns="0" tIns="0" rIns="0" bIns="0">
            <a:noAutofit/>
          </a:bodyPr>
          <a:lstStyle/>
          <a:p>
            <a:pPr>
              <a:lnSpc>
                <a:spcPct val="108000"/>
              </a:lnSpc>
              <a:spcBef>
                <a:spcPts val="0"/>
              </a:spcBef>
              <a:spcAft>
                <a:spcPts val="0"/>
              </a:spcAft>
            </a:pPr>
            <a:r>
              <a:rPr lang="en-US" sz="2200">
                <a:solidFill>
                  <a:srgbClr val="15243B"/>
                </a:solidFill>
                <a:latin typeface="Aptos"/>
              </a:rPr>
              <a:t>63 / 70</a:t>
            </a:r>
            <a:endParaRPr sz="2200">
              <a:solidFill>
                <a:srgbClr val="15243B"/>
              </a:solidFill>
              <a:latin typeface="Aptos"/>
            </a:endParaRP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hape 0"/>
          <p:cNvSpPr/>
          <p:nvPr/>
        </p:nvSpPr>
        <p:spPr>
          <a:xfrm>
            <a:off x="1" y="0"/>
            <a:ext cx="24383390" cy="13716000"/>
          </a:xfrm>
          <a:prstGeom prst="rect">
            <a:avLst/>
          </a:prstGeom>
          <a:solidFill>
            <a:srgbClr val="111C2D"/>
          </a:solidFill>
          <a:ln w="12700">
            <a:solidFill>
              <a:srgbClr val="FFFFFF">
                <a:alpha val="0"/>
              </a:srgbClr>
            </a:solidFill>
            <a:prstDash val="solid"/>
          </a:ln>
        </p:spPr>
        <p:txBody>
          <a:bodyPr/>
          <a:lstStyle/>
          <a:p>
            <a:endParaRPr lang="en-US"/>
          </a:p>
        </p:txBody>
      </p:sp>
      <p:sp>
        <p:nvSpPr>
          <p:cNvPr id="3" name="Shape 1"/>
          <p:cNvSpPr/>
          <p:nvPr/>
        </p:nvSpPr>
        <p:spPr>
          <a:xfrm>
            <a:off x="0" y="0"/>
            <a:ext cx="19811504" cy="1219200"/>
          </a:xfrm>
          <a:prstGeom prst="rect">
            <a:avLst/>
          </a:prstGeom>
          <a:solidFill>
            <a:srgbClr val="D9DCDF"/>
          </a:solidFill>
          <a:ln w="12700">
            <a:solidFill>
              <a:srgbClr val="FFFFFF">
                <a:alpha val="0"/>
              </a:srgbClr>
            </a:solidFill>
            <a:prstDash val="solid"/>
          </a:ln>
        </p:spPr>
        <p:txBody>
          <a:bodyPr/>
          <a:lstStyle/>
          <a:p>
            <a:endParaRPr lang="en-US"/>
          </a:p>
        </p:txBody>
      </p:sp>
      <p:sp>
        <p:nvSpPr>
          <p:cNvPr id="4" name="Shape 2"/>
          <p:cNvSpPr/>
          <p:nvPr/>
        </p:nvSpPr>
        <p:spPr>
          <a:xfrm>
            <a:off x="20382990" y="0"/>
            <a:ext cx="4000400" cy="13716000"/>
          </a:xfrm>
          <a:prstGeom prst="rect">
            <a:avLst/>
          </a:prstGeom>
          <a:solidFill>
            <a:srgbClr val="F9B000"/>
          </a:solidFill>
          <a:ln w="12700">
            <a:solidFill>
              <a:srgbClr val="FFFFFF">
                <a:alpha val="0"/>
              </a:srgbClr>
            </a:solidFill>
            <a:prstDash val="solid"/>
          </a:ln>
        </p:spPr>
        <p:txBody>
          <a:bodyPr/>
          <a:lstStyle/>
          <a:p>
            <a:endParaRPr lang="en-US"/>
          </a:p>
        </p:txBody>
      </p:sp>
      <p:sp>
        <p:nvSpPr>
          <p:cNvPr id="5" name="Text 3"/>
          <p:cNvSpPr/>
          <p:nvPr/>
        </p:nvSpPr>
        <p:spPr>
          <a:xfrm>
            <a:off x="1371567" y="1676401"/>
            <a:ext cx="17525562" cy="164592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5400" b="1" dirty="0">
                <a:solidFill>
                  <a:srgbClr val="68BDF4"/>
                </a:solidFill>
                <a:latin typeface="Aptos Display" pitchFamily="34" charset="0"/>
                <a:ea typeface="Arial" pitchFamily="34" charset="-122"/>
                <a:cs typeface="Arial" pitchFamily="34" charset="-120"/>
              </a:rPr>
              <a:t>Entrega rastreável</a:t>
            </a:r>
            <a:endParaRPr lang="en-US" sz="5700" dirty="0"/>
          </a:p>
        </p:txBody>
      </p:sp>
      <p:sp>
        <p:nvSpPr>
          <p:cNvPr id="6" name="Shape 4"/>
          <p:cNvSpPr/>
          <p:nvPr/>
        </p:nvSpPr>
        <p:spPr>
          <a:xfrm>
            <a:off x="1409665" y="3524250"/>
            <a:ext cx="12115800" cy="7810500"/>
          </a:xfrm>
          <a:prstGeom prst="rect">
            <a:avLst/>
          </a:prstGeom>
          <a:solidFill>
            <a:srgbClr val="0B2D5C"/>
          </a:solidFill>
          <a:ln w="12700">
            <a:solidFill>
              <a:srgbClr val="FFFFFF">
                <a:alpha val="0"/>
              </a:srgbClr>
            </a:solidFill>
            <a:prstDash val="solid"/>
          </a:ln>
        </p:spPr>
        <p:txBody>
          <a:bodyPr/>
          <a:lstStyle/>
          <a:p>
            <a:endParaRPr lang="en-US"/>
          </a:p>
        </p:txBody>
      </p:sp>
      <p:sp>
        <p:nvSpPr>
          <p:cNvPr id="7" name="Text 5"/>
          <p:cNvSpPr/>
          <p:nvPr/>
        </p:nvSpPr>
        <p:spPr>
          <a:xfrm>
            <a:off x="1783080" y="3767328"/>
            <a:ext cx="11567160" cy="7406640"/>
          </a:xfrm>
          <a:prstGeom prst="rect">
            <a:avLst/>
          </a:prstGeom>
          <a:noFill/>
          <a:ln/>
        </p:spPr>
        <p:txBody>
          <a:bodyPr wrap="non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a:t>
            </a:r>
            <a:endParaRPr lang="en-US" sz="2600" dirty="0">
              <a:solidFill>
                <a:srgbClr val="F1F5F9"/>
              </a:solidFill>
              <a:latin typeface="Consolas" pitchFamily="34" charset="0"/>
              <a:ea typeface="Consolas" pitchFamily="34" charset="-122"/>
              <a:cs typeface="Consolas" pitchFamily="34" charset="-120"/>
            </a:endParaRP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"case_label": "AURORA_SINTETICO",</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"session_id": "&lt;sessao consultada&gt;",</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"marcador_id": "&lt;ID do marcador criado&gt;",</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"itens_associados": ["&lt;IDs conferidos&gt;"],</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"registro_associacao": "&lt;Q registrado&gt;",</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"referencias": [{</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"record_id": "&lt;Q registrado&gt;",</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"item_id": "&lt;ID no caso&gt;",</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"path": "&lt;caminho retornado&gt;",</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"trecho": "&lt;conteudo literal conferido&gt;"</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"conclusao": "&lt;afirmacao sustentada&gt;",</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  "limitacoes": ["&lt;lacuna observada&gt;"]</a:t>
            </a:r>
          </a:p>
          <a:p>
            <a:pPr marL="0" indent="0" algn="l">
              <a:lnSpc>
                <a:spcPct val="103000"/>
              </a:lnSpc>
              <a:spcBef>
                <a:spcPts val="0"/>
              </a:spcBef>
              <a:spcAft>
                <a:spcPts val="0"/>
              </a:spcAft>
              <a:buNone/>
            </a:pPr>
            <a:r>
              <a:rPr lang="en-US" sz="2400">
                <a:solidFill>
                  <a:srgbClr val="F1F5F9"/>
                </a:solidFill>
                <a:latin typeface="Consolas" pitchFamily="34" charset="0"/>
                <a:ea typeface="Consolas" pitchFamily="34" charset="-122"/>
                <a:cs typeface="Consolas" pitchFamily="34" charset="-120"/>
              </a:rPr>
              <a:t>}</a:t>
            </a:r>
          </a:p>
        </p:txBody>
      </p:sp>
      <p:sp>
        <p:nvSpPr>
          <p:cNvPr id="8" name="Shape 6"/>
          <p:cNvSpPr/>
          <p:nvPr/>
        </p:nvSpPr>
        <p:spPr>
          <a:xfrm>
            <a:off x="13620410" y="3524250"/>
            <a:ext cx="4952876" cy="1484412"/>
          </a:xfrm>
          <a:prstGeom prst="rect">
            <a:avLst/>
          </a:prstGeom>
          <a:solidFill>
            <a:srgbClr val="223147"/>
          </a:solidFill>
          <a:ln w="12700">
            <a:solidFill>
              <a:srgbClr val="FFFFFF">
                <a:alpha val="0"/>
              </a:srgbClr>
            </a:solidFill>
            <a:prstDash val="solid"/>
          </a:ln>
        </p:spPr>
        <p:txBody>
          <a:bodyPr/>
          <a:lstStyle/>
          <a:p>
            <a:endParaRPr lang="en-US"/>
          </a:p>
        </p:txBody>
      </p:sp>
      <p:sp>
        <p:nvSpPr>
          <p:cNvPr id="9" name="Shape 7"/>
          <p:cNvSpPr/>
          <p:nvPr/>
        </p:nvSpPr>
        <p:spPr>
          <a:xfrm>
            <a:off x="13687082" y="3524250"/>
            <a:ext cx="0" cy="1484412"/>
          </a:xfrm>
          <a:prstGeom prst="line">
            <a:avLst/>
          </a:prstGeom>
          <a:solidFill>
            <a:srgbClr val="111C2D">
              <a:alpha val="0"/>
            </a:srgbClr>
          </a:solidFill>
          <a:ln w="66675">
            <a:solidFill>
              <a:srgbClr val="F9B000"/>
            </a:solidFill>
            <a:prstDash val="solid"/>
          </a:ln>
        </p:spPr>
        <p:txBody>
          <a:bodyPr/>
          <a:lstStyle/>
          <a:p>
            <a:endParaRPr lang="en-US"/>
          </a:p>
        </p:txBody>
      </p:sp>
      <p:sp>
        <p:nvSpPr>
          <p:cNvPr id="10" name="Text 8"/>
          <p:cNvSpPr/>
          <p:nvPr/>
        </p:nvSpPr>
        <p:spPr>
          <a:xfrm>
            <a:off x="14096649" y="3867150"/>
            <a:ext cx="4133746" cy="41910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700" b="1" dirty="0">
                <a:solidFill>
                  <a:srgbClr val="F1F5F9"/>
                </a:solidFill>
                <a:latin typeface="Aptos" pitchFamily="34" charset="0"/>
                <a:ea typeface="Arial" pitchFamily="34" charset="-122"/>
                <a:cs typeface="Arial" pitchFamily="34" charset="-120"/>
              </a:rPr>
              <a:t>Modelo</a:t>
            </a:r>
            <a:endParaRPr lang="en-US" sz="2900" dirty="0"/>
          </a:p>
        </p:txBody>
      </p:sp>
      <p:sp>
        <p:nvSpPr>
          <p:cNvPr id="11" name="Text 9"/>
          <p:cNvSpPr/>
          <p:nvPr/>
        </p:nvSpPr>
        <p:spPr>
          <a:xfrm>
            <a:off x="14096649" y="4286250"/>
            <a:ext cx="4133746" cy="8229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300" dirty="0">
                <a:solidFill>
                  <a:srgbClr val="F1F5F9"/>
                </a:solidFill>
                <a:latin typeface="Aptos" pitchFamily="34" charset="0"/>
                <a:ea typeface="Arial" pitchFamily="34" charset="-122"/>
                <a:cs typeface="Arial" pitchFamily="34" charset="-120"/>
              </a:rPr>
              <a:t>Estrutura de referência.</a:t>
            </a:r>
            <a:endParaRPr lang="en-US" sz="2300" dirty="0"/>
          </a:p>
        </p:txBody>
      </p:sp>
      <p:sp>
        <p:nvSpPr>
          <p:cNvPr id="12" name="Shape 10"/>
          <p:cNvSpPr/>
          <p:nvPr/>
        </p:nvSpPr>
        <p:spPr>
          <a:xfrm>
            <a:off x="13620410" y="5313462"/>
            <a:ext cx="4952876" cy="1484412"/>
          </a:xfrm>
          <a:prstGeom prst="rect">
            <a:avLst/>
          </a:prstGeom>
          <a:solidFill>
            <a:srgbClr val="223147"/>
          </a:solidFill>
          <a:ln w="12700">
            <a:solidFill>
              <a:srgbClr val="FFFFFF">
                <a:alpha val="0"/>
              </a:srgbClr>
            </a:solidFill>
            <a:prstDash val="solid"/>
          </a:ln>
        </p:spPr>
        <p:txBody>
          <a:bodyPr/>
          <a:lstStyle/>
          <a:p>
            <a:endParaRPr lang="en-US"/>
          </a:p>
        </p:txBody>
      </p:sp>
      <p:sp>
        <p:nvSpPr>
          <p:cNvPr id="13" name="Shape 11"/>
          <p:cNvSpPr/>
          <p:nvPr/>
        </p:nvSpPr>
        <p:spPr>
          <a:xfrm>
            <a:off x="13687082" y="5313462"/>
            <a:ext cx="0" cy="1484412"/>
          </a:xfrm>
          <a:prstGeom prst="line">
            <a:avLst/>
          </a:prstGeom>
          <a:solidFill>
            <a:srgbClr val="111C2D">
              <a:alpha val="0"/>
            </a:srgbClr>
          </a:solidFill>
          <a:ln w="66675">
            <a:solidFill>
              <a:srgbClr val="F9B000"/>
            </a:solidFill>
            <a:prstDash val="solid"/>
          </a:ln>
        </p:spPr>
        <p:txBody>
          <a:bodyPr/>
          <a:lstStyle/>
          <a:p>
            <a:endParaRPr lang="en-US"/>
          </a:p>
        </p:txBody>
      </p:sp>
      <p:sp>
        <p:nvSpPr>
          <p:cNvPr id="14" name="Text 12"/>
          <p:cNvSpPr/>
          <p:nvPr/>
        </p:nvSpPr>
        <p:spPr>
          <a:xfrm>
            <a:off x="14096649" y="5656362"/>
            <a:ext cx="4133746" cy="41910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700" b="1" dirty="0">
                <a:solidFill>
                  <a:srgbClr val="F1F5F9"/>
                </a:solidFill>
                <a:latin typeface="Aptos" pitchFamily="34" charset="0"/>
                <a:ea typeface="Arial" pitchFamily="34" charset="-122"/>
                <a:cs typeface="Arial" pitchFamily="34" charset="-120"/>
              </a:rPr>
              <a:t>Valores</a:t>
            </a:r>
            <a:endParaRPr lang="en-US" sz="2900" dirty="0"/>
          </a:p>
        </p:txBody>
      </p:sp>
      <p:sp>
        <p:nvSpPr>
          <p:cNvPr id="15" name="Text 13"/>
          <p:cNvSpPr/>
          <p:nvPr/>
        </p:nvSpPr>
        <p:spPr>
          <a:xfrm>
            <a:off x="14096649" y="6075462"/>
            <a:ext cx="4133746" cy="8229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300" dirty="0">
                <a:solidFill>
                  <a:srgbClr val="F1F5F9"/>
                </a:solidFill>
                <a:latin typeface="Aptos" pitchFamily="34" charset="0"/>
                <a:ea typeface="Arial" pitchFamily="34" charset="-122"/>
                <a:cs typeface="Arial" pitchFamily="34" charset="-120"/>
              </a:rPr>
              <a:t>Preencher da execução real.</a:t>
            </a:r>
            <a:endParaRPr lang="en-US" sz="2300" dirty="0"/>
          </a:p>
        </p:txBody>
      </p:sp>
      <p:sp>
        <p:nvSpPr>
          <p:cNvPr id="16" name="Shape 14"/>
          <p:cNvSpPr/>
          <p:nvPr/>
        </p:nvSpPr>
        <p:spPr>
          <a:xfrm>
            <a:off x="13620410" y="7102674"/>
            <a:ext cx="4952876" cy="1484412"/>
          </a:xfrm>
          <a:prstGeom prst="rect">
            <a:avLst/>
          </a:prstGeom>
          <a:solidFill>
            <a:srgbClr val="223147"/>
          </a:solidFill>
          <a:ln w="12700">
            <a:solidFill>
              <a:srgbClr val="FFFFFF">
                <a:alpha val="0"/>
              </a:srgbClr>
            </a:solidFill>
            <a:prstDash val="solid"/>
          </a:ln>
        </p:spPr>
        <p:txBody>
          <a:bodyPr/>
          <a:lstStyle/>
          <a:p>
            <a:endParaRPr lang="en-US"/>
          </a:p>
        </p:txBody>
      </p:sp>
      <p:sp>
        <p:nvSpPr>
          <p:cNvPr id="17" name="Shape 15"/>
          <p:cNvSpPr/>
          <p:nvPr/>
        </p:nvSpPr>
        <p:spPr>
          <a:xfrm>
            <a:off x="13687082" y="7102674"/>
            <a:ext cx="0" cy="1484412"/>
          </a:xfrm>
          <a:prstGeom prst="line">
            <a:avLst/>
          </a:prstGeom>
          <a:solidFill>
            <a:srgbClr val="111C2D">
              <a:alpha val="0"/>
            </a:srgbClr>
          </a:solidFill>
          <a:ln w="66675">
            <a:solidFill>
              <a:srgbClr val="F9B000"/>
            </a:solidFill>
            <a:prstDash val="solid"/>
          </a:ln>
        </p:spPr>
        <p:txBody>
          <a:bodyPr/>
          <a:lstStyle/>
          <a:p>
            <a:endParaRPr lang="en-US"/>
          </a:p>
        </p:txBody>
      </p:sp>
      <p:sp>
        <p:nvSpPr>
          <p:cNvPr id="18" name="Text 16"/>
          <p:cNvSpPr/>
          <p:nvPr/>
        </p:nvSpPr>
        <p:spPr>
          <a:xfrm>
            <a:off x="14096649" y="7445574"/>
            <a:ext cx="4133746" cy="41910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700" b="1" dirty="0">
                <a:solidFill>
                  <a:srgbClr val="F1F5F9"/>
                </a:solidFill>
                <a:latin typeface="Aptos" pitchFamily="34" charset="0"/>
                <a:ea typeface="Arial" pitchFamily="34" charset="-122"/>
                <a:cs typeface="Arial" pitchFamily="34" charset="-120"/>
              </a:rPr>
              <a:t>Conferência</a:t>
            </a:r>
            <a:endParaRPr lang="en-US" sz="2900" dirty="0"/>
          </a:p>
        </p:txBody>
      </p:sp>
      <p:sp>
        <p:nvSpPr>
          <p:cNvPr id="19" name="Text 17"/>
          <p:cNvSpPr/>
          <p:nvPr/>
        </p:nvSpPr>
        <p:spPr>
          <a:xfrm>
            <a:off x="14096649" y="7864674"/>
            <a:ext cx="4133746" cy="8229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300" dirty="0">
                <a:solidFill>
                  <a:srgbClr val="F1F5F9"/>
                </a:solidFill>
                <a:latin typeface="Aptos" pitchFamily="34" charset="0"/>
                <a:ea typeface="Arial" pitchFamily="34" charset="-122"/>
                <a:cs typeface="Arial" pitchFamily="34" charset="-120"/>
              </a:rPr>
              <a:t>Abrir o item no mesmo caso.</a:t>
            </a:r>
            <a:endParaRPr lang="en-US" sz="2300" dirty="0"/>
          </a:p>
        </p:txBody>
      </p:sp>
      <p:sp>
        <p:nvSpPr>
          <p:cNvPr id="20" name="Shape 18"/>
          <p:cNvSpPr/>
          <p:nvPr/>
        </p:nvSpPr>
        <p:spPr>
          <a:xfrm>
            <a:off x="13620410" y="8891886"/>
            <a:ext cx="4952876" cy="1484412"/>
          </a:xfrm>
          <a:prstGeom prst="rect">
            <a:avLst/>
          </a:prstGeom>
          <a:solidFill>
            <a:srgbClr val="223147"/>
          </a:solidFill>
          <a:ln w="12700">
            <a:solidFill>
              <a:srgbClr val="FFFFFF">
                <a:alpha val="0"/>
              </a:srgbClr>
            </a:solidFill>
            <a:prstDash val="solid"/>
          </a:ln>
        </p:spPr>
        <p:txBody>
          <a:bodyPr/>
          <a:lstStyle/>
          <a:p>
            <a:endParaRPr lang="en-US"/>
          </a:p>
        </p:txBody>
      </p:sp>
      <p:sp>
        <p:nvSpPr>
          <p:cNvPr id="21" name="Shape 19"/>
          <p:cNvSpPr/>
          <p:nvPr/>
        </p:nvSpPr>
        <p:spPr>
          <a:xfrm>
            <a:off x="13687082" y="8891886"/>
            <a:ext cx="0" cy="1484412"/>
          </a:xfrm>
          <a:prstGeom prst="line">
            <a:avLst/>
          </a:prstGeom>
          <a:solidFill>
            <a:srgbClr val="111C2D">
              <a:alpha val="0"/>
            </a:srgbClr>
          </a:solidFill>
          <a:ln w="66675">
            <a:solidFill>
              <a:srgbClr val="F9B000"/>
            </a:solidFill>
            <a:prstDash val="solid"/>
          </a:ln>
        </p:spPr>
        <p:txBody>
          <a:bodyPr/>
          <a:lstStyle/>
          <a:p>
            <a:endParaRPr lang="en-US"/>
          </a:p>
        </p:txBody>
      </p:sp>
      <p:sp>
        <p:nvSpPr>
          <p:cNvPr id="22" name="Text 20"/>
          <p:cNvSpPr/>
          <p:nvPr/>
        </p:nvSpPr>
        <p:spPr>
          <a:xfrm>
            <a:off x="14096649" y="9234786"/>
            <a:ext cx="4133746" cy="41910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700" b="1" dirty="0">
                <a:solidFill>
                  <a:srgbClr val="F1F5F9"/>
                </a:solidFill>
                <a:latin typeface="Aptos" pitchFamily="34" charset="0"/>
                <a:ea typeface="Arial" pitchFamily="34" charset="-122"/>
                <a:cs typeface="Arial" pitchFamily="34" charset="-120"/>
              </a:rPr>
              <a:t>Entrega</a:t>
            </a:r>
            <a:endParaRPr lang="en-US" sz="2900" dirty="0"/>
          </a:p>
        </p:txBody>
      </p:sp>
      <p:sp>
        <p:nvSpPr>
          <p:cNvPr id="23" name="Text 21"/>
          <p:cNvSpPr/>
          <p:nvPr/>
        </p:nvSpPr>
        <p:spPr>
          <a:xfrm>
            <a:off x="14096649" y="9653886"/>
            <a:ext cx="4133746" cy="8229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300" dirty="0">
                <a:solidFill>
                  <a:srgbClr val="F1F5F9"/>
                </a:solidFill>
                <a:latin typeface="Aptos" pitchFamily="34" charset="0"/>
                <a:ea typeface="Arial" pitchFamily="34" charset="-122"/>
                <a:cs typeface="Arial" pitchFamily="34" charset="-120"/>
              </a:rPr>
              <a:t>Usar modelo_relatorio.md.</a:t>
            </a:r>
            <a:endParaRPr lang="en-US" sz="2300" dirty="0"/>
          </a:p>
        </p:txBody>
      </p:sp>
      <p:sp>
        <p:nvSpPr>
          <p:cNvPr id="24" name="Text 22"/>
          <p:cNvSpPr/>
          <p:nvPr/>
        </p:nvSpPr>
        <p:spPr>
          <a:xfrm>
            <a:off x="1409665" y="12687300"/>
            <a:ext cx="17373600" cy="5943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400" dirty="0">
                <a:solidFill>
                  <a:srgbClr val="F1F5F9"/>
                </a:solidFill>
                <a:latin typeface="Aptos" pitchFamily="34" charset="0"/>
                <a:ea typeface="Arial" pitchFamily="34" charset="-122"/>
                <a:cs typeface="Arial" pitchFamily="34" charset="-120"/>
              </a:rPr>
              <a:t>Os campos entre &lt; &gt; devem ser preenchidos com os registros da execução.</a:t>
            </a:r>
            <a:endParaRPr lang="en-US" sz="2100" dirty="0"/>
          </a:p>
        </p:txBody>
      </p:sp>
      <p:sp>
        <p:nvSpPr>
          <p:cNvPr id="25" name="TextBox 24"/>
          <p:cNvSpPr txBox="1"/>
          <p:nvPr/>
        </p:nvSpPr>
        <p:spPr>
          <a:xfrm>
            <a:off x="21214080" y="12344400"/>
            <a:ext cx="2286000" cy="502920"/>
          </a:xfrm>
          <a:prstGeom prst="rect">
            <a:avLst/>
          </a:prstGeom>
          <a:noFill/>
        </p:spPr>
        <p:txBody>
          <a:bodyPr wrap="none" lIns="0" tIns="0" rIns="0" bIns="0">
            <a:noAutofit/>
          </a:bodyPr>
          <a:lstStyle/>
          <a:p>
            <a:pPr>
              <a:lnSpc>
                <a:spcPct val="108000"/>
              </a:lnSpc>
              <a:spcBef>
                <a:spcPts val="0"/>
              </a:spcBef>
              <a:spcAft>
                <a:spcPts val="0"/>
              </a:spcAft>
            </a:pPr>
            <a:r>
              <a:rPr lang="en-US" sz="2200">
                <a:solidFill>
                  <a:srgbClr val="15243B"/>
                </a:solidFill>
                <a:latin typeface="Aptos"/>
              </a:rPr>
              <a:t>64 / 70</a:t>
            </a:r>
            <a:endParaRPr sz="2200">
              <a:solidFill>
                <a:srgbClr val="15243B"/>
              </a:solidFill>
              <a:latin typeface="Aptos"/>
            </a:endParaRP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hape 0"/>
          <p:cNvSpPr/>
          <p:nvPr/>
        </p:nvSpPr>
        <p:spPr>
          <a:xfrm>
            <a:off x="1" y="0"/>
            <a:ext cx="24383390" cy="13716000"/>
          </a:xfrm>
          <a:prstGeom prst="rect">
            <a:avLst/>
          </a:prstGeom>
          <a:solidFill>
            <a:srgbClr val="111C2D"/>
          </a:solidFill>
          <a:ln w="12700">
            <a:solidFill>
              <a:srgbClr val="FFFFFF">
                <a:alpha val="0"/>
              </a:srgbClr>
            </a:solidFill>
            <a:prstDash val="solid"/>
          </a:ln>
        </p:spPr>
        <p:txBody>
          <a:bodyPr/>
          <a:lstStyle/>
          <a:p>
            <a:endParaRPr lang="en-US"/>
          </a:p>
        </p:txBody>
      </p:sp>
      <p:sp>
        <p:nvSpPr>
          <p:cNvPr id="3" name="Shape 1"/>
          <p:cNvSpPr/>
          <p:nvPr/>
        </p:nvSpPr>
        <p:spPr>
          <a:xfrm>
            <a:off x="0" y="0"/>
            <a:ext cx="19811504" cy="1219200"/>
          </a:xfrm>
          <a:prstGeom prst="rect">
            <a:avLst/>
          </a:prstGeom>
          <a:solidFill>
            <a:srgbClr val="D9DCDF"/>
          </a:solidFill>
          <a:ln w="12700">
            <a:solidFill>
              <a:srgbClr val="FFFFFF">
                <a:alpha val="0"/>
              </a:srgbClr>
            </a:solidFill>
            <a:prstDash val="solid"/>
          </a:ln>
        </p:spPr>
        <p:txBody>
          <a:bodyPr/>
          <a:lstStyle/>
          <a:p>
            <a:endParaRPr lang="en-US"/>
          </a:p>
        </p:txBody>
      </p:sp>
      <p:sp>
        <p:nvSpPr>
          <p:cNvPr id="4" name="Shape 2"/>
          <p:cNvSpPr/>
          <p:nvPr/>
        </p:nvSpPr>
        <p:spPr>
          <a:xfrm>
            <a:off x="20382990" y="0"/>
            <a:ext cx="4000400" cy="13716000"/>
          </a:xfrm>
          <a:prstGeom prst="rect">
            <a:avLst/>
          </a:prstGeom>
          <a:solidFill>
            <a:srgbClr val="F9B000"/>
          </a:solidFill>
          <a:ln w="12700">
            <a:solidFill>
              <a:srgbClr val="FFFFFF">
                <a:alpha val="0"/>
              </a:srgbClr>
            </a:solidFill>
            <a:prstDash val="solid"/>
          </a:ln>
        </p:spPr>
        <p:txBody>
          <a:bodyPr/>
          <a:lstStyle/>
          <a:p>
            <a:endParaRPr lang="en-US"/>
          </a:p>
        </p:txBody>
      </p:sp>
      <p:sp>
        <p:nvSpPr>
          <p:cNvPr id="5" name="Text 3"/>
          <p:cNvSpPr/>
          <p:nvPr/>
        </p:nvSpPr>
        <p:spPr>
          <a:xfrm>
            <a:off x="1371567" y="1676400"/>
            <a:ext cx="17335066" cy="164592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5400" b="1" dirty="0">
                <a:solidFill>
                  <a:srgbClr val="68BDF4"/>
                </a:solidFill>
                <a:latin typeface="Aptos Display" pitchFamily="34" charset="0"/>
                <a:ea typeface="Arial" pitchFamily="34" charset="-122"/>
                <a:cs typeface="Arial" pitchFamily="34" charset="-120"/>
              </a:rPr>
              <a:t>Critérios de entrega</a:t>
            </a:r>
            <a:endParaRPr lang="en-US" sz="5600" dirty="0"/>
          </a:p>
        </p:txBody>
      </p:sp>
      <p:sp>
        <p:nvSpPr>
          <p:cNvPr id="6" name="Shape 4"/>
          <p:cNvSpPr/>
          <p:nvPr/>
        </p:nvSpPr>
        <p:spPr>
          <a:xfrm>
            <a:off x="1409664" y="3619501"/>
            <a:ext cx="17144572" cy="1581150"/>
          </a:xfrm>
          <a:prstGeom prst="rect">
            <a:avLst/>
          </a:prstGeom>
          <a:solidFill>
            <a:srgbClr val="223147"/>
          </a:solidFill>
          <a:ln w="12700">
            <a:solidFill>
              <a:srgbClr val="FFFFFF">
                <a:alpha val="0"/>
              </a:srgbClr>
            </a:solidFill>
            <a:prstDash val="solid"/>
          </a:ln>
        </p:spPr>
        <p:txBody>
          <a:bodyPr/>
          <a:lstStyle/>
          <a:p>
            <a:endParaRPr lang="en-US"/>
          </a:p>
        </p:txBody>
      </p:sp>
      <p:sp>
        <p:nvSpPr>
          <p:cNvPr id="7" name="Shape 5"/>
          <p:cNvSpPr/>
          <p:nvPr/>
        </p:nvSpPr>
        <p:spPr>
          <a:xfrm>
            <a:off x="1409664" y="5191126"/>
            <a:ext cx="17144572" cy="0"/>
          </a:xfrm>
          <a:prstGeom prst="line">
            <a:avLst/>
          </a:prstGeom>
          <a:solidFill>
            <a:srgbClr val="111C2D">
              <a:alpha val="0"/>
            </a:srgbClr>
          </a:solidFill>
          <a:ln w="9525">
            <a:solidFill>
              <a:srgbClr val="CBD5E1"/>
            </a:solidFill>
            <a:prstDash val="solid"/>
          </a:ln>
        </p:spPr>
        <p:txBody>
          <a:bodyPr/>
          <a:lstStyle/>
          <a:p>
            <a:endParaRPr lang="en-US"/>
          </a:p>
        </p:txBody>
      </p:sp>
      <p:sp>
        <p:nvSpPr>
          <p:cNvPr id="8" name="Text 6"/>
          <p:cNvSpPr/>
          <p:nvPr/>
        </p:nvSpPr>
        <p:spPr>
          <a:xfrm>
            <a:off x="1828754" y="4162425"/>
            <a:ext cx="5143372" cy="47625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800" b="1" dirty="0">
                <a:solidFill>
                  <a:srgbClr val="F1F5F9"/>
                </a:solidFill>
                <a:latin typeface="Aptos" pitchFamily="34" charset="0"/>
                <a:ea typeface="Arial" pitchFamily="34" charset="-122"/>
                <a:cs typeface="Arial" pitchFamily="34" charset="-120"/>
              </a:rPr>
              <a:t>25% · Ponte</a:t>
            </a:r>
            <a:endParaRPr lang="en-US" sz="3200" dirty="0"/>
          </a:p>
        </p:txBody>
      </p:sp>
      <p:sp>
        <p:nvSpPr>
          <p:cNvPr id="9" name="Text 7"/>
          <p:cNvSpPr/>
          <p:nvPr/>
        </p:nvSpPr>
        <p:spPr>
          <a:xfrm>
            <a:off x="6972126" y="4186239"/>
            <a:ext cx="11163020" cy="91440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700" dirty="0">
                <a:solidFill>
                  <a:srgbClr val="F1F5F9"/>
                </a:solidFill>
                <a:latin typeface="Aptos" pitchFamily="34" charset="0"/>
                <a:ea typeface="Arial" pitchFamily="34" charset="-122"/>
                <a:cs typeface="Arial" pitchFamily="34" charset="-120"/>
              </a:rPr>
              <a:t>Busca e leitura reais com o IPED 4.3.1.</a:t>
            </a:r>
            <a:endParaRPr lang="en-US" sz="2700" dirty="0"/>
          </a:p>
        </p:txBody>
      </p:sp>
      <p:sp>
        <p:nvSpPr>
          <p:cNvPr id="10" name="Shape 8"/>
          <p:cNvSpPr/>
          <p:nvPr/>
        </p:nvSpPr>
        <p:spPr>
          <a:xfrm>
            <a:off x="1409664" y="6772276"/>
            <a:ext cx="17144572" cy="0"/>
          </a:xfrm>
          <a:prstGeom prst="line">
            <a:avLst/>
          </a:prstGeom>
          <a:solidFill>
            <a:srgbClr val="111C2D">
              <a:alpha val="0"/>
            </a:srgbClr>
          </a:solidFill>
          <a:ln w="9525">
            <a:solidFill>
              <a:srgbClr val="CBD5E1"/>
            </a:solidFill>
            <a:prstDash val="solid"/>
          </a:ln>
        </p:spPr>
        <p:txBody>
          <a:bodyPr/>
          <a:lstStyle/>
          <a:p>
            <a:endParaRPr lang="en-US"/>
          </a:p>
        </p:txBody>
      </p:sp>
      <p:sp>
        <p:nvSpPr>
          <p:cNvPr id="11" name="Text 9"/>
          <p:cNvSpPr/>
          <p:nvPr/>
        </p:nvSpPr>
        <p:spPr>
          <a:xfrm>
            <a:off x="1828754" y="5743577"/>
            <a:ext cx="5143372" cy="47625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800" b="1" dirty="0">
                <a:solidFill>
                  <a:srgbClr val="F1F5F9"/>
                </a:solidFill>
                <a:latin typeface="Aptos" pitchFamily="34" charset="0"/>
                <a:ea typeface="Arial" pitchFamily="34" charset="-122"/>
                <a:cs typeface="Arial" pitchFamily="34" charset="-120"/>
              </a:rPr>
              <a:t>20% · MCP</a:t>
            </a:r>
            <a:endParaRPr lang="en-US" sz="3200" dirty="0"/>
          </a:p>
        </p:txBody>
      </p:sp>
      <p:sp>
        <p:nvSpPr>
          <p:cNvPr id="12" name="Text 10"/>
          <p:cNvSpPr/>
          <p:nvPr/>
        </p:nvSpPr>
        <p:spPr>
          <a:xfrm>
            <a:off x="6972126" y="5767389"/>
            <a:ext cx="11163020" cy="91440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700" dirty="0">
                <a:solidFill>
                  <a:srgbClr val="F1F5F9"/>
                </a:solidFill>
                <a:latin typeface="Aptos" pitchFamily="34" charset="0"/>
                <a:ea typeface="Arial" pitchFamily="34" charset="-122"/>
                <a:cs typeface="Arial" pitchFamily="34" charset="-120"/>
              </a:rPr>
              <a:t>Tools, schema, sessão e erros coerentes.</a:t>
            </a:r>
            <a:endParaRPr lang="en-US" sz="2700" dirty="0"/>
          </a:p>
        </p:txBody>
      </p:sp>
      <p:sp>
        <p:nvSpPr>
          <p:cNvPr id="13" name="Shape 11"/>
          <p:cNvSpPr/>
          <p:nvPr/>
        </p:nvSpPr>
        <p:spPr>
          <a:xfrm>
            <a:off x="1409664" y="6781801"/>
            <a:ext cx="17144572" cy="1581150"/>
          </a:xfrm>
          <a:prstGeom prst="rect">
            <a:avLst/>
          </a:prstGeom>
          <a:solidFill>
            <a:srgbClr val="223147"/>
          </a:solidFill>
          <a:ln w="12700">
            <a:solidFill>
              <a:srgbClr val="FFFFFF">
                <a:alpha val="0"/>
              </a:srgbClr>
            </a:solidFill>
            <a:prstDash val="solid"/>
          </a:ln>
        </p:spPr>
        <p:txBody>
          <a:bodyPr/>
          <a:lstStyle/>
          <a:p>
            <a:endParaRPr lang="en-US"/>
          </a:p>
        </p:txBody>
      </p:sp>
      <p:sp>
        <p:nvSpPr>
          <p:cNvPr id="14" name="Shape 12"/>
          <p:cNvSpPr/>
          <p:nvPr/>
        </p:nvSpPr>
        <p:spPr>
          <a:xfrm>
            <a:off x="1409664" y="8353424"/>
            <a:ext cx="17144572" cy="0"/>
          </a:xfrm>
          <a:prstGeom prst="line">
            <a:avLst/>
          </a:prstGeom>
          <a:solidFill>
            <a:srgbClr val="111C2D">
              <a:alpha val="0"/>
            </a:srgbClr>
          </a:solidFill>
          <a:ln w="9525">
            <a:solidFill>
              <a:srgbClr val="CBD5E1"/>
            </a:solidFill>
            <a:prstDash val="solid"/>
          </a:ln>
        </p:spPr>
        <p:txBody>
          <a:bodyPr/>
          <a:lstStyle/>
          <a:p>
            <a:endParaRPr lang="en-US"/>
          </a:p>
        </p:txBody>
      </p:sp>
      <p:sp>
        <p:nvSpPr>
          <p:cNvPr id="15" name="Text 13"/>
          <p:cNvSpPr/>
          <p:nvPr/>
        </p:nvSpPr>
        <p:spPr>
          <a:xfrm>
            <a:off x="1828754" y="7324725"/>
            <a:ext cx="5143372" cy="47625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800" b="1" dirty="0">
                <a:solidFill>
                  <a:srgbClr val="F1F5F9"/>
                </a:solidFill>
                <a:latin typeface="Aptos" pitchFamily="34" charset="0"/>
                <a:ea typeface="Arial" pitchFamily="34" charset="-122"/>
                <a:cs typeface="Arial" pitchFamily="34" charset="-120"/>
              </a:rPr>
              <a:t>25% · Marcadores</a:t>
            </a:r>
            <a:endParaRPr lang="en-US" sz="3200" dirty="0"/>
          </a:p>
        </p:txBody>
      </p:sp>
      <p:sp>
        <p:nvSpPr>
          <p:cNvPr id="16" name="Text 14"/>
          <p:cNvSpPr/>
          <p:nvPr/>
        </p:nvSpPr>
        <p:spPr>
          <a:xfrm>
            <a:off x="6972126" y="7348539"/>
            <a:ext cx="11163020" cy="91440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700" dirty="0">
                <a:solidFill>
                  <a:srgbClr val="F1F5F9"/>
                </a:solidFill>
                <a:latin typeface="Aptos" pitchFamily="34" charset="0"/>
                <a:ea typeface="Arial" pitchFamily="34" charset="-122"/>
                <a:cs typeface="Arial" pitchFamily="34" charset="-120"/>
              </a:rPr>
              <a:t>Nome, comentário, vínculos e gravação conferidos.</a:t>
            </a:r>
            <a:endParaRPr lang="en-US" sz="2700" dirty="0"/>
          </a:p>
        </p:txBody>
      </p:sp>
      <p:sp>
        <p:nvSpPr>
          <p:cNvPr id="17" name="Shape 15"/>
          <p:cNvSpPr/>
          <p:nvPr/>
        </p:nvSpPr>
        <p:spPr>
          <a:xfrm>
            <a:off x="1409664" y="9934574"/>
            <a:ext cx="17144572" cy="0"/>
          </a:xfrm>
          <a:prstGeom prst="line">
            <a:avLst/>
          </a:prstGeom>
          <a:solidFill>
            <a:srgbClr val="111C2D">
              <a:alpha val="0"/>
            </a:srgbClr>
          </a:solidFill>
          <a:ln w="9525">
            <a:solidFill>
              <a:srgbClr val="CBD5E1"/>
            </a:solidFill>
            <a:prstDash val="solid"/>
          </a:ln>
        </p:spPr>
        <p:txBody>
          <a:bodyPr/>
          <a:lstStyle/>
          <a:p>
            <a:endParaRPr lang="en-US"/>
          </a:p>
        </p:txBody>
      </p:sp>
      <p:sp>
        <p:nvSpPr>
          <p:cNvPr id="18" name="Text 16"/>
          <p:cNvSpPr/>
          <p:nvPr/>
        </p:nvSpPr>
        <p:spPr>
          <a:xfrm>
            <a:off x="1828754" y="8905875"/>
            <a:ext cx="5143372" cy="47625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800" b="1" dirty="0">
                <a:solidFill>
                  <a:srgbClr val="F1F5F9"/>
                </a:solidFill>
                <a:latin typeface="Aptos" pitchFamily="34" charset="0"/>
                <a:ea typeface="Arial" pitchFamily="34" charset="-122"/>
                <a:cs typeface="Arial" pitchFamily="34" charset="-120"/>
              </a:rPr>
              <a:t>20% · Evidência</a:t>
            </a:r>
            <a:endParaRPr lang="en-US" sz="3200" dirty="0"/>
          </a:p>
        </p:txBody>
      </p:sp>
      <p:sp>
        <p:nvSpPr>
          <p:cNvPr id="19" name="Text 17"/>
          <p:cNvSpPr/>
          <p:nvPr/>
        </p:nvSpPr>
        <p:spPr>
          <a:xfrm>
            <a:off x="6972126" y="8929689"/>
            <a:ext cx="11163020" cy="91440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700" dirty="0">
                <a:solidFill>
                  <a:srgbClr val="F1F5F9"/>
                </a:solidFill>
                <a:latin typeface="Aptos" pitchFamily="34" charset="0"/>
                <a:ea typeface="Arial" pitchFamily="34" charset="-122"/>
                <a:cs typeface="Arial" pitchFamily="34" charset="-120"/>
              </a:rPr>
              <a:t>Consulta, ID, caminho e trecho sustentam a conclusão.</a:t>
            </a:r>
            <a:endParaRPr lang="en-US" sz="2700" dirty="0"/>
          </a:p>
        </p:txBody>
      </p:sp>
      <p:sp>
        <p:nvSpPr>
          <p:cNvPr id="20" name="Shape 18"/>
          <p:cNvSpPr/>
          <p:nvPr/>
        </p:nvSpPr>
        <p:spPr>
          <a:xfrm>
            <a:off x="1409664" y="9944101"/>
            <a:ext cx="17144572" cy="1581150"/>
          </a:xfrm>
          <a:prstGeom prst="rect">
            <a:avLst/>
          </a:prstGeom>
          <a:solidFill>
            <a:srgbClr val="223147"/>
          </a:solidFill>
          <a:ln w="12700">
            <a:solidFill>
              <a:srgbClr val="FFFFFF">
                <a:alpha val="0"/>
              </a:srgbClr>
            </a:solidFill>
            <a:prstDash val="solid"/>
          </a:ln>
        </p:spPr>
        <p:txBody>
          <a:bodyPr/>
          <a:lstStyle/>
          <a:p>
            <a:endParaRPr lang="en-US"/>
          </a:p>
        </p:txBody>
      </p:sp>
      <p:sp>
        <p:nvSpPr>
          <p:cNvPr id="21" name="Shape 19"/>
          <p:cNvSpPr/>
          <p:nvPr/>
        </p:nvSpPr>
        <p:spPr>
          <a:xfrm>
            <a:off x="1409664" y="11515726"/>
            <a:ext cx="17144572" cy="0"/>
          </a:xfrm>
          <a:prstGeom prst="line">
            <a:avLst/>
          </a:prstGeom>
          <a:solidFill>
            <a:srgbClr val="111C2D">
              <a:alpha val="0"/>
            </a:srgbClr>
          </a:solidFill>
          <a:ln w="9525">
            <a:solidFill>
              <a:srgbClr val="CBD5E1"/>
            </a:solidFill>
            <a:prstDash val="solid"/>
          </a:ln>
        </p:spPr>
        <p:txBody>
          <a:bodyPr/>
          <a:lstStyle/>
          <a:p>
            <a:endParaRPr lang="en-US"/>
          </a:p>
        </p:txBody>
      </p:sp>
      <p:sp>
        <p:nvSpPr>
          <p:cNvPr id="22" name="Text 20"/>
          <p:cNvSpPr/>
          <p:nvPr/>
        </p:nvSpPr>
        <p:spPr>
          <a:xfrm>
            <a:off x="1828754" y="10487027"/>
            <a:ext cx="5143372" cy="47625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800" b="1" dirty="0">
                <a:solidFill>
                  <a:srgbClr val="F1F5F9"/>
                </a:solidFill>
                <a:latin typeface="Aptos" pitchFamily="34" charset="0"/>
                <a:ea typeface="Arial" pitchFamily="34" charset="-122"/>
                <a:cs typeface="Arial" pitchFamily="34" charset="-120"/>
              </a:rPr>
              <a:t>10% · Limites</a:t>
            </a:r>
            <a:endParaRPr lang="en-US" sz="3200" dirty="0"/>
          </a:p>
        </p:txBody>
      </p:sp>
      <p:sp>
        <p:nvSpPr>
          <p:cNvPr id="23" name="Text 21"/>
          <p:cNvSpPr/>
          <p:nvPr/>
        </p:nvSpPr>
        <p:spPr>
          <a:xfrm>
            <a:off x="6972126" y="10510839"/>
            <a:ext cx="11163020" cy="91440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700" dirty="0">
                <a:solidFill>
                  <a:srgbClr val="F1F5F9"/>
                </a:solidFill>
                <a:latin typeface="Aptos" pitchFamily="34" charset="0"/>
                <a:ea typeface="Arial" pitchFamily="34" charset="-122"/>
                <a:cs typeface="Arial" pitchFamily="34" charset="-120"/>
              </a:rPr>
              <a:t>Truncamentos, cobertura e backend declarados.</a:t>
            </a:r>
            <a:endParaRPr lang="en-US" sz="2700" dirty="0"/>
          </a:p>
        </p:txBody>
      </p:sp>
      <p:sp>
        <p:nvSpPr>
          <p:cNvPr id="24" name="Text 22"/>
          <p:cNvSpPr/>
          <p:nvPr/>
        </p:nvSpPr>
        <p:spPr>
          <a:xfrm>
            <a:off x="1409664" y="12458701"/>
            <a:ext cx="17373600" cy="5943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400" dirty="0">
                <a:solidFill>
                  <a:srgbClr val="F1F5F9"/>
                </a:solidFill>
                <a:latin typeface="Aptos" pitchFamily="34" charset="0"/>
                <a:ea typeface="Arial" pitchFamily="34" charset="-122"/>
                <a:cs typeface="Arial" pitchFamily="34" charset="-120"/>
              </a:rPr>
              <a:t>Total: 100%. A avaliação privilegia funcionamento e fontes verificáveis.</a:t>
            </a:r>
            <a:endParaRPr lang="en-US" sz="2600" dirty="0"/>
          </a:p>
        </p:txBody>
      </p:sp>
      <p:sp>
        <p:nvSpPr>
          <p:cNvPr id="25" name="TextBox 24"/>
          <p:cNvSpPr txBox="1"/>
          <p:nvPr/>
        </p:nvSpPr>
        <p:spPr>
          <a:xfrm>
            <a:off x="21214080" y="12344400"/>
            <a:ext cx="2286000" cy="502920"/>
          </a:xfrm>
          <a:prstGeom prst="rect">
            <a:avLst/>
          </a:prstGeom>
          <a:noFill/>
        </p:spPr>
        <p:txBody>
          <a:bodyPr wrap="none" lIns="0" tIns="0" rIns="0" bIns="0">
            <a:noAutofit/>
          </a:bodyPr>
          <a:lstStyle/>
          <a:p>
            <a:pPr>
              <a:lnSpc>
                <a:spcPct val="108000"/>
              </a:lnSpc>
              <a:spcBef>
                <a:spcPts val="0"/>
              </a:spcBef>
              <a:spcAft>
                <a:spcPts val="0"/>
              </a:spcAft>
            </a:pPr>
            <a:r>
              <a:rPr lang="en-US" sz="2200">
                <a:solidFill>
                  <a:srgbClr val="15243B"/>
                </a:solidFill>
                <a:latin typeface="Aptos"/>
              </a:rPr>
              <a:t>65 / 70</a:t>
            </a:r>
            <a:endParaRPr sz="2200">
              <a:solidFill>
                <a:srgbClr val="15243B"/>
              </a:solidFill>
              <a:latin typeface="Aptos"/>
            </a:endParaRP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hape 0"/>
          <p:cNvSpPr/>
          <p:nvPr/>
        </p:nvSpPr>
        <p:spPr>
          <a:xfrm>
            <a:off x="1" y="0"/>
            <a:ext cx="24383390" cy="13716000"/>
          </a:xfrm>
          <a:prstGeom prst="rect">
            <a:avLst/>
          </a:prstGeom>
          <a:solidFill>
            <a:srgbClr val="111C2D"/>
          </a:solidFill>
          <a:ln w="12700">
            <a:solidFill>
              <a:srgbClr val="FFFFFF">
                <a:alpha val="0"/>
              </a:srgbClr>
            </a:solidFill>
            <a:prstDash val="solid"/>
          </a:ln>
        </p:spPr>
        <p:txBody>
          <a:bodyPr/>
          <a:lstStyle/>
          <a:p>
            <a:endParaRPr lang="en-US"/>
          </a:p>
        </p:txBody>
      </p:sp>
      <p:sp>
        <p:nvSpPr>
          <p:cNvPr id="3" name="Shape 1"/>
          <p:cNvSpPr/>
          <p:nvPr/>
        </p:nvSpPr>
        <p:spPr>
          <a:xfrm>
            <a:off x="0" y="0"/>
            <a:ext cx="19811504" cy="1219200"/>
          </a:xfrm>
          <a:prstGeom prst="rect">
            <a:avLst/>
          </a:prstGeom>
          <a:solidFill>
            <a:srgbClr val="D9DCDF"/>
          </a:solidFill>
          <a:ln w="12700">
            <a:solidFill>
              <a:srgbClr val="FFFFFF">
                <a:alpha val="0"/>
              </a:srgbClr>
            </a:solidFill>
            <a:prstDash val="solid"/>
          </a:ln>
        </p:spPr>
        <p:txBody>
          <a:bodyPr/>
          <a:lstStyle/>
          <a:p>
            <a:endParaRPr lang="en-US"/>
          </a:p>
        </p:txBody>
      </p:sp>
      <p:sp>
        <p:nvSpPr>
          <p:cNvPr id="4" name="Shape 2"/>
          <p:cNvSpPr/>
          <p:nvPr/>
        </p:nvSpPr>
        <p:spPr>
          <a:xfrm>
            <a:off x="20382990" y="0"/>
            <a:ext cx="4000400" cy="13716000"/>
          </a:xfrm>
          <a:prstGeom prst="rect">
            <a:avLst/>
          </a:prstGeom>
          <a:solidFill>
            <a:srgbClr val="F9B000"/>
          </a:solidFill>
          <a:ln w="12700">
            <a:solidFill>
              <a:srgbClr val="FFFFFF">
                <a:alpha val="0"/>
              </a:srgbClr>
            </a:solidFill>
            <a:prstDash val="solid"/>
          </a:ln>
        </p:spPr>
        <p:txBody>
          <a:bodyPr/>
          <a:lstStyle/>
          <a:p>
            <a:endParaRPr lang="en-US"/>
          </a:p>
        </p:txBody>
      </p:sp>
      <p:sp>
        <p:nvSpPr>
          <p:cNvPr id="5" name="Text 3"/>
          <p:cNvSpPr/>
          <p:nvPr/>
        </p:nvSpPr>
        <p:spPr>
          <a:xfrm>
            <a:off x="1371567" y="1676400"/>
            <a:ext cx="17335066" cy="164592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5400" b="1" dirty="0">
                <a:solidFill>
                  <a:srgbClr val="68BDF4"/>
                </a:solidFill>
                <a:latin typeface="Aptos Display" pitchFamily="34" charset="0"/>
                <a:ea typeface="Arial" pitchFamily="34" charset="-122"/>
                <a:cs typeface="Arial" pitchFamily="34" charset="-120"/>
              </a:rPr>
              <a:t>Limites do servidor didático</a:t>
            </a:r>
            <a:endParaRPr lang="en-US" sz="5600" dirty="0"/>
          </a:p>
        </p:txBody>
      </p:sp>
      <p:sp>
        <p:nvSpPr>
          <p:cNvPr id="6" name="Shape 4"/>
          <p:cNvSpPr/>
          <p:nvPr/>
        </p:nvSpPr>
        <p:spPr>
          <a:xfrm>
            <a:off x="1409664" y="3619501"/>
            <a:ext cx="17144572" cy="1581150"/>
          </a:xfrm>
          <a:prstGeom prst="rect">
            <a:avLst/>
          </a:prstGeom>
          <a:solidFill>
            <a:srgbClr val="223147"/>
          </a:solidFill>
          <a:ln w="12700">
            <a:solidFill>
              <a:srgbClr val="FFFFFF">
                <a:alpha val="0"/>
              </a:srgbClr>
            </a:solidFill>
            <a:prstDash val="solid"/>
          </a:ln>
        </p:spPr>
        <p:txBody>
          <a:bodyPr/>
          <a:lstStyle/>
          <a:p>
            <a:endParaRPr lang="en-US"/>
          </a:p>
        </p:txBody>
      </p:sp>
      <p:sp>
        <p:nvSpPr>
          <p:cNvPr id="7" name="Shape 5"/>
          <p:cNvSpPr/>
          <p:nvPr/>
        </p:nvSpPr>
        <p:spPr>
          <a:xfrm>
            <a:off x="1409664" y="5191126"/>
            <a:ext cx="17144572" cy="0"/>
          </a:xfrm>
          <a:prstGeom prst="line">
            <a:avLst/>
          </a:prstGeom>
          <a:solidFill>
            <a:srgbClr val="111C2D">
              <a:alpha val="0"/>
            </a:srgbClr>
          </a:solidFill>
          <a:ln w="9525">
            <a:solidFill>
              <a:srgbClr val="CBD5E1"/>
            </a:solidFill>
            <a:prstDash val="solid"/>
          </a:ln>
        </p:spPr>
        <p:txBody>
          <a:bodyPr/>
          <a:lstStyle/>
          <a:p>
            <a:endParaRPr lang="en-US"/>
          </a:p>
        </p:txBody>
      </p:sp>
      <p:sp>
        <p:nvSpPr>
          <p:cNvPr id="8" name="Text 6"/>
          <p:cNvSpPr/>
          <p:nvPr/>
        </p:nvSpPr>
        <p:spPr>
          <a:xfrm>
            <a:off x="1828754" y="4162425"/>
            <a:ext cx="5143372" cy="47625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800" b="1" dirty="0">
                <a:solidFill>
                  <a:srgbClr val="F1F5F9"/>
                </a:solidFill>
                <a:latin typeface="Aptos" pitchFamily="34" charset="0"/>
                <a:ea typeface="Arial" pitchFamily="34" charset="-122"/>
                <a:cs typeface="Arial" pitchFamily="34" charset="-120"/>
              </a:rPr>
              <a:t>Consulta</a:t>
            </a:r>
            <a:endParaRPr lang="en-US" sz="3200" dirty="0"/>
          </a:p>
        </p:txBody>
      </p:sp>
      <p:sp>
        <p:nvSpPr>
          <p:cNvPr id="9" name="Text 7"/>
          <p:cNvSpPr/>
          <p:nvPr/>
        </p:nvSpPr>
        <p:spPr>
          <a:xfrm>
            <a:off x="6972126" y="4186239"/>
            <a:ext cx="11163020" cy="91440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700" dirty="0">
                <a:solidFill>
                  <a:srgbClr val="F1F5F9"/>
                </a:solidFill>
                <a:latin typeface="Aptos" pitchFamily="34" charset="0"/>
                <a:ea typeface="Arial" pitchFamily="34" charset="-122"/>
                <a:cs typeface="Arial" pitchFamily="34" charset="-120"/>
              </a:rPr>
              <a:t>A página reduz o retorno, sem timeout rígido no Java.</a:t>
            </a:r>
            <a:endParaRPr lang="en-US" sz="2700" dirty="0"/>
          </a:p>
        </p:txBody>
      </p:sp>
      <p:sp>
        <p:nvSpPr>
          <p:cNvPr id="10" name="Shape 8"/>
          <p:cNvSpPr/>
          <p:nvPr/>
        </p:nvSpPr>
        <p:spPr>
          <a:xfrm>
            <a:off x="1409664" y="6772276"/>
            <a:ext cx="17144572" cy="0"/>
          </a:xfrm>
          <a:prstGeom prst="line">
            <a:avLst/>
          </a:prstGeom>
          <a:solidFill>
            <a:srgbClr val="111C2D">
              <a:alpha val="0"/>
            </a:srgbClr>
          </a:solidFill>
          <a:ln w="9525">
            <a:solidFill>
              <a:srgbClr val="CBD5E1"/>
            </a:solidFill>
            <a:prstDash val="solid"/>
          </a:ln>
        </p:spPr>
        <p:txBody>
          <a:bodyPr/>
          <a:lstStyle/>
          <a:p>
            <a:endParaRPr lang="en-US"/>
          </a:p>
        </p:txBody>
      </p:sp>
      <p:sp>
        <p:nvSpPr>
          <p:cNvPr id="11" name="Text 9"/>
          <p:cNvSpPr/>
          <p:nvPr/>
        </p:nvSpPr>
        <p:spPr>
          <a:xfrm>
            <a:off x="1828754" y="5743577"/>
            <a:ext cx="5143372" cy="47625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800" b="1" dirty="0">
                <a:solidFill>
                  <a:srgbClr val="F1F5F9"/>
                </a:solidFill>
                <a:latin typeface="Aptos" pitchFamily="34" charset="0"/>
                <a:ea typeface="Arial" pitchFamily="34" charset="-122"/>
                <a:cs typeface="Arial" pitchFamily="34" charset="-120"/>
              </a:rPr>
              <a:t>Fonte</a:t>
            </a:r>
            <a:endParaRPr lang="en-US" sz="3200" dirty="0"/>
          </a:p>
        </p:txBody>
      </p:sp>
      <p:sp>
        <p:nvSpPr>
          <p:cNvPr id="12" name="Text 10"/>
          <p:cNvSpPr/>
          <p:nvPr/>
        </p:nvSpPr>
        <p:spPr>
          <a:xfrm>
            <a:off x="6972126" y="5767389"/>
            <a:ext cx="11163020" cy="91440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700" dirty="0">
                <a:solidFill>
                  <a:srgbClr val="F1F5F9"/>
                </a:solidFill>
                <a:latin typeface="Aptos" pitchFamily="34" charset="0"/>
                <a:ea typeface="Arial" pitchFamily="34" charset="-122"/>
                <a:cs typeface="Arial" pitchFamily="34" charset="-120"/>
              </a:rPr>
              <a:t>Um caso por processo, com originais acessíveis.</a:t>
            </a:r>
            <a:endParaRPr lang="en-US" sz="2700" dirty="0"/>
          </a:p>
        </p:txBody>
      </p:sp>
      <p:sp>
        <p:nvSpPr>
          <p:cNvPr id="13" name="Shape 11"/>
          <p:cNvSpPr/>
          <p:nvPr/>
        </p:nvSpPr>
        <p:spPr>
          <a:xfrm>
            <a:off x="1409664" y="6781801"/>
            <a:ext cx="17144572" cy="1581150"/>
          </a:xfrm>
          <a:prstGeom prst="rect">
            <a:avLst/>
          </a:prstGeom>
          <a:solidFill>
            <a:srgbClr val="223147"/>
          </a:solidFill>
          <a:ln w="12700">
            <a:solidFill>
              <a:srgbClr val="FFFFFF">
                <a:alpha val="0"/>
              </a:srgbClr>
            </a:solidFill>
            <a:prstDash val="solid"/>
          </a:ln>
        </p:spPr>
        <p:txBody>
          <a:bodyPr/>
          <a:lstStyle/>
          <a:p>
            <a:endParaRPr lang="en-US"/>
          </a:p>
        </p:txBody>
      </p:sp>
      <p:sp>
        <p:nvSpPr>
          <p:cNvPr id="14" name="Shape 12"/>
          <p:cNvSpPr/>
          <p:nvPr/>
        </p:nvSpPr>
        <p:spPr>
          <a:xfrm>
            <a:off x="1409664" y="8353424"/>
            <a:ext cx="17144572" cy="0"/>
          </a:xfrm>
          <a:prstGeom prst="line">
            <a:avLst/>
          </a:prstGeom>
          <a:solidFill>
            <a:srgbClr val="111C2D">
              <a:alpha val="0"/>
            </a:srgbClr>
          </a:solidFill>
          <a:ln w="9525">
            <a:solidFill>
              <a:srgbClr val="CBD5E1"/>
            </a:solidFill>
            <a:prstDash val="solid"/>
          </a:ln>
        </p:spPr>
        <p:txBody>
          <a:bodyPr/>
          <a:lstStyle/>
          <a:p>
            <a:endParaRPr lang="en-US"/>
          </a:p>
        </p:txBody>
      </p:sp>
      <p:sp>
        <p:nvSpPr>
          <p:cNvPr id="15" name="Text 13"/>
          <p:cNvSpPr/>
          <p:nvPr/>
        </p:nvSpPr>
        <p:spPr>
          <a:xfrm>
            <a:off x="1828754" y="7324725"/>
            <a:ext cx="5143372" cy="47625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800" b="1" dirty="0">
                <a:solidFill>
                  <a:srgbClr val="F1F5F9"/>
                </a:solidFill>
                <a:latin typeface="Aptos" pitchFamily="34" charset="0"/>
                <a:ea typeface="Arial" pitchFamily="34" charset="-122"/>
                <a:cs typeface="Arial" pitchFamily="34" charset="-120"/>
              </a:rPr>
              <a:t>Texto</a:t>
            </a:r>
            <a:endParaRPr lang="en-US" sz="3200" dirty="0"/>
          </a:p>
        </p:txBody>
      </p:sp>
      <p:sp>
        <p:nvSpPr>
          <p:cNvPr id="16" name="Text 14"/>
          <p:cNvSpPr/>
          <p:nvPr/>
        </p:nvSpPr>
        <p:spPr>
          <a:xfrm>
            <a:off x="6972126" y="7348539"/>
            <a:ext cx="11163020" cy="91440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700" dirty="0">
                <a:solidFill>
                  <a:srgbClr val="F1F5F9"/>
                </a:solidFill>
                <a:latin typeface="Aptos" pitchFamily="34" charset="0"/>
                <a:ea typeface="Arial" pitchFamily="34" charset="-122"/>
                <a:cs typeface="Arial" pitchFamily="34" charset="-120"/>
              </a:rPr>
              <a:t>Mesmo pipeline da interface e dependências do caso.</a:t>
            </a:r>
            <a:endParaRPr lang="en-US" sz="2700" dirty="0"/>
          </a:p>
        </p:txBody>
      </p:sp>
      <p:sp>
        <p:nvSpPr>
          <p:cNvPr id="17" name="Shape 15"/>
          <p:cNvSpPr/>
          <p:nvPr/>
        </p:nvSpPr>
        <p:spPr>
          <a:xfrm>
            <a:off x="1409664" y="9934574"/>
            <a:ext cx="17144572" cy="0"/>
          </a:xfrm>
          <a:prstGeom prst="line">
            <a:avLst/>
          </a:prstGeom>
          <a:solidFill>
            <a:srgbClr val="111C2D">
              <a:alpha val="0"/>
            </a:srgbClr>
          </a:solidFill>
          <a:ln w="9525">
            <a:solidFill>
              <a:srgbClr val="CBD5E1"/>
            </a:solidFill>
            <a:prstDash val="solid"/>
          </a:ln>
        </p:spPr>
        <p:txBody>
          <a:bodyPr/>
          <a:lstStyle/>
          <a:p>
            <a:endParaRPr lang="en-US"/>
          </a:p>
        </p:txBody>
      </p:sp>
      <p:sp>
        <p:nvSpPr>
          <p:cNvPr id="18" name="Text 16"/>
          <p:cNvSpPr/>
          <p:nvPr/>
        </p:nvSpPr>
        <p:spPr>
          <a:xfrm>
            <a:off x="1828754" y="8905875"/>
            <a:ext cx="5143372" cy="47625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800" b="1" dirty="0">
                <a:solidFill>
                  <a:srgbClr val="F1F5F9"/>
                </a:solidFill>
                <a:latin typeface="Aptos" pitchFamily="34" charset="0"/>
                <a:ea typeface="Arial" pitchFamily="34" charset="-122"/>
                <a:cs typeface="Arial" pitchFamily="34" charset="-120"/>
              </a:rPr>
              <a:t>Gravação</a:t>
            </a:r>
            <a:endParaRPr lang="en-US" sz="3200" dirty="0"/>
          </a:p>
        </p:txBody>
      </p:sp>
      <p:sp>
        <p:nvSpPr>
          <p:cNvPr id="19" name="Text 17"/>
          <p:cNvSpPr/>
          <p:nvPr/>
        </p:nvSpPr>
        <p:spPr>
          <a:xfrm>
            <a:off x="6972126" y="8929689"/>
            <a:ext cx="11163020" cy="91440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700" dirty="0">
                <a:solidFill>
                  <a:srgbClr val="F1F5F9"/>
                </a:solidFill>
                <a:latin typeface="Aptos" pitchFamily="34" charset="0"/>
                <a:ea typeface="Arial" pitchFamily="34" charset="-122"/>
                <a:cs typeface="Arial" pitchFamily="34" charset="-120"/>
              </a:rPr>
              <a:t>Marcadores exigem um escritor por vez.</a:t>
            </a:r>
            <a:endParaRPr lang="en-US" sz="2700" dirty="0"/>
          </a:p>
        </p:txBody>
      </p:sp>
      <p:sp>
        <p:nvSpPr>
          <p:cNvPr id="20" name="Shape 18"/>
          <p:cNvSpPr/>
          <p:nvPr/>
        </p:nvSpPr>
        <p:spPr>
          <a:xfrm>
            <a:off x="1409664" y="9944101"/>
            <a:ext cx="17144572" cy="1581150"/>
          </a:xfrm>
          <a:prstGeom prst="rect">
            <a:avLst/>
          </a:prstGeom>
          <a:solidFill>
            <a:srgbClr val="223147"/>
          </a:solidFill>
          <a:ln w="12700">
            <a:solidFill>
              <a:srgbClr val="FFFFFF">
                <a:alpha val="0"/>
              </a:srgbClr>
            </a:solidFill>
            <a:prstDash val="solid"/>
          </a:ln>
        </p:spPr>
        <p:txBody>
          <a:bodyPr/>
          <a:lstStyle/>
          <a:p>
            <a:endParaRPr lang="en-US"/>
          </a:p>
        </p:txBody>
      </p:sp>
      <p:sp>
        <p:nvSpPr>
          <p:cNvPr id="21" name="Shape 19"/>
          <p:cNvSpPr/>
          <p:nvPr/>
        </p:nvSpPr>
        <p:spPr>
          <a:xfrm>
            <a:off x="1409664" y="11515726"/>
            <a:ext cx="17144572" cy="0"/>
          </a:xfrm>
          <a:prstGeom prst="line">
            <a:avLst/>
          </a:prstGeom>
          <a:solidFill>
            <a:srgbClr val="111C2D">
              <a:alpha val="0"/>
            </a:srgbClr>
          </a:solidFill>
          <a:ln w="9525">
            <a:solidFill>
              <a:srgbClr val="CBD5E1"/>
            </a:solidFill>
            <a:prstDash val="solid"/>
          </a:ln>
        </p:spPr>
        <p:txBody>
          <a:bodyPr/>
          <a:lstStyle/>
          <a:p>
            <a:endParaRPr lang="en-US"/>
          </a:p>
        </p:txBody>
      </p:sp>
      <p:sp>
        <p:nvSpPr>
          <p:cNvPr id="22" name="Text 20"/>
          <p:cNvSpPr/>
          <p:nvPr/>
        </p:nvSpPr>
        <p:spPr>
          <a:xfrm>
            <a:off x="1828754" y="10487027"/>
            <a:ext cx="5143372" cy="47625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800" b="1" dirty="0">
                <a:solidFill>
                  <a:srgbClr val="F1F5F9"/>
                </a:solidFill>
                <a:latin typeface="Aptos" pitchFamily="34" charset="0"/>
                <a:ea typeface="Arial" pitchFamily="34" charset="-122"/>
                <a:cs typeface="Arial" pitchFamily="34" charset="-120"/>
              </a:rPr>
              <a:t>Diagnóstico</a:t>
            </a:r>
            <a:endParaRPr lang="en-US" sz="3200" dirty="0"/>
          </a:p>
        </p:txBody>
      </p:sp>
      <p:sp>
        <p:nvSpPr>
          <p:cNvPr id="23" name="Text 21"/>
          <p:cNvSpPr/>
          <p:nvPr/>
        </p:nvSpPr>
        <p:spPr>
          <a:xfrm>
            <a:off x="6972126" y="10510839"/>
            <a:ext cx="11163020" cy="91440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700" dirty="0">
                <a:solidFill>
                  <a:srgbClr val="F1F5F9"/>
                </a:solidFill>
                <a:latin typeface="Aptos" pitchFamily="34" charset="0"/>
                <a:ea typeface="Arial" pitchFamily="34" charset="-122"/>
                <a:cs typeface="Arial" pitchFamily="34" charset="-120"/>
              </a:rPr>
              <a:t>Flags de parser e logs conservam as falhas.</a:t>
            </a:r>
            <a:endParaRPr lang="en-US" sz="2700" dirty="0"/>
          </a:p>
        </p:txBody>
      </p:sp>
      <p:sp>
        <p:nvSpPr>
          <p:cNvPr id="24" name="Text 22"/>
          <p:cNvSpPr/>
          <p:nvPr/>
        </p:nvSpPr>
        <p:spPr>
          <a:xfrm>
            <a:off x="1409664" y="12458701"/>
            <a:ext cx="17373600" cy="5943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400" dirty="0">
                <a:solidFill>
                  <a:srgbClr val="F1F5F9"/>
                </a:solidFill>
                <a:latin typeface="Aptos" pitchFamily="34" charset="0"/>
                <a:ea typeface="Arial" pitchFamily="34" charset="-122"/>
                <a:cs typeface="Arial" pitchFamily="34" charset="-120"/>
              </a:rPr>
              <a:t>Outros tipos de evidência exigem testes e controles próprios.</a:t>
            </a:r>
            <a:endParaRPr lang="en-US" sz="2600" dirty="0"/>
          </a:p>
        </p:txBody>
      </p:sp>
      <p:sp>
        <p:nvSpPr>
          <p:cNvPr id="25" name="TextBox 24"/>
          <p:cNvSpPr txBox="1"/>
          <p:nvPr/>
        </p:nvSpPr>
        <p:spPr>
          <a:xfrm>
            <a:off x="21214080" y="12344400"/>
            <a:ext cx="2286000" cy="502920"/>
          </a:xfrm>
          <a:prstGeom prst="rect">
            <a:avLst/>
          </a:prstGeom>
          <a:noFill/>
        </p:spPr>
        <p:txBody>
          <a:bodyPr wrap="none" lIns="0" tIns="0" rIns="0" bIns="0">
            <a:noAutofit/>
          </a:bodyPr>
          <a:lstStyle/>
          <a:p>
            <a:pPr>
              <a:lnSpc>
                <a:spcPct val="108000"/>
              </a:lnSpc>
              <a:spcBef>
                <a:spcPts val="0"/>
              </a:spcBef>
              <a:spcAft>
                <a:spcPts val="0"/>
              </a:spcAft>
            </a:pPr>
            <a:r>
              <a:rPr lang="en-US" sz="2200">
                <a:solidFill>
                  <a:srgbClr val="15243B"/>
                </a:solidFill>
                <a:latin typeface="Aptos"/>
              </a:rPr>
              <a:t>66 / 70</a:t>
            </a:r>
            <a:endParaRPr sz="2200">
              <a:solidFill>
                <a:srgbClr val="15243B"/>
              </a:solidFill>
              <a:latin typeface="Aptos"/>
            </a:endParaRP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hape 0"/>
          <p:cNvSpPr/>
          <p:nvPr/>
        </p:nvSpPr>
        <p:spPr>
          <a:xfrm>
            <a:off x="1" y="0"/>
            <a:ext cx="24383390" cy="13716000"/>
          </a:xfrm>
          <a:prstGeom prst="rect">
            <a:avLst/>
          </a:prstGeom>
          <a:solidFill>
            <a:srgbClr val="111C2D"/>
          </a:solidFill>
          <a:ln w="12700">
            <a:solidFill>
              <a:srgbClr val="FFFFFF">
                <a:alpha val="0"/>
              </a:srgbClr>
            </a:solidFill>
            <a:prstDash val="solid"/>
          </a:ln>
        </p:spPr>
        <p:txBody>
          <a:bodyPr/>
          <a:lstStyle/>
          <a:p>
            <a:endParaRPr lang="en-US"/>
          </a:p>
        </p:txBody>
      </p:sp>
      <p:sp>
        <p:nvSpPr>
          <p:cNvPr id="3" name="Shape 1"/>
          <p:cNvSpPr/>
          <p:nvPr/>
        </p:nvSpPr>
        <p:spPr>
          <a:xfrm>
            <a:off x="0" y="0"/>
            <a:ext cx="19811504" cy="1219200"/>
          </a:xfrm>
          <a:prstGeom prst="rect">
            <a:avLst/>
          </a:prstGeom>
          <a:solidFill>
            <a:srgbClr val="D9DCDF"/>
          </a:solidFill>
          <a:ln w="12700">
            <a:solidFill>
              <a:srgbClr val="FFFFFF">
                <a:alpha val="0"/>
              </a:srgbClr>
            </a:solidFill>
            <a:prstDash val="solid"/>
          </a:ln>
        </p:spPr>
        <p:txBody>
          <a:bodyPr/>
          <a:lstStyle/>
          <a:p>
            <a:endParaRPr lang="en-US"/>
          </a:p>
        </p:txBody>
      </p:sp>
      <p:sp>
        <p:nvSpPr>
          <p:cNvPr id="4" name="Shape 2"/>
          <p:cNvSpPr/>
          <p:nvPr/>
        </p:nvSpPr>
        <p:spPr>
          <a:xfrm>
            <a:off x="20382990" y="0"/>
            <a:ext cx="4000400" cy="13716000"/>
          </a:xfrm>
          <a:prstGeom prst="rect">
            <a:avLst/>
          </a:prstGeom>
          <a:solidFill>
            <a:srgbClr val="F9B000"/>
          </a:solidFill>
          <a:ln w="12700">
            <a:solidFill>
              <a:srgbClr val="FFFFFF">
                <a:alpha val="0"/>
              </a:srgbClr>
            </a:solidFill>
            <a:prstDash val="solid"/>
          </a:ln>
        </p:spPr>
        <p:txBody>
          <a:bodyPr/>
          <a:lstStyle/>
          <a:p>
            <a:endParaRPr lang="en-US"/>
          </a:p>
        </p:txBody>
      </p:sp>
      <p:sp>
        <p:nvSpPr>
          <p:cNvPr id="5" name="Text 3"/>
          <p:cNvSpPr/>
          <p:nvPr/>
        </p:nvSpPr>
        <p:spPr>
          <a:xfrm>
            <a:off x="1371567" y="1676400"/>
            <a:ext cx="17525562" cy="164592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5400" b="1" dirty="0">
                <a:solidFill>
                  <a:srgbClr val="68BDF4"/>
                </a:solidFill>
                <a:latin typeface="Aptos Display" pitchFamily="34" charset="0"/>
                <a:ea typeface="Arial" pitchFamily="34" charset="-122"/>
                <a:cs typeface="Arial" pitchFamily="34" charset="-120"/>
              </a:rPr>
              <a:t>Próximas extensões</a:t>
            </a:r>
            <a:endParaRPr lang="en-US" sz="5600" dirty="0"/>
          </a:p>
        </p:txBody>
      </p:sp>
      <p:sp>
        <p:nvSpPr>
          <p:cNvPr id="6" name="Shape 4"/>
          <p:cNvSpPr/>
          <p:nvPr/>
        </p:nvSpPr>
        <p:spPr>
          <a:xfrm>
            <a:off x="1409664" y="3619500"/>
            <a:ext cx="8400840" cy="3543300"/>
          </a:xfrm>
          <a:prstGeom prst="rect">
            <a:avLst/>
          </a:prstGeom>
          <a:solidFill>
            <a:srgbClr val="223147"/>
          </a:solidFill>
          <a:ln w="12700">
            <a:solidFill>
              <a:srgbClr val="FFFFFF">
                <a:alpha val="0"/>
              </a:srgbClr>
            </a:solidFill>
            <a:prstDash val="solid"/>
          </a:ln>
        </p:spPr>
        <p:txBody>
          <a:bodyPr/>
          <a:lstStyle/>
          <a:p>
            <a:endParaRPr lang="en-US"/>
          </a:p>
        </p:txBody>
      </p:sp>
      <p:sp>
        <p:nvSpPr>
          <p:cNvPr id="7" name="Shape 5"/>
          <p:cNvSpPr/>
          <p:nvPr/>
        </p:nvSpPr>
        <p:spPr>
          <a:xfrm>
            <a:off x="1476338" y="3619500"/>
            <a:ext cx="0" cy="3543300"/>
          </a:xfrm>
          <a:prstGeom prst="line">
            <a:avLst/>
          </a:prstGeom>
          <a:solidFill>
            <a:srgbClr val="111C2D">
              <a:alpha val="0"/>
            </a:srgbClr>
          </a:solidFill>
          <a:ln w="66675">
            <a:solidFill>
              <a:srgbClr val="0B6FBD"/>
            </a:solidFill>
            <a:prstDash val="solid"/>
          </a:ln>
        </p:spPr>
        <p:txBody>
          <a:bodyPr/>
          <a:lstStyle/>
          <a:p>
            <a:endParaRPr lang="en-US"/>
          </a:p>
        </p:txBody>
      </p:sp>
      <p:sp>
        <p:nvSpPr>
          <p:cNvPr id="8" name="Text 6"/>
          <p:cNvSpPr/>
          <p:nvPr/>
        </p:nvSpPr>
        <p:spPr>
          <a:xfrm>
            <a:off x="2000200" y="4076701"/>
            <a:ext cx="7353116" cy="51435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3200" b="1" dirty="0">
                <a:solidFill>
                  <a:srgbClr val="F1F5F9"/>
                </a:solidFill>
                <a:latin typeface="Aptos" pitchFamily="34" charset="0"/>
                <a:ea typeface="Arial" pitchFamily="34" charset="-122"/>
                <a:cs typeface="Arial" pitchFamily="34" charset="-120"/>
              </a:rPr>
              <a:t>Cache</a:t>
            </a:r>
            <a:endParaRPr lang="en-US" sz="3500" dirty="0"/>
          </a:p>
        </p:txBody>
      </p:sp>
      <p:sp>
        <p:nvSpPr>
          <p:cNvPr id="9" name="Text 7"/>
          <p:cNvSpPr/>
          <p:nvPr/>
        </p:nvSpPr>
        <p:spPr>
          <a:xfrm>
            <a:off x="2000200" y="4591051"/>
            <a:ext cx="7353116" cy="19659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800" dirty="0">
                <a:solidFill>
                  <a:srgbClr val="F1F5F9"/>
                </a:solidFill>
                <a:latin typeface="Aptos" pitchFamily="34" charset="0"/>
                <a:ea typeface="Arial" pitchFamily="34" charset="-122"/>
                <a:cs typeface="Arial" pitchFamily="34" charset="-120"/>
              </a:rPr>
              <a:t>Invalidar a extração quando a fonte mudar.</a:t>
            </a:r>
            <a:endParaRPr lang="en-US" sz="2700" dirty="0"/>
          </a:p>
        </p:txBody>
      </p:sp>
      <p:sp>
        <p:nvSpPr>
          <p:cNvPr id="10" name="Shape 8"/>
          <p:cNvSpPr/>
          <p:nvPr/>
        </p:nvSpPr>
        <p:spPr>
          <a:xfrm>
            <a:off x="10153396" y="3619500"/>
            <a:ext cx="8400840" cy="3543300"/>
          </a:xfrm>
          <a:prstGeom prst="rect">
            <a:avLst/>
          </a:prstGeom>
          <a:solidFill>
            <a:srgbClr val="223147"/>
          </a:solidFill>
          <a:ln w="12700">
            <a:solidFill>
              <a:srgbClr val="FFFFFF">
                <a:alpha val="0"/>
              </a:srgbClr>
            </a:solidFill>
            <a:prstDash val="solid"/>
          </a:ln>
        </p:spPr>
        <p:txBody>
          <a:bodyPr/>
          <a:lstStyle/>
          <a:p>
            <a:endParaRPr lang="en-US"/>
          </a:p>
        </p:txBody>
      </p:sp>
      <p:sp>
        <p:nvSpPr>
          <p:cNvPr id="11" name="Shape 9"/>
          <p:cNvSpPr/>
          <p:nvPr/>
        </p:nvSpPr>
        <p:spPr>
          <a:xfrm>
            <a:off x="10220070" y="3619500"/>
            <a:ext cx="0" cy="3543300"/>
          </a:xfrm>
          <a:prstGeom prst="line">
            <a:avLst/>
          </a:prstGeom>
          <a:solidFill>
            <a:srgbClr val="111C2D">
              <a:alpha val="0"/>
            </a:srgbClr>
          </a:solidFill>
          <a:ln w="66675">
            <a:solidFill>
              <a:srgbClr val="0B6FBD"/>
            </a:solidFill>
            <a:prstDash val="solid"/>
          </a:ln>
        </p:spPr>
        <p:txBody>
          <a:bodyPr/>
          <a:lstStyle/>
          <a:p>
            <a:endParaRPr lang="en-US"/>
          </a:p>
        </p:txBody>
      </p:sp>
      <p:sp>
        <p:nvSpPr>
          <p:cNvPr id="12" name="Text 10"/>
          <p:cNvSpPr/>
          <p:nvPr/>
        </p:nvSpPr>
        <p:spPr>
          <a:xfrm>
            <a:off x="10743932" y="4076701"/>
            <a:ext cx="7353116" cy="51435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3200" b="1" dirty="0">
                <a:solidFill>
                  <a:srgbClr val="F1F5F9"/>
                </a:solidFill>
                <a:latin typeface="Aptos" pitchFamily="34" charset="0"/>
                <a:ea typeface="Arial" pitchFamily="34" charset="-122"/>
                <a:cs typeface="Arial" pitchFamily="34" charset="-120"/>
              </a:rPr>
              <a:t>Consultas</a:t>
            </a:r>
            <a:endParaRPr lang="en-US" sz="3500" dirty="0"/>
          </a:p>
        </p:txBody>
      </p:sp>
      <p:sp>
        <p:nvSpPr>
          <p:cNvPr id="13" name="Text 11"/>
          <p:cNvSpPr/>
          <p:nvPr/>
        </p:nvSpPr>
        <p:spPr>
          <a:xfrm>
            <a:off x="10743932" y="4591051"/>
            <a:ext cx="7353116" cy="19659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800" dirty="0">
                <a:solidFill>
                  <a:srgbClr val="F1F5F9"/>
                </a:solidFill>
                <a:latin typeface="Aptos" pitchFamily="34" charset="0"/>
                <a:ea typeface="Arial" pitchFamily="34" charset="-122"/>
                <a:cs typeface="Arial" pitchFamily="34" charset="-120"/>
              </a:rPr>
              <a:t>Definir campos e orçamento de execução.</a:t>
            </a:r>
            <a:endParaRPr lang="en-US" sz="2700" dirty="0"/>
          </a:p>
        </p:txBody>
      </p:sp>
      <p:sp>
        <p:nvSpPr>
          <p:cNvPr id="14" name="Shape 12"/>
          <p:cNvSpPr/>
          <p:nvPr/>
        </p:nvSpPr>
        <p:spPr>
          <a:xfrm>
            <a:off x="1409664" y="7505700"/>
            <a:ext cx="8400840" cy="3543300"/>
          </a:xfrm>
          <a:prstGeom prst="rect">
            <a:avLst/>
          </a:prstGeom>
          <a:solidFill>
            <a:srgbClr val="223147"/>
          </a:solidFill>
          <a:ln w="12700">
            <a:solidFill>
              <a:srgbClr val="FFFFFF">
                <a:alpha val="0"/>
              </a:srgbClr>
            </a:solidFill>
            <a:prstDash val="solid"/>
          </a:ln>
        </p:spPr>
        <p:txBody>
          <a:bodyPr/>
          <a:lstStyle/>
          <a:p>
            <a:endParaRPr lang="en-US"/>
          </a:p>
        </p:txBody>
      </p:sp>
      <p:sp>
        <p:nvSpPr>
          <p:cNvPr id="15" name="Shape 13"/>
          <p:cNvSpPr/>
          <p:nvPr/>
        </p:nvSpPr>
        <p:spPr>
          <a:xfrm>
            <a:off x="1476338" y="7505700"/>
            <a:ext cx="0" cy="3543300"/>
          </a:xfrm>
          <a:prstGeom prst="line">
            <a:avLst/>
          </a:prstGeom>
          <a:solidFill>
            <a:srgbClr val="111C2D">
              <a:alpha val="0"/>
            </a:srgbClr>
          </a:solidFill>
          <a:ln w="66675">
            <a:solidFill>
              <a:srgbClr val="F9B000"/>
            </a:solidFill>
            <a:prstDash val="solid"/>
          </a:ln>
        </p:spPr>
        <p:txBody>
          <a:bodyPr/>
          <a:lstStyle/>
          <a:p>
            <a:endParaRPr lang="en-US"/>
          </a:p>
        </p:txBody>
      </p:sp>
      <p:sp>
        <p:nvSpPr>
          <p:cNvPr id="16" name="Text 14"/>
          <p:cNvSpPr/>
          <p:nvPr/>
        </p:nvSpPr>
        <p:spPr>
          <a:xfrm>
            <a:off x="2000200" y="7962901"/>
            <a:ext cx="7353116" cy="51435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3200" b="1" dirty="0">
                <a:solidFill>
                  <a:srgbClr val="F1F5F9"/>
                </a:solidFill>
                <a:latin typeface="Aptos" pitchFamily="34" charset="0"/>
                <a:ea typeface="Arial" pitchFamily="34" charset="-122"/>
                <a:cs typeface="Arial" pitchFamily="34" charset="-120"/>
              </a:rPr>
              <a:t>Supervisão</a:t>
            </a:r>
            <a:endParaRPr lang="en-US" sz="3500" dirty="0"/>
          </a:p>
        </p:txBody>
      </p:sp>
      <p:sp>
        <p:nvSpPr>
          <p:cNvPr id="17" name="Text 15"/>
          <p:cNvSpPr/>
          <p:nvPr/>
        </p:nvSpPr>
        <p:spPr>
          <a:xfrm>
            <a:off x="2000200" y="8477251"/>
            <a:ext cx="7353116" cy="19659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800" dirty="0">
                <a:solidFill>
                  <a:srgbClr val="F1F5F9"/>
                </a:solidFill>
                <a:latin typeface="Aptos" pitchFamily="34" charset="0"/>
                <a:ea typeface="Arial" pitchFamily="34" charset="-122"/>
                <a:cs typeface="Arial" pitchFamily="34" charset="-120"/>
              </a:rPr>
              <a:t>Aplicar limites de tempo e memória por processo.</a:t>
            </a:r>
            <a:endParaRPr lang="en-US" sz="2700" dirty="0"/>
          </a:p>
        </p:txBody>
      </p:sp>
      <p:sp>
        <p:nvSpPr>
          <p:cNvPr id="18" name="Shape 16"/>
          <p:cNvSpPr/>
          <p:nvPr/>
        </p:nvSpPr>
        <p:spPr>
          <a:xfrm>
            <a:off x="10153396" y="7505700"/>
            <a:ext cx="8400840" cy="3543300"/>
          </a:xfrm>
          <a:prstGeom prst="rect">
            <a:avLst/>
          </a:prstGeom>
          <a:solidFill>
            <a:srgbClr val="223147"/>
          </a:solidFill>
          <a:ln w="12700">
            <a:solidFill>
              <a:srgbClr val="FFFFFF">
                <a:alpha val="0"/>
              </a:srgbClr>
            </a:solidFill>
            <a:prstDash val="solid"/>
          </a:ln>
        </p:spPr>
        <p:txBody>
          <a:bodyPr/>
          <a:lstStyle/>
          <a:p>
            <a:endParaRPr lang="en-US"/>
          </a:p>
        </p:txBody>
      </p:sp>
      <p:sp>
        <p:nvSpPr>
          <p:cNvPr id="19" name="Shape 17"/>
          <p:cNvSpPr/>
          <p:nvPr/>
        </p:nvSpPr>
        <p:spPr>
          <a:xfrm>
            <a:off x="10220070" y="7505700"/>
            <a:ext cx="0" cy="3543300"/>
          </a:xfrm>
          <a:prstGeom prst="line">
            <a:avLst/>
          </a:prstGeom>
          <a:solidFill>
            <a:srgbClr val="111C2D">
              <a:alpha val="0"/>
            </a:srgbClr>
          </a:solidFill>
          <a:ln w="66675">
            <a:solidFill>
              <a:srgbClr val="F9B000"/>
            </a:solidFill>
            <a:prstDash val="solid"/>
          </a:ln>
        </p:spPr>
        <p:txBody>
          <a:bodyPr/>
          <a:lstStyle/>
          <a:p>
            <a:endParaRPr lang="en-US"/>
          </a:p>
        </p:txBody>
      </p:sp>
      <p:sp>
        <p:nvSpPr>
          <p:cNvPr id="20" name="Text 18"/>
          <p:cNvSpPr/>
          <p:nvPr/>
        </p:nvSpPr>
        <p:spPr>
          <a:xfrm>
            <a:off x="10743932" y="7962901"/>
            <a:ext cx="7353116" cy="51435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3200" b="1" dirty="0">
                <a:solidFill>
                  <a:srgbClr val="F1F5F9"/>
                </a:solidFill>
                <a:latin typeface="Aptos" pitchFamily="34" charset="0"/>
                <a:ea typeface="Arial" pitchFamily="34" charset="-122"/>
                <a:cs typeface="Arial" pitchFamily="34" charset="-120"/>
              </a:rPr>
              <a:t>Auditoria</a:t>
            </a:r>
            <a:endParaRPr lang="en-US" sz="3500" dirty="0"/>
          </a:p>
        </p:txBody>
      </p:sp>
      <p:sp>
        <p:nvSpPr>
          <p:cNvPr id="21" name="Text 19"/>
          <p:cNvSpPr/>
          <p:nvPr/>
        </p:nvSpPr>
        <p:spPr>
          <a:xfrm>
            <a:off x="10743932" y="8477251"/>
            <a:ext cx="7353116" cy="19659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800" dirty="0">
                <a:solidFill>
                  <a:srgbClr val="F1F5F9"/>
                </a:solidFill>
                <a:latin typeface="Aptos" pitchFamily="34" charset="0"/>
                <a:ea typeface="Arial" pitchFamily="34" charset="-122"/>
                <a:cs typeface="Arial" pitchFamily="34" charset="-120"/>
              </a:rPr>
              <a:t>Proteger os registros e identificar a cópia de análise.</a:t>
            </a:r>
            <a:endParaRPr lang="en-US" sz="2700" dirty="0"/>
          </a:p>
        </p:txBody>
      </p:sp>
      <p:sp>
        <p:nvSpPr>
          <p:cNvPr id="22" name="Text 20"/>
          <p:cNvSpPr/>
          <p:nvPr/>
        </p:nvSpPr>
        <p:spPr>
          <a:xfrm>
            <a:off x="1409664" y="11734801"/>
            <a:ext cx="17144572" cy="112395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500" dirty="0">
                <a:solidFill>
                  <a:srgbClr val="F1F5F9"/>
                </a:solidFill>
                <a:latin typeface="Aptos" pitchFamily="34" charset="0"/>
                <a:ea typeface="Arial" pitchFamily="34" charset="-122"/>
                <a:cs typeface="Arial" pitchFamily="34" charset="-120"/>
              </a:rPr>
              <a:t>Cada extensão precisa de um contrato e um teste que a represente.</a:t>
            </a:r>
            <a:endParaRPr lang="en-US" sz="3000" dirty="0"/>
          </a:p>
        </p:txBody>
      </p:sp>
      <p:sp>
        <p:nvSpPr>
          <p:cNvPr id="23" name="TextBox 22"/>
          <p:cNvSpPr txBox="1"/>
          <p:nvPr/>
        </p:nvSpPr>
        <p:spPr>
          <a:xfrm>
            <a:off x="21214080" y="12344400"/>
            <a:ext cx="2286000" cy="502920"/>
          </a:xfrm>
          <a:prstGeom prst="rect">
            <a:avLst/>
          </a:prstGeom>
          <a:noFill/>
        </p:spPr>
        <p:txBody>
          <a:bodyPr wrap="none" lIns="0" tIns="0" rIns="0" bIns="0">
            <a:noAutofit/>
          </a:bodyPr>
          <a:lstStyle/>
          <a:p>
            <a:pPr>
              <a:lnSpc>
                <a:spcPct val="108000"/>
              </a:lnSpc>
              <a:spcBef>
                <a:spcPts val="0"/>
              </a:spcBef>
              <a:spcAft>
                <a:spcPts val="0"/>
              </a:spcAft>
            </a:pPr>
            <a:r>
              <a:rPr lang="en-US" sz="2200">
                <a:solidFill>
                  <a:srgbClr val="15243B"/>
                </a:solidFill>
                <a:latin typeface="Aptos"/>
              </a:rPr>
              <a:t>67 / 70</a:t>
            </a:r>
            <a:endParaRPr sz="2200">
              <a:solidFill>
                <a:srgbClr val="15243B"/>
              </a:solidFill>
              <a:latin typeface="Aptos"/>
            </a:endParaRP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hape 0"/>
          <p:cNvSpPr/>
          <p:nvPr/>
        </p:nvSpPr>
        <p:spPr>
          <a:xfrm>
            <a:off x="1" y="0"/>
            <a:ext cx="24383390" cy="13716000"/>
          </a:xfrm>
          <a:prstGeom prst="rect">
            <a:avLst/>
          </a:prstGeom>
          <a:solidFill>
            <a:srgbClr val="111C2D"/>
          </a:solidFill>
          <a:ln w="12700">
            <a:solidFill>
              <a:srgbClr val="FFFFFF">
                <a:alpha val="0"/>
              </a:srgbClr>
            </a:solidFill>
            <a:prstDash val="solid"/>
          </a:ln>
        </p:spPr>
        <p:txBody>
          <a:bodyPr/>
          <a:lstStyle/>
          <a:p>
            <a:endParaRPr lang="en-US"/>
          </a:p>
        </p:txBody>
      </p:sp>
      <p:sp>
        <p:nvSpPr>
          <p:cNvPr id="3" name="Shape 1"/>
          <p:cNvSpPr/>
          <p:nvPr/>
        </p:nvSpPr>
        <p:spPr>
          <a:xfrm>
            <a:off x="0" y="0"/>
            <a:ext cx="19811504" cy="1219200"/>
          </a:xfrm>
          <a:prstGeom prst="rect">
            <a:avLst/>
          </a:prstGeom>
          <a:solidFill>
            <a:srgbClr val="D9DCDF"/>
          </a:solidFill>
          <a:ln w="12700">
            <a:solidFill>
              <a:srgbClr val="FFFFFF">
                <a:alpha val="0"/>
              </a:srgbClr>
            </a:solidFill>
            <a:prstDash val="solid"/>
          </a:ln>
        </p:spPr>
        <p:txBody>
          <a:bodyPr/>
          <a:lstStyle/>
          <a:p>
            <a:endParaRPr lang="en-US"/>
          </a:p>
        </p:txBody>
      </p:sp>
      <p:sp>
        <p:nvSpPr>
          <p:cNvPr id="4" name="Shape 2"/>
          <p:cNvSpPr/>
          <p:nvPr/>
        </p:nvSpPr>
        <p:spPr>
          <a:xfrm>
            <a:off x="20382990" y="0"/>
            <a:ext cx="4000400" cy="13716000"/>
          </a:xfrm>
          <a:prstGeom prst="rect">
            <a:avLst/>
          </a:prstGeom>
          <a:solidFill>
            <a:srgbClr val="F9B000"/>
          </a:solidFill>
          <a:ln w="12700">
            <a:solidFill>
              <a:srgbClr val="FFFFFF">
                <a:alpha val="0"/>
              </a:srgbClr>
            </a:solidFill>
            <a:prstDash val="solid"/>
          </a:ln>
        </p:spPr>
        <p:txBody>
          <a:bodyPr/>
          <a:lstStyle/>
          <a:p>
            <a:endParaRPr lang="en-US"/>
          </a:p>
        </p:txBody>
      </p:sp>
      <p:sp>
        <p:nvSpPr>
          <p:cNvPr id="5" name="Text 3"/>
          <p:cNvSpPr/>
          <p:nvPr/>
        </p:nvSpPr>
        <p:spPr>
          <a:xfrm>
            <a:off x="1371567" y="1676400"/>
            <a:ext cx="17335066" cy="164592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5400" b="1" dirty="0">
                <a:solidFill>
                  <a:srgbClr val="68BDF4"/>
                </a:solidFill>
                <a:latin typeface="Aptos Display" pitchFamily="34" charset="0"/>
                <a:ea typeface="Arial" pitchFamily="34" charset="-122"/>
                <a:cs typeface="Arial" pitchFamily="34" charset="-120"/>
              </a:rPr>
              <a:t>Referências e material complementar</a:t>
            </a:r>
            <a:endParaRPr lang="en-US" sz="5600" dirty="0"/>
          </a:p>
        </p:txBody>
      </p:sp>
      <p:sp>
        <p:nvSpPr>
          <p:cNvPr id="6" name="Shape 4"/>
          <p:cNvSpPr/>
          <p:nvPr/>
        </p:nvSpPr>
        <p:spPr>
          <a:xfrm>
            <a:off x="1409664" y="3619501"/>
            <a:ext cx="17144572" cy="1581150"/>
          </a:xfrm>
          <a:prstGeom prst="rect">
            <a:avLst/>
          </a:prstGeom>
          <a:solidFill>
            <a:srgbClr val="223147"/>
          </a:solidFill>
          <a:ln w="12700">
            <a:solidFill>
              <a:srgbClr val="FFFFFF">
                <a:alpha val="0"/>
              </a:srgbClr>
            </a:solidFill>
            <a:prstDash val="solid"/>
          </a:ln>
        </p:spPr>
        <p:txBody>
          <a:bodyPr/>
          <a:lstStyle/>
          <a:p>
            <a:endParaRPr lang="en-US"/>
          </a:p>
        </p:txBody>
      </p:sp>
      <p:sp>
        <p:nvSpPr>
          <p:cNvPr id="7" name="Shape 5"/>
          <p:cNvSpPr/>
          <p:nvPr/>
        </p:nvSpPr>
        <p:spPr>
          <a:xfrm>
            <a:off x="1409664" y="5191126"/>
            <a:ext cx="17144572" cy="0"/>
          </a:xfrm>
          <a:prstGeom prst="line">
            <a:avLst/>
          </a:prstGeom>
          <a:solidFill>
            <a:srgbClr val="111C2D">
              <a:alpha val="0"/>
            </a:srgbClr>
          </a:solidFill>
          <a:ln w="9525">
            <a:solidFill>
              <a:srgbClr val="CBD5E1"/>
            </a:solidFill>
            <a:prstDash val="solid"/>
          </a:ln>
        </p:spPr>
        <p:txBody>
          <a:bodyPr/>
          <a:lstStyle/>
          <a:p>
            <a:endParaRPr lang="en-US"/>
          </a:p>
        </p:txBody>
      </p:sp>
      <p:sp>
        <p:nvSpPr>
          <p:cNvPr id="8" name="Text 6"/>
          <p:cNvSpPr/>
          <p:nvPr/>
        </p:nvSpPr>
        <p:spPr>
          <a:xfrm>
            <a:off x="1828754" y="4162425"/>
            <a:ext cx="5143372" cy="47625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800" b="1" dirty="0">
                <a:solidFill>
                  <a:srgbClr val="F1F5F9"/>
                </a:solidFill>
                <a:latin typeface="Aptos" pitchFamily="34" charset="0"/>
                <a:ea typeface="Arial" pitchFamily="34" charset="-122"/>
                <a:cs typeface="Arial" pitchFamily="34" charset="-120"/>
              </a:rPr>
              <a:t>IPED 4.3.1</a:t>
            </a:r>
            <a:endParaRPr lang="en-US" sz="3200" dirty="0"/>
          </a:p>
        </p:txBody>
      </p:sp>
      <p:sp>
        <p:nvSpPr>
          <p:cNvPr id="9" name="Text 7"/>
          <p:cNvSpPr/>
          <p:nvPr/>
        </p:nvSpPr>
        <p:spPr>
          <a:xfrm>
            <a:off x="6972126" y="4186239"/>
            <a:ext cx="11163020" cy="91440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700" dirty="0">
                <a:solidFill>
                  <a:srgbClr val="F1F5F9"/>
                </a:solidFill>
                <a:latin typeface="Aptos" pitchFamily="34" charset="0"/>
                <a:ea typeface="Arial" pitchFamily="34" charset="-122"/>
                <a:cs typeface="Arial" pitchFamily="34" charset="-120"/>
              </a:rPr>
              <a:t>IPEDSource, IPEDSearcher e BitmapBookmarks.</a:t>
            </a:r>
            <a:endParaRPr lang="en-US" sz="2700" dirty="0"/>
          </a:p>
        </p:txBody>
      </p:sp>
      <p:sp>
        <p:nvSpPr>
          <p:cNvPr id="10" name="Shape 8"/>
          <p:cNvSpPr/>
          <p:nvPr/>
        </p:nvSpPr>
        <p:spPr>
          <a:xfrm>
            <a:off x="1409664" y="6772276"/>
            <a:ext cx="17144572" cy="0"/>
          </a:xfrm>
          <a:prstGeom prst="line">
            <a:avLst/>
          </a:prstGeom>
          <a:solidFill>
            <a:srgbClr val="111C2D">
              <a:alpha val="0"/>
            </a:srgbClr>
          </a:solidFill>
          <a:ln w="9525">
            <a:solidFill>
              <a:srgbClr val="CBD5E1"/>
            </a:solidFill>
            <a:prstDash val="solid"/>
          </a:ln>
        </p:spPr>
        <p:txBody>
          <a:bodyPr/>
          <a:lstStyle/>
          <a:p>
            <a:endParaRPr lang="en-US"/>
          </a:p>
        </p:txBody>
      </p:sp>
      <p:sp>
        <p:nvSpPr>
          <p:cNvPr id="11" name="Text 9"/>
          <p:cNvSpPr/>
          <p:nvPr/>
        </p:nvSpPr>
        <p:spPr>
          <a:xfrm>
            <a:off x="1828754" y="5743577"/>
            <a:ext cx="5143372" cy="47625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800" b="1" dirty="0">
                <a:solidFill>
                  <a:srgbClr val="F1F5F9"/>
                </a:solidFill>
                <a:latin typeface="Aptos" pitchFamily="34" charset="0"/>
                <a:ea typeface="Arial" pitchFamily="34" charset="-122"/>
                <a:cs typeface="Arial" pitchFamily="34" charset="-120"/>
              </a:rPr>
              <a:t>Aba Texto</a:t>
            </a:r>
            <a:endParaRPr lang="en-US" sz="3200" dirty="0"/>
          </a:p>
        </p:txBody>
      </p:sp>
      <p:sp>
        <p:nvSpPr>
          <p:cNvPr id="12" name="Text 10"/>
          <p:cNvSpPr/>
          <p:nvPr/>
        </p:nvSpPr>
        <p:spPr>
          <a:xfrm>
            <a:off x="6972126" y="5767389"/>
            <a:ext cx="11163020" cy="91440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700" dirty="0">
                <a:solidFill>
                  <a:srgbClr val="F1F5F9"/>
                </a:solidFill>
                <a:latin typeface="Aptos" pitchFamily="34" charset="0"/>
                <a:ea typeface="Arial" pitchFamily="34" charset="-122"/>
                <a:cs typeface="Arial" pitchFamily="34" charset="-120"/>
              </a:rPr>
              <a:t>TextParser, ParsingTask, StandardParser e ParsingReader.</a:t>
            </a:r>
            <a:endParaRPr lang="en-US" sz="2700" dirty="0"/>
          </a:p>
        </p:txBody>
      </p:sp>
      <p:sp>
        <p:nvSpPr>
          <p:cNvPr id="13" name="Shape 11"/>
          <p:cNvSpPr/>
          <p:nvPr/>
        </p:nvSpPr>
        <p:spPr>
          <a:xfrm>
            <a:off x="1409664" y="6781801"/>
            <a:ext cx="17144572" cy="1581150"/>
          </a:xfrm>
          <a:prstGeom prst="rect">
            <a:avLst/>
          </a:prstGeom>
          <a:solidFill>
            <a:srgbClr val="223147"/>
          </a:solidFill>
          <a:ln w="12700">
            <a:solidFill>
              <a:srgbClr val="FFFFFF">
                <a:alpha val="0"/>
              </a:srgbClr>
            </a:solidFill>
            <a:prstDash val="solid"/>
          </a:ln>
        </p:spPr>
        <p:txBody>
          <a:bodyPr/>
          <a:lstStyle/>
          <a:p>
            <a:endParaRPr lang="en-US"/>
          </a:p>
        </p:txBody>
      </p:sp>
      <p:sp>
        <p:nvSpPr>
          <p:cNvPr id="14" name="Shape 12"/>
          <p:cNvSpPr/>
          <p:nvPr/>
        </p:nvSpPr>
        <p:spPr>
          <a:xfrm>
            <a:off x="1409664" y="8353424"/>
            <a:ext cx="17144572" cy="0"/>
          </a:xfrm>
          <a:prstGeom prst="line">
            <a:avLst/>
          </a:prstGeom>
          <a:solidFill>
            <a:srgbClr val="111C2D">
              <a:alpha val="0"/>
            </a:srgbClr>
          </a:solidFill>
          <a:ln w="9525">
            <a:solidFill>
              <a:srgbClr val="CBD5E1"/>
            </a:solidFill>
            <a:prstDash val="solid"/>
          </a:ln>
        </p:spPr>
        <p:txBody>
          <a:bodyPr/>
          <a:lstStyle/>
          <a:p>
            <a:endParaRPr lang="en-US"/>
          </a:p>
        </p:txBody>
      </p:sp>
      <p:sp>
        <p:nvSpPr>
          <p:cNvPr id="15" name="Text 13"/>
          <p:cNvSpPr/>
          <p:nvPr/>
        </p:nvSpPr>
        <p:spPr>
          <a:xfrm>
            <a:off x="1828754" y="7324725"/>
            <a:ext cx="5143372" cy="47625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800" b="1" dirty="0">
                <a:solidFill>
                  <a:srgbClr val="F1F5F9"/>
                </a:solidFill>
                <a:latin typeface="Aptos" pitchFamily="34" charset="0"/>
                <a:ea typeface="Arial" pitchFamily="34" charset="-122"/>
                <a:cs typeface="Arial" pitchFamily="34" charset="-120"/>
              </a:rPr>
              <a:t>PyJNIus / MCP</a:t>
            </a:r>
            <a:endParaRPr lang="en-US" sz="3200" dirty="0"/>
          </a:p>
        </p:txBody>
      </p:sp>
      <p:sp>
        <p:nvSpPr>
          <p:cNvPr id="16" name="Text 14"/>
          <p:cNvSpPr/>
          <p:nvPr/>
        </p:nvSpPr>
        <p:spPr>
          <a:xfrm>
            <a:off x="6972126" y="7348539"/>
            <a:ext cx="11163020" cy="91440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700" dirty="0">
                <a:solidFill>
                  <a:srgbClr val="F1F5F9"/>
                </a:solidFill>
                <a:latin typeface="Aptos" pitchFamily="34" charset="0"/>
                <a:ea typeface="Arial" pitchFamily="34" charset="-122"/>
                <a:cs typeface="Arial" pitchFamily="34" charset="-120"/>
              </a:rPr>
              <a:t>Acesso Java e protocolo de ferramentas.</a:t>
            </a:r>
            <a:endParaRPr lang="en-US" sz="2700" dirty="0"/>
          </a:p>
        </p:txBody>
      </p:sp>
      <p:sp>
        <p:nvSpPr>
          <p:cNvPr id="17" name="Shape 15"/>
          <p:cNvSpPr/>
          <p:nvPr/>
        </p:nvSpPr>
        <p:spPr>
          <a:xfrm>
            <a:off x="1409664" y="9934574"/>
            <a:ext cx="17144572" cy="0"/>
          </a:xfrm>
          <a:prstGeom prst="line">
            <a:avLst/>
          </a:prstGeom>
          <a:solidFill>
            <a:srgbClr val="111C2D">
              <a:alpha val="0"/>
            </a:srgbClr>
          </a:solidFill>
          <a:ln w="9525">
            <a:solidFill>
              <a:srgbClr val="CBD5E1"/>
            </a:solidFill>
            <a:prstDash val="solid"/>
          </a:ln>
        </p:spPr>
        <p:txBody>
          <a:bodyPr/>
          <a:lstStyle/>
          <a:p>
            <a:endParaRPr lang="en-US"/>
          </a:p>
        </p:txBody>
      </p:sp>
      <p:sp>
        <p:nvSpPr>
          <p:cNvPr id="18" name="Text 16"/>
          <p:cNvSpPr/>
          <p:nvPr/>
        </p:nvSpPr>
        <p:spPr>
          <a:xfrm>
            <a:off x="1828754" y="8905875"/>
            <a:ext cx="5143372" cy="47625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800" b="1" dirty="0">
                <a:solidFill>
                  <a:srgbClr val="F1F5F9"/>
                </a:solidFill>
                <a:latin typeface="Aptos" pitchFamily="34" charset="0"/>
                <a:ea typeface="Arial" pitchFamily="34" charset="-122"/>
                <a:cs typeface="Arial" pitchFamily="34" charset="-120"/>
              </a:rPr>
              <a:t>OpenCode</a:t>
            </a:r>
            <a:endParaRPr lang="en-US" sz="3200" dirty="0"/>
          </a:p>
        </p:txBody>
      </p:sp>
      <p:sp>
        <p:nvSpPr>
          <p:cNvPr id="19" name="Text 17"/>
          <p:cNvSpPr/>
          <p:nvPr/>
        </p:nvSpPr>
        <p:spPr>
          <a:xfrm>
            <a:off x="6972126" y="8929689"/>
            <a:ext cx="11163020" cy="91440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700" dirty="0">
                <a:solidFill>
                  <a:srgbClr val="F1F5F9"/>
                </a:solidFill>
                <a:latin typeface="Aptos" pitchFamily="34" charset="0"/>
                <a:ea typeface="Arial" pitchFamily="34" charset="-122"/>
                <a:cs typeface="Arial" pitchFamily="34" charset="-120"/>
              </a:rPr>
              <a:t>Conexão local por MCP e permissões.</a:t>
            </a:r>
            <a:endParaRPr lang="en-US" sz="2700" dirty="0"/>
          </a:p>
        </p:txBody>
      </p:sp>
      <p:sp>
        <p:nvSpPr>
          <p:cNvPr id="20" name="Shape 18"/>
          <p:cNvSpPr/>
          <p:nvPr/>
        </p:nvSpPr>
        <p:spPr>
          <a:xfrm>
            <a:off x="1409664" y="9944101"/>
            <a:ext cx="17144572" cy="1581150"/>
          </a:xfrm>
          <a:prstGeom prst="rect">
            <a:avLst/>
          </a:prstGeom>
          <a:solidFill>
            <a:srgbClr val="223147"/>
          </a:solidFill>
          <a:ln w="12700">
            <a:solidFill>
              <a:srgbClr val="FFFFFF">
                <a:alpha val="0"/>
              </a:srgbClr>
            </a:solidFill>
            <a:prstDash val="solid"/>
          </a:ln>
        </p:spPr>
        <p:txBody>
          <a:bodyPr/>
          <a:lstStyle/>
          <a:p>
            <a:endParaRPr lang="en-US"/>
          </a:p>
        </p:txBody>
      </p:sp>
      <p:sp>
        <p:nvSpPr>
          <p:cNvPr id="21" name="Shape 19"/>
          <p:cNvSpPr/>
          <p:nvPr/>
        </p:nvSpPr>
        <p:spPr>
          <a:xfrm>
            <a:off x="1409664" y="11515726"/>
            <a:ext cx="17144572" cy="0"/>
          </a:xfrm>
          <a:prstGeom prst="line">
            <a:avLst/>
          </a:prstGeom>
          <a:solidFill>
            <a:srgbClr val="111C2D">
              <a:alpha val="0"/>
            </a:srgbClr>
          </a:solidFill>
          <a:ln w="9525">
            <a:solidFill>
              <a:srgbClr val="CBD5E1"/>
            </a:solidFill>
            <a:prstDash val="solid"/>
          </a:ln>
        </p:spPr>
        <p:txBody>
          <a:bodyPr/>
          <a:lstStyle/>
          <a:p>
            <a:endParaRPr lang="en-US"/>
          </a:p>
        </p:txBody>
      </p:sp>
      <p:sp>
        <p:nvSpPr>
          <p:cNvPr id="22" name="Text 20"/>
          <p:cNvSpPr/>
          <p:nvPr/>
        </p:nvSpPr>
        <p:spPr>
          <a:xfrm>
            <a:off x="1828754" y="10487027"/>
            <a:ext cx="5143372" cy="47625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800" b="1" dirty="0">
                <a:solidFill>
                  <a:srgbClr val="F1F5F9"/>
                </a:solidFill>
                <a:latin typeface="Aptos" pitchFamily="34" charset="0"/>
                <a:ea typeface="Arial" pitchFamily="34" charset="-122"/>
                <a:cs typeface="Arial" pitchFamily="34" charset="-120"/>
              </a:rPr>
              <a:t>Pacote</a:t>
            </a:r>
            <a:endParaRPr lang="en-US" sz="3200" dirty="0"/>
          </a:p>
        </p:txBody>
      </p:sp>
      <p:sp>
        <p:nvSpPr>
          <p:cNvPr id="23" name="Text 21"/>
          <p:cNvSpPr/>
          <p:nvPr/>
        </p:nvSpPr>
        <p:spPr>
          <a:xfrm>
            <a:off x="6972126" y="10510839"/>
            <a:ext cx="11163020" cy="91440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700" dirty="0">
                <a:solidFill>
                  <a:srgbClr val="F1F5F9"/>
                </a:solidFill>
                <a:latin typeface="Aptos" pitchFamily="34" charset="0"/>
                <a:ea typeface="Arial" pitchFamily="34" charset="-122"/>
                <a:cs typeface="Arial" pitchFamily="34" charset="-120"/>
              </a:rPr>
              <a:t>Servidor, documentos de vários formatos e teste real.</a:t>
            </a:r>
            <a:endParaRPr lang="en-US" sz="2700" dirty="0"/>
          </a:p>
        </p:txBody>
      </p:sp>
      <p:sp>
        <p:nvSpPr>
          <p:cNvPr id="24" name="Text 22"/>
          <p:cNvSpPr/>
          <p:nvPr/>
        </p:nvSpPr>
        <p:spPr>
          <a:xfrm>
            <a:off x="1409664" y="12458701"/>
            <a:ext cx="17373600" cy="59436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400" dirty="0">
                <a:solidFill>
                  <a:srgbClr val="F1F5F9"/>
                </a:solidFill>
                <a:latin typeface="Aptos" pitchFamily="34" charset="0"/>
                <a:ea typeface="Arial" pitchFamily="34" charset="-122"/>
                <a:cs typeface="Arial" pitchFamily="34" charset="-120"/>
              </a:rPr>
              <a:t>Fontes da revisão de 27/10/2026. Links nas notas e no guia.</a:t>
            </a:r>
            <a:endParaRPr lang="en-US" sz="2600" dirty="0"/>
          </a:p>
        </p:txBody>
      </p:sp>
      <p:sp>
        <p:nvSpPr>
          <p:cNvPr id="25" name="TextBox 24"/>
          <p:cNvSpPr txBox="1"/>
          <p:nvPr/>
        </p:nvSpPr>
        <p:spPr>
          <a:xfrm>
            <a:off x="21214080" y="12344400"/>
            <a:ext cx="2286000" cy="502920"/>
          </a:xfrm>
          <a:prstGeom prst="rect">
            <a:avLst/>
          </a:prstGeom>
          <a:noFill/>
        </p:spPr>
        <p:txBody>
          <a:bodyPr wrap="none" lIns="0" tIns="0" rIns="0" bIns="0">
            <a:noAutofit/>
          </a:bodyPr>
          <a:lstStyle/>
          <a:p>
            <a:pPr>
              <a:lnSpc>
                <a:spcPct val="108000"/>
              </a:lnSpc>
              <a:spcBef>
                <a:spcPts val="0"/>
              </a:spcBef>
              <a:spcAft>
                <a:spcPts val="0"/>
              </a:spcAft>
            </a:pPr>
            <a:r>
              <a:rPr lang="en-US" sz="2200">
                <a:solidFill>
                  <a:srgbClr val="15243B"/>
                </a:solidFill>
                <a:latin typeface="Aptos"/>
              </a:rPr>
              <a:t>68 / 70</a:t>
            </a:r>
            <a:endParaRPr sz="2200">
              <a:solidFill>
                <a:srgbClr val="15243B"/>
              </a:solidFill>
              <a:latin typeface="Aptos"/>
            </a:endParaRP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hape 0"/>
          <p:cNvSpPr/>
          <p:nvPr/>
        </p:nvSpPr>
        <p:spPr>
          <a:xfrm>
            <a:off x="1" y="0"/>
            <a:ext cx="24383390" cy="13716000"/>
          </a:xfrm>
          <a:prstGeom prst="rect">
            <a:avLst/>
          </a:prstGeom>
          <a:solidFill>
            <a:srgbClr val="111C2D"/>
          </a:solidFill>
          <a:ln w="12700">
            <a:solidFill>
              <a:srgbClr val="FFFFFF">
                <a:alpha val="0"/>
              </a:srgbClr>
            </a:solidFill>
            <a:prstDash val="solid"/>
          </a:ln>
        </p:spPr>
        <p:txBody>
          <a:bodyPr/>
          <a:lstStyle/>
          <a:p>
            <a:endParaRPr lang="en-US"/>
          </a:p>
        </p:txBody>
      </p:sp>
      <p:sp>
        <p:nvSpPr>
          <p:cNvPr id="3" name="Shape 1"/>
          <p:cNvSpPr/>
          <p:nvPr/>
        </p:nvSpPr>
        <p:spPr>
          <a:xfrm>
            <a:off x="0" y="0"/>
            <a:ext cx="19811504" cy="1219200"/>
          </a:xfrm>
          <a:prstGeom prst="rect">
            <a:avLst/>
          </a:prstGeom>
          <a:solidFill>
            <a:srgbClr val="D9DCDF"/>
          </a:solidFill>
          <a:ln w="12700">
            <a:solidFill>
              <a:srgbClr val="FFFFFF">
                <a:alpha val="0"/>
              </a:srgbClr>
            </a:solidFill>
            <a:prstDash val="solid"/>
          </a:ln>
        </p:spPr>
        <p:txBody>
          <a:bodyPr/>
          <a:lstStyle/>
          <a:p>
            <a:endParaRPr lang="en-US"/>
          </a:p>
        </p:txBody>
      </p:sp>
      <p:sp>
        <p:nvSpPr>
          <p:cNvPr id="4" name="Shape 2"/>
          <p:cNvSpPr/>
          <p:nvPr/>
        </p:nvSpPr>
        <p:spPr>
          <a:xfrm>
            <a:off x="20382990" y="0"/>
            <a:ext cx="4000400" cy="13716000"/>
          </a:xfrm>
          <a:prstGeom prst="rect">
            <a:avLst/>
          </a:prstGeom>
          <a:solidFill>
            <a:srgbClr val="F9B000"/>
          </a:solidFill>
          <a:ln w="12700">
            <a:solidFill>
              <a:srgbClr val="FFFFFF">
                <a:alpha val="0"/>
              </a:srgbClr>
            </a:solidFill>
            <a:prstDash val="solid"/>
          </a:ln>
        </p:spPr>
        <p:txBody>
          <a:bodyPr/>
          <a:lstStyle/>
          <a:p>
            <a:endParaRPr lang="en-US"/>
          </a:p>
        </p:txBody>
      </p:sp>
      <p:sp>
        <p:nvSpPr>
          <p:cNvPr id="5" name="Text 3"/>
          <p:cNvSpPr/>
          <p:nvPr/>
        </p:nvSpPr>
        <p:spPr>
          <a:xfrm>
            <a:off x="1371567" y="1752600"/>
            <a:ext cx="17335066" cy="164592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5400" b="1" dirty="0">
                <a:solidFill>
                  <a:srgbClr val="68BDF4"/>
                </a:solidFill>
                <a:latin typeface="Aptos Display" pitchFamily="34" charset="0"/>
                <a:ea typeface="Arial" pitchFamily="34" charset="-122"/>
                <a:cs typeface="Arial" pitchFamily="34" charset="-120"/>
              </a:rPr>
              <a:t>Síntese da aula</a:t>
            </a:r>
            <a:endParaRPr lang="en-US" sz="5900" dirty="0"/>
          </a:p>
        </p:txBody>
      </p:sp>
      <p:sp>
        <p:nvSpPr>
          <p:cNvPr id="6" name="Text 4"/>
          <p:cNvSpPr/>
          <p:nvPr/>
        </p:nvSpPr>
        <p:spPr>
          <a:xfrm>
            <a:off x="1409664" y="3733800"/>
            <a:ext cx="17144572" cy="622102"/>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3200" dirty="0" err="1">
                <a:solidFill>
                  <a:srgbClr val="F1F5F9"/>
                </a:solidFill>
                <a:latin typeface="Aptos" pitchFamily="34" charset="0"/>
                <a:ea typeface="Arial" pitchFamily="34" charset="-122"/>
                <a:cs typeface="Arial" pitchFamily="34" charset="-120"/>
              </a:rPr>
              <a:t>Do pedido do cliente ao item conferido no mesmo caso IPED.</a:t>
            </a:r>
            <a:endParaRPr lang="en-US" sz="3500" dirty="0"/>
          </a:p>
        </p:txBody>
      </p:sp>
      <p:sp>
        <p:nvSpPr>
          <p:cNvPr id="7" name="Text 5"/>
          <p:cNvSpPr/>
          <p:nvPr/>
        </p:nvSpPr>
        <p:spPr>
          <a:xfrm>
            <a:off x="1409664" y="5486400"/>
            <a:ext cx="17144572" cy="121920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3200" dirty="0">
                <a:solidFill>
                  <a:srgbClr val="F1F5F9"/>
                </a:solidFill>
                <a:latin typeface="Aptos" pitchFamily="34" charset="0"/>
                <a:ea typeface="Arial" pitchFamily="34" charset="-122"/>
                <a:cs typeface="Arial" pitchFamily="34" charset="-120"/>
              </a:rPr>
              <a:t>1. PyJNIus conecta Python às classes Java do IPED.</a:t>
            </a:r>
            <a:endParaRPr lang="en-US" sz="3200" dirty="0"/>
          </a:p>
        </p:txBody>
      </p:sp>
      <p:sp>
        <p:nvSpPr>
          <p:cNvPr id="8" name="Text 6"/>
          <p:cNvSpPr/>
          <p:nvPr/>
        </p:nvSpPr>
        <p:spPr>
          <a:xfrm>
            <a:off x="1409664" y="6705600"/>
            <a:ext cx="17144572" cy="121920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3200" dirty="0">
                <a:solidFill>
                  <a:srgbClr val="F1F5F9"/>
                </a:solidFill>
                <a:latin typeface="Aptos" pitchFamily="34" charset="0"/>
                <a:ea typeface="Arial" pitchFamily="34" charset="-122"/>
                <a:cs typeface="Arial" pitchFamily="34" charset="-120"/>
              </a:rPr>
              <a:t>2. O servidor publica consultas e grava marcadores no caso fixo.</a:t>
            </a:r>
            <a:endParaRPr lang="en-US" sz="3200" dirty="0"/>
          </a:p>
        </p:txBody>
      </p:sp>
      <p:sp>
        <p:nvSpPr>
          <p:cNvPr id="9" name="Text 7"/>
          <p:cNvSpPr/>
          <p:nvPr/>
        </p:nvSpPr>
        <p:spPr>
          <a:xfrm>
            <a:off x="1409664" y="7924800"/>
            <a:ext cx="17144572" cy="121920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3200" dirty="0">
                <a:solidFill>
                  <a:srgbClr val="F1F5F9"/>
                </a:solidFill>
                <a:latin typeface="Aptos" pitchFamily="34" charset="0"/>
                <a:ea typeface="Arial" pitchFamily="34" charset="-122"/>
                <a:cs typeface="Arial" pitchFamily="34" charset="-120"/>
              </a:rPr>
              <a:t>3. O teste sem modelo separa protocolo, JVM e índice.</a:t>
            </a:r>
            <a:endParaRPr lang="en-US" sz="3200" dirty="0"/>
          </a:p>
        </p:txBody>
      </p:sp>
      <p:sp>
        <p:nvSpPr>
          <p:cNvPr id="10" name="Text 8"/>
          <p:cNvSpPr/>
          <p:nvPr/>
        </p:nvSpPr>
        <p:spPr>
          <a:xfrm>
            <a:off x="1409664" y="9144000"/>
            <a:ext cx="17144572" cy="121920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3200" dirty="0">
                <a:solidFill>
                  <a:srgbClr val="F1F5F9"/>
                </a:solidFill>
                <a:latin typeface="Aptos" pitchFamily="34" charset="0"/>
                <a:ea typeface="Arial" pitchFamily="34" charset="-122"/>
                <a:cs typeface="Arial" pitchFamily="34" charset="-120"/>
              </a:rPr>
              <a:t>4. Reabrir o caso confirma os marcadores e os itens associados.</a:t>
            </a:r>
            <a:endParaRPr lang="en-US" sz="3200" dirty="0"/>
          </a:p>
        </p:txBody>
      </p:sp>
      <p:sp>
        <p:nvSpPr>
          <p:cNvPr id="11" name="Text 9"/>
          <p:cNvSpPr/>
          <p:nvPr/>
        </p:nvSpPr>
        <p:spPr>
          <a:xfrm>
            <a:off x="1409664" y="11525251"/>
            <a:ext cx="17144572" cy="1085850"/>
          </a:xfrm>
          <a:prstGeom prst="rect">
            <a:avLst/>
          </a:prstGeom>
          <a:noFill/>
          <a:ln/>
        </p:spPr>
        <p:txBody>
          <a:bodyPr wrap="square" lIns="0" tIns="0" rIns="0" bIns="0" rtlCol="0" anchor="t">
            <a:noAutofit/>
          </a:bodyPr>
          <a:lstStyle>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a:lstStyle>
          <a:p>
            <a:pPr marL="0" indent="0" algn="l">
              <a:lnSpc>
                <a:spcPct val="108000"/>
              </a:lnSpc>
              <a:spcBef>
                <a:spcPts val="0"/>
              </a:spcBef>
              <a:spcAft>
                <a:spcPts val="0"/>
              </a:spcAft>
              <a:buNone/>
            </a:pPr>
            <a:r>
              <a:rPr lang="en-US" sz="2500" dirty="0">
                <a:solidFill>
                  <a:srgbClr val="F1F5F9"/>
                </a:solidFill>
                <a:latin typeface="Aptos" pitchFamily="34" charset="0"/>
                <a:ea typeface="Arial" pitchFamily="34" charset="-122"/>
                <a:cs typeface="Arial" pitchFamily="34" charset="-120"/>
              </a:rPr>
              <a:t>Resultado: consultas e organização de evidências pelo MCP do IPED.</a:t>
            </a:r>
            <a:endParaRPr lang="en-US" sz="2700" dirty="0">
              <a:solidFill>
                <a:srgbClr val="0B2D5C"/>
              </a:solidFill>
            </a:endParaRPr>
          </a:p>
        </p:txBody>
      </p:sp>
      <p:sp>
        <p:nvSpPr>
          <p:cNvPr id="12" name="TextBox 11"/>
          <p:cNvSpPr txBox="1"/>
          <p:nvPr/>
        </p:nvSpPr>
        <p:spPr>
          <a:xfrm>
            <a:off x="21214080" y="12344400"/>
            <a:ext cx="2286000" cy="502920"/>
          </a:xfrm>
          <a:prstGeom prst="rect">
            <a:avLst/>
          </a:prstGeom>
          <a:noFill/>
        </p:spPr>
        <p:txBody>
          <a:bodyPr wrap="none" lIns="0" tIns="0" rIns="0" bIns="0">
            <a:noAutofit/>
          </a:bodyPr>
          <a:lstStyle/>
          <a:p>
            <a:pPr>
              <a:lnSpc>
                <a:spcPct val="108000"/>
              </a:lnSpc>
              <a:spcBef>
                <a:spcPts val="0"/>
              </a:spcBef>
              <a:spcAft>
                <a:spcPts val="0"/>
              </a:spcAft>
            </a:pPr>
            <a:r>
              <a:rPr lang="en-US" sz="2200">
                <a:solidFill>
                  <a:srgbClr val="15243B"/>
                </a:solidFill>
                <a:latin typeface="Aptos"/>
              </a:rPr>
              <a:t>69 / 70</a:t>
            </a:r>
            <a:endParaRPr sz="2200">
              <a:solidFill>
                <a:srgbClr val="15243B"/>
              </a:solidFill>
              <a:latin typeface="Aptos"/>
            </a:endParaRP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8" name="Rectangle 17">
            <a:extLst>
              <a:ext uri="{FF2B5EF4-FFF2-40B4-BE49-F238E27FC236}">
                <a16:creationId xmlns:a16="http://schemas.microsoft.com/office/drawing/2014/main" id="{42A4FC2C-047E-45A5-965D-8E1E3BF09BC6}"/>
              </a:ext>
            </a:extLst>
          </p:cNvPr>
          <p:cNvSpPr>
            <a:spLocks noGrp="1"/>
          </p:cNvSpPr>
          <p:nvPr/>
        </p:nvSpPr>
        <p:spPr>
          <a:xfrm>
            <a:off x="3048" y="0"/>
            <a:ext cx="24377904" cy="13716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marL="0" algn="l" defTabSz="914400">
              <a:buNone/>
              <a:defRPr sz="1800" kern="1200">
                <a:solidFill>
                  <a:schemeClr val="lt1"/>
                </a:solidFill>
                <a:latin typeface="+mn-lt"/>
                <a:ea typeface="+mn-lt"/>
                <a:cs typeface="+mn-lt"/>
              </a:defRPr>
            </a:lvl1pPr>
            <a:lvl2pPr marL="457200" algn="l" defTabSz="914400">
              <a:buNone/>
              <a:defRPr sz="1800" kern="1200">
                <a:solidFill>
                  <a:schemeClr val="lt1"/>
                </a:solidFill>
                <a:latin typeface="+mn-lt"/>
                <a:ea typeface="+mn-lt"/>
                <a:cs typeface="+mn-lt"/>
              </a:defRPr>
            </a:lvl2pPr>
            <a:lvl3pPr marL="914400" algn="l" defTabSz="914400">
              <a:buNone/>
              <a:defRPr sz="1800" kern="1200">
                <a:solidFill>
                  <a:schemeClr val="lt1"/>
                </a:solidFill>
                <a:latin typeface="+mn-lt"/>
                <a:ea typeface="+mn-lt"/>
                <a:cs typeface="+mn-lt"/>
              </a:defRPr>
            </a:lvl3pPr>
            <a:lvl4pPr marL="1371600" algn="l" defTabSz="914400">
              <a:buNone/>
              <a:defRPr sz="1800" kern="1200">
                <a:solidFill>
                  <a:schemeClr val="lt1"/>
                </a:solidFill>
                <a:latin typeface="+mn-lt"/>
                <a:ea typeface="+mn-lt"/>
                <a:cs typeface="+mn-lt"/>
              </a:defRPr>
            </a:lvl4pPr>
            <a:lvl5pPr marL="1828800" algn="l" defTabSz="914400">
              <a:buNone/>
              <a:defRPr sz="1800" kern="1200">
                <a:solidFill>
                  <a:schemeClr val="lt1"/>
                </a:solidFill>
                <a:latin typeface="+mn-lt"/>
                <a:ea typeface="+mn-lt"/>
                <a:cs typeface="+mn-lt"/>
              </a:defRPr>
            </a:lvl5pPr>
            <a:lvl6pPr marL="2286000" algn="l" defTabSz="914400">
              <a:buNone/>
              <a:defRPr sz="1800" kern="1200">
                <a:solidFill>
                  <a:schemeClr val="lt1"/>
                </a:solidFill>
                <a:latin typeface="+mn-lt"/>
                <a:ea typeface="+mn-lt"/>
                <a:cs typeface="+mn-lt"/>
              </a:defRPr>
            </a:lvl6pPr>
            <a:lvl7pPr marL="2743200" algn="l" defTabSz="914400">
              <a:buNone/>
              <a:defRPr sz="1800" kern="1200">
                <a:solidFill>
                  <a:schemeClr val="lt1"/>
                </a:solidFill>
                <a:latin typeface="+mn-lt"/>
                <a:ea typeface="+mn-lt"/>
                <a:cs typeface="+mn-lt"/>
              </a:defRPr>
            </a:lvl7pPr>
            <a:lvl8pPr marL="3200400" algn="l" defTabSz="914400">
              <a:buNone/>
              <a:defRPr sz="1800" kern="1200">
                <a:solidFill>
                  <a:schemeClr val="lt1"/>
                </a:solidFill>
                <a:latin typeface="+mn-lt"/>
                <a:ea typeface="+mn-lt"/>
                <a:cs typeface="+mn-lt"/>
              </a:defRPr>
            </a:lvl8pPr>
            <a:lvl9pPr marL="3657600" algn="l" defTabSz="914400">
              <a:buNone/>
              <a:defRPr sz="1800" kern="1200">
                <a:solidFill>
                  <a:schemeClr val="lt1"/>
                </a:solidFill>
                <a:latin typeface="+mn-lt"/>
                <a:ea typeface="+mn-lt"/>
                <a:cs typeface="+mn-lt"/>
              </a:defRPr>
            </a:lvl9pPr>
          </a:lstStyle>
          <a:p>
            <a:pPr algn="ctr">
              <a:buNone/>
            </a:pPr>
            <a:endParaRPr/>
          </a:p>
        </p:txBody>
      </p:sp>
      <p:pic>
        <p:nvPicPr>
          <p:cNvPr id="21" name="Imagem 6"/>
          <p:cNvPicPr>
            <a:picLocks noChangeAspect="1"/>
          </p:cNvPicPr>
          <p:nvPr/>
        </p:nvPicPr>
        <p:blipFill rotWithShape="1">
          <a:blip r:embed="rId2"/>
          <a:srcRect t="19"/>
          <a:stretch/>
        </p:blipFill>
        <p:spPr>
          <a:xfrm>
            <a:off x="20" y="2564"/>
            <a:ext cx="24383980" cy="13713436"/>
          </a:xfrm>
          <a:prstGeom prst="rect">
            <a:avLst/>
          </a:prstGeom>
        </p:spPr>
      </p:pic>
      <p:sp>
        <p:nvSpPr>
          <p:cNvPr id="22" name="TextBox 21"/>
          <p:cNvSpPr txBox="1"/>
          <p:nvPr/>
        </p:nvSpPr>
        <p:spPr>
          <a:xfrm>
            <a:off x="21214080" y="12344400"/>
            <a:ext cx="2286000" cy="502920"/>
          </a:xfrm>
          <a:prstGeom prst="rect">
            <a:avLst/>
          </a:prstGeom>
          <a:noFill/>
        </p:spPr>
        <p:txBody>
          <a:bodyPr wrap="none" lIns="0" tIns="0" rIns="0" bIns="0">
            <a:noAutofit/>
          </a:bodyPr>
          <a:lstStyle/>
          <a:p>
            <a:pPr>
              <a:lnSpc>
                <a:spcPct val="108000"/>
              </a:lnSpc>
              <a:spcBef>
                <a:spcPts val="0"/>
              </a:spcBef>
              <a:spcAft>
                <a:spcPts val="0"/>
              </a:spcAft>
            </a:pPr>
            <a:r>
              <a:rPr lang="en-US" sz="2200">
                <a:solidFill>
                  <a:srgbClr val="15243B"/>
                </a:solidFill>
                <a:latin typeface="Aptos"/>
              </a:rPr>
              <a:t>70 / 70</a:t>
            </a:r>
            <a:endParaRPr sz="2200">
              <a:solidFill>
                <a:srgbClr val="15243B"/>
              </a:solidFill>
              <a:latin typeface="Aptos"/>
            </a:endParaRPr>
          </a:p>
        </p:txBody>
      </p:sp>
    </p:spTree>
  </p:cSld>
  <p:clrMapOvr>
    <a:masterClrMapping/>
  </p:clrMapOvr>
</p:sld>
</file>

<file path=ppt/theme/theme1.xml><?xml version="1.0" encoding="utf-8"?>
<a:theme xmlns:a="http://schemas.openxmlformats.org/drawingml/2006/main" name="White">
  <a:themeElements>
    <a:clrScheme name="White">
      <a:dk1>
        <a:srgbClr val="000000"/>
      </a:dk1>
      <a:lt1>
        <a:srgbClr val="FFFFFF"/>
      </a:lt1>
      <a:dk2>
        <a:srgbClr val="5E5E5E"/>
      </a:dk2>
      <a:lt2>
        <a:srgbClr val="D5D5D5"/>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White">
      <a:majorFont>
        <a:latin typeface="Helvetica Neue Medium"/>
        <a:ea typeface="Helvetica Neue Medium"/>
        <a:cs typeface="Helvetica Neue Medium"/>
      </a:majorFont>
      <a:minorFont>
        <a:latin typeface="Helvetica Neue Medium"/>
        <a:ea typeface="Helvetica Neue Medium"/>
        <a:cs typeface="Helvetica Neue Medium"/>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a:solidFill>
            <a:schemeClr val="phClr">
              <a:shade val="95000"/>
              <a:satMod val="104999"/>
            </a:schemeClr>
          </a:solidFill>
          <a:prstDash val="solid"/>
        </a:ln>
        <a:ln w="25400">
          <a:solidFill>
            <a:schemeClr val="phClr"/>
          </a:solidFill>
          <a:prstDash val="solid"/>
        </a:ln>
        <a:ln w="38100">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White">
  <a:themeElements>
    <a:clrScheme name="White">
      <a:dk1>
        <a:srgbClr val="000000"/>
      </a:dk1>
      <a:lt1>
        <a:srgbClr val="FFFFFF"/>
      </a:lt1>
      <a:dk2>
        <a:srgbClr val="5E5E5E"/>
      </a:dk2>
      <a:lt2>
        <a:srgbClr val="D5D5D5"/>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White">
      <a:majorFont>
        <a:latin typeface="Helvetica Neue Medium"/>
        <a:ea typeface="Helvetica Neue Medium"/>
        <a:cs typeface="Helvetica Neue Medium"/>
      </a:majorFont>
      <a:minorFont>
        <a:latin typeface="Helvetica Neue Medium"/>
        <a:ea typeface="Helvetica Neue Medium"/>
        <a:cs typeface="Helvetica Neue Medium"/>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a:solidFill>
            <a:schemeClr val="phClr">
              <a:shade val="95000"/>
              <a:satMod val="104999"/>
            </a:schemeClr>
          </a:solidFill>
          <a:prstDash val="solid"/>
        </a:ln>
        <a:ln w="25400">
          <a:solidFill>
            <a:schemeClr val="phClr"/>
          </a:solidFill>
          <a:prstDash val="solid"/>
        </a:ln>
        <a:ln w="38100">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5A9D11CB-BF26-41F1-A2A7-2C2383A69093}">
  <we:reference id="WA200010215" version="2.0.0.1" store="Omex" storeType="OMEX"/>
  <we:alternateReferences>
    <we:reference id="WA200010215" version="2.0.0.1" store="WA200010215" storeType="OMEX"/>
  </we:alternateReferences>
  <we:properties>
    <we:property name="bps.codex_control.document_id" value="&quot;d6634a00-103d-4f8a-ba73-42a6d50407e2&quot;"/>
  </we:properties>
  <we:bindings/>
  <we:snapshot xmlns:r="http://schemas.openxmlformats.org/officeDocument/2006/relationships"/>
</we:webextension>
</file>

<file path=docMetadata/LabelInfo.xml><?xml version="1.0" encoding="utf-8"?>
<clbl:labelList xmlns:clbl="http://schemas.microsoft.com/office/2020/mipLabelMetadata">
  <clbl:label id="{56c1e2fb-87c1-4de0-a6ac-d0566c08ce66}" enabled="0" method="" siteId="{56c1e2fb-87c1-4de0-a6ac-d0566c08ce66}" removed="1"/>
</clbl:labelList>
</file>

<file path=docProps/app.xml><?xml version="1.0" encoding="utf-8"?>
<Properties xmlns="http://schemas.openxmlformats.org/officeDocument/2006/extended-properties" xmlns:vt="http://schemas.openxmlformats.org/officeDocument/2006/docPropsVTypes">
  <TotalTime>405</TotalTime>
  <Words>11164</Words>
  <Application>Microsoft Office PowerPoint</Application>
  <DocSecurity>0</DocSecurity>
  <PresentationFormat>Custom</PresentationFormat>
  <Paragraphs>1288</Paragraphs>
  <Slides>62</Slides>
  <Notes>62</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62</vt:i4>
      </vt:variant>
    </vt:vector>
  </HeadingPairs>
  <TitlesOfParts>
    <vt:vector size="71" baseType="lpstr">
      <vt:lpstr>Aptos</vt:lpstr>
      <vt:lpstr>Aptos Display</vt:lpstr>
      <vt:lpstr>Arial</vt:lpstr>
      <vt:lpstr>Consolas</vt:lpstr>
      <vt:lpstr>Helvetica Neue</vt:lpstr>
      <vt:lpstr>Helvetica Neue Light</vt:lpstr>
      <vt:lpstr>Helvetica Neue Medium</vt:lpstr>
      <vt:lpstr>White</vt:lpstr>
      <vt:lpstr>Office Theme</vt:lpstr>
      <vt:lpstr>Agentes na análise de malware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Aula 03 · MCP para o IPED com PyJNIus</dc:title>
  <dc:subject>Servidor MCP de consultas e marcadores sobre um caso IPED 4.3.1</dc:subject>
  <dc:creator>Curso de IA para Segurança Cibernética</dc:creator>
  <cp:keywords>malware, agentes, hunt, IOCs, JADX, MCP, OpenAI</cp:keywords>
  <cp:lastModifiedBy>Joao Vitor de Sa Hauck</cp:lastModifiedBy>
  <cp:revision>9</cp:revision>
  <dcterms:created xsi:type="dcterms:W3CDTF">2026-08-07T19:17:53Z</dcterms:created>
  <dcterms:modified xsi:type="dcterms:W3CDTF">2026-10-22T20:26:13Z</dcterms:modified>
</cp:coreProperties>
</file>